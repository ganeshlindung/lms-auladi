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12192000" cy="6858000"/>
  <p:notesSz cx="6858000" cy="9144000"/>
  <p:defaultTex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 /><Relationship Id="rId7" Type="http://schemas.openxmlformats.org/officeDocument/2006/relationships/tableStyles" Target="tableStyles.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theme" Target="theme/theme1.xml" /><Relationship Id="rId5" Type="http://schemas.openxmlformats.org/officeDocument/2006/relationships/viewProps" Target="viewProps.xml" /><Relationship Id="rId4" Type="http://schemas.openxmlformats.org/officeDocument/2006/relationships/presProps" Target="presProp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Judul">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63F15CEA-BAD2-1F7D-A7F8-3C5D1C796B15}"/>
              </a:ext>
            </a:extLst>
          </p:cNvPr>
          <p:cNvSpPr>
            <a:spLocks noGrp="1"/>
          </p:cNvSpPr>
          <p:nvPr>
            <p:ph type="ctrTitle"/>
          </p:nvPr>
        </p:nvSpPr>
        <p:spPr>
          <a:xfrm>
            <a:off x="1524000" y="1122363"/>
            <a:ext cx="9144000" cy="2387600"/>
          </a:xfrm>
        </p:spPr>
        <p:txBody>
          <a:bodyPr anchor="b"/>
          <a:lstStyle>
            <a:lvl1pPr algn="ctr">
              <a:defRPr sz="6000"/>
            </a:lvl1pPr>
          </a:lstStyle>
          <a:p>
            <a:r>
              <a:rPr lang="id-ID"/>
              <a:t>Klik untuk mengedit gaya judul Master</a:t>
            </a:r>
          </a:p>
        </p:txBody>
      </p:sp>
      <p:sp>
        <p:nvSpPr>
          <p:cNvPr id="3" name="Subjudul 2">
            <a:extLst>
              <a:ext uri="{FF2B5EF4-FFF2-40B4-BE49-F238E27FC236}">
                <a16:creationId xmlns:a16="http://schemas.microsoft.com/office/drawing/2014/main" id="{96F1B8F4-9301-BE51-28E8-25582AEB718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d-ID"/>
              <a:t>Klik untuk mengedit gaya subjudul Master</a:t>
            </a:r>
          </a:p>
        </p:txBody>
      </p:sp>
      <p:sp>
        <p:nvSpPr>
          <p:cNvPr id="4" name="Tampungan Tanggal 3">
            <a:extLst>
              <a:ext uri="{FF2B5EF4-FFF2-40B4-BE49-F238E27FC236}">
                <a16:creationId xmlns:a16="http://schemas.microsoft.com/office/drawing/2014/main" id="{B5396E3F-70F2-1883-E01E-6D69B471FFDF}"/>
              </a:ext>
            </a:extLst>
          </p:cNvPr>
          <p:cNvSpPr>
            <a:spLocks noGrp="1"/>
          </p:cNvSpPr>
          <p:nvPr>
            <p:ph type="dt" sz="half" idx="10"/>
          </p:nvPr>
        </p:nvSpPr>
        <p:spPr/>
        <p:txBody>
          <a:bodyPr/>
          <a:lstStyle/>
          <a:p>
            <a:fld id="{30474EA6-5402-F74D-BBBA-B83E59BF131F}" type="datetimeFigureOut">
              <a:rPr lang="id-ID" smtClean="0"/>
              <a:t>05/09/2024</a:t>
            </a:fld>
            <a:endParaRPr lang="id-ID"/>
          </a:p>
        </p:txBody>
      </p:sp>
      <p:sp>
        <p:nvSpPr>
          <p:cNvPr id="5" name="Tampungan Kaki 4">
            <a:extLst>
              <a:ext uri="{FF2B5EF4-FFF2-40B4-BE49-F238E27FC236}">
                <a16:creationId xmlns:a16="http://schemas.microsoft.com/office/drawing/2014/main" id="{A7C09133-BF05-E0C5-0937-534450F61F62}"/>
              </a:ext>
            </a:extLst>
          </p:cNvPr>
          <p:cNvSpPr>
            <a:spLocks noGrp="1"/>
          </p:cNvSpPr>
          <p:nvPr>
            <p:ph type="ftr" sz="quarter" idx="11"/>
          </p:nvPr>
        </p:nvSpPr>
        <p:spPr/>
        <p:txBody>
          <a:bodyPr/>
          <a:lstStyle/>
          <a:p>
            <a:endParaRPr lang="id-ID"/>
          </a:p>
        </p:txBody>
      </p:sp>
      <p:sp>
        <p:nvSpPr>
          <p:cNvPr id="6" name="Tampungan Nomor Slide 5">
            <a:extLst>
              <a:ext uri="{FF2B5EF4-FFF2-40B4-BE49-F238E27FC236}">
                <a16:creationId xmlns:a16="http://schemas.microsoft.com/office/drawing/2014/main" id="{C4C33FB6-C516-E477-6237-0A6703FADC4F}"/>
              </a:ext>
            </a:extLst>
          </p:cNvPr>
          <p:cNvSpPr>
            <a:spLocks noGrp="1"/>
          </p:cNvSpPr>
          <p:nvPr>
            <p:ph type="sldNum" sz="quarter" idx="12"/>
          </p:nvPr>
        </p:nvSpPr>
        <p:spPr/>
        <p:txBody>
          <a:bodyPr/>
          <a:lstStyle/>
          <a:p>
            <a:fld id="{0184FAC4-F48B-094E-A635-1D47BF1969B9}" type="slidenum">
              <a:rPr lang="id-ID" smtClean="0"/>
              <a:t>‹#›</a:t>
            </a:fld>
            <a:endParaRPr lang="id-ID"/>
          </a:p>
        </p:txBody>
      </p:sp>
    </p:spTree>
    <p:extLst>
      <p:ext uri="{BB962C8B-B14F-4D97-AF65-F5344CB8AC3E}">
        <p14:creationId xmlns:p14="http://schemas.microsoft.com/office/powerpoint/2010/main" val="15951261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Judul dan Konten">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06755425-2F96-3F95-841C-F46618D7D5F0}"/>
              </a:ext>
            </a:extLst>
          </p:cNvPr>
          <p:cNvSpPr>
            <a:spLocks noGrp="1"/>
          </p:cNvSpPr>
          <p:nvPr>
            <p:ph type="title"/>
          </p:nvPr>
        </p:nvSpPr>
        <p:spPr/>
        <p:txBody>
          <a:bodyPr/>
          <a:lstStyle/>
          <a:p>
            <a:r>
              <a:rPr lang="id-ID"/>
              <a:t>Klik untuk mengedit gaya judul Master</a:t>
            </a:r>
          </a:p>
        </p:txBody>
      </p:sp>
      <p:sp>
        <p:nvSpPr>
          <p:cNvPr id="3" name="Tampungan Konten 2">
            <a:extLst>
              <a:ext uri="{FF2B5EF4-FFF2-40B4-BE49-F238E27FC236}">
                <a16:creationId xmlns:a16="http://schemas.microsoft.com/office/drawing/2014/main" id="{5641BC0E-A534-B953-D639-1C12FDBB0A03}"/>
              </a:ext>
            </a:extLst>
          </p:cNvPr>
          <p:cNvSpPr>
            <a:spLocks noGrp="1"/>
          </p:cNvSpPr>
          <p:nvPr>
            <p:ph idx="1"/>
          </p:nvPr>
        </p:nvSpPr>
        <p:spPr/>
        <p:txBody>
          <a:bodyPr/>
          <a:lstStyle/>
          <a:p>
            <a:pPr lvl="0"/>
            <a:r>
              <a:rPr lang="id-ID"/>
              <a:t>Klik untuk edit gaya teks Master</a:t>
            </a:r>
          </a:p>
          <a:p>
            <a:pPr lvl="1"/>
            <a:r>
              <a:rPr lang="id-ID"/>
              <a:t>Tingkat kedua</a:t>
            </a:r>
          </a:p>
          <a:p>
            <a:pPr lvl="2"/>
            <a:r>
              <a:rPr lang="id-ID"/>
              <a:t>Tingkat ketiga</a:t>
            </a:r>
          </a:p>
          <a:p>
            <a:pPr lvl="3"/>
            <a:r>
              <a:rPr lang="id-ID"/>
              <a:t>Tingkat keempat</a:t>
            </a:r>
          </a:p>
          <a:p>
            <a:pPr lvl="4"/>
            <a:r>
              <a:rPr lang="id-ID"/>
              <a:t>Tingkat kelima</a:t>
            </a:r>
          </a:p>
        </p:txBody>
      </p:sp>
      <p:sp>
        <p:nvSpPr>
          <p:cNvPr id="4" name="Tampungan Tanggal 3">
            <a:extLst>
              <a:ext uri="{FF2B5EF4-FFF2-40B4-BE49-F238E27FC236}">
                <a16:creationId xmlns:a16="http://schemas.microsoft.com/office/drawing/2014/main" id="{C43F2D78-47E5-FD68-7C57-49A4AB78F87C}"/>
              </a:ext>
            </a:extLst>
          </p:cNvPr>
          <p:cNvSpPr>
            <a:spLocks noGrp="1"/>
          </p:cNvSpPr>
          <p:nvPr>
            <p:ph type="dt" sz="half" idx="10"/>
          </p:nvPr>
        </p:nvSpPr>
        <p:spPr/>
        <p:txBody>
          <a:bodyPr/>
          <a:lstStyle/>
          <a:p>
            <a:fld id="{30474EA6-5402-F74D-BBBA-B83E59BF131F}" type="datetimeFigureOut">
              <a:rPr lang="id-ID" smtClean="0"/>
              <a:t>05/09/2024</a:t>
            </a:fld>
            <a:endParaRPr lang="id-ID"/>
          </a:p>
        </p:txBody>
      </p:sp>
      <p:sp>
        <p:nvSpPr>
          <p:cNvPr id="5" name="Tampungan Kaki 4">
            <a:extLst>
              <a:ext uri="{FF2B5EF4-FFF2-40B4-BE49-F238E27FC236}">
                <a16:creationId xmlns:a16="http://schemas.microsoft.com/office/drawing/2014/main" id="{2D76CD1C-4185-60D6-D059-B551BC3466B9}"/>
              </a:ext>
            </a:extLst>
          </p:cNvPr>
          <p:cNvSpPr>
            <a:spLocks noGrp="1"/>
          </p:cNvSpPr>
          <p:nvPr>
            <p:ph type="ftr" sz="quarter" idx="11"/>
          </p:nvPr>
        </p:nvSpPr>
        <p:spPr/>
        <p:txBody>
          <a:bodyPr/>
          <a:lstStyle/>
          <a:p>
            <a:endParaRPr lang="id-ID"/>
          </a:p>
        </p:txBody>
      </p:sp>
      <p:sp>
        <p:nvSpPr>
          <p:cNvPr id="6" name="Tampungan Nomor Slide 5">
            <a:extLst>
              <a:ext uri="{FF2B5EF4-FFF2-40B4-BE49-F238E27FC236}">
                <a16:creationId xmlns:a16="http://schemas.microsoft.com/office/drawing/2014/main" id="{52D9E074-04E9-1B63-C068-378D197D510C}"/>
              </a:ext>
            </a:extLst>
          </p:cNvPr>
          <p:cNvSpPr>
            <a:spLocks noGrp="1"/>
          </p:cNvSpPr>
          <p:nvPr>
            <p:ph type="sldNum" sz="quarter" idx="12"/>
          </p:nvPr>
        </p:nvSpPr>
        <p:spPr/>
        <p:txBody>
          <a:bodyPr/>
          <a:lstStyle/>
          <a:p>
            <a:fld id="{0184FAC4-F48B-094E-A635-1D47BF1969B9}" type="slidenum">
              <a:rPr lang="id-ID" smtClean="0"/>
              <a:t>‹#›</a:t>
            </a:fld>
            <a:endParaRPr lang="id-ID"/>
          </a:p>
        </p:txBody>
      </p:sp>
    </p:spTree>
    <p:extLst>
      <p:ext uri="{BB962C8B-B14F-4D97-AF65-F5344CB8AC3E}">
        <p14:creationId xmlns:p14="http://schemas.microsoft.com/office/powerpoint/2010/main" val="4751574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Header Bagian">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D3979227-A4A4-8A42-7B2C-6E00C58AC41C}"/>
              </a:ext>
            </a:extLst>
          </p:cNvPr>
          <p:cNvSpPr>
            <a:spLocks noGrp="1"/>
          </p:cNvSpPr>
          <p:nvPr>
            <p:ph type="title"/>
          </p:nvPr>
        </p:nvSpPr>
        <p:spPr>
          <a:xfrm>
            <a:off x="831850" y="1709738"/>
            <a:ext cx="10515600" cy="2852737"/>
          </a:xfrm>
        </p:spPr>
        <p:txBody>
          <a:bodyPr anchor="b"/>
          <a:lstStyle>
            <a:lvl1pPr>
              <a:defRPr sz="6000"/>
            </a:lvl1pPr>
          </a:lstStyle>
          <a:p>
            <a:r>
              <a:rPr lang="id-ID"/>
              <a:t>Klik untuk mengedit gaya judul Master</a:t>
            </a:r>
          </a:p>
        </p:txBody>
      </p:sp>
      <p:sp>
        <p:nvSpPr>
          <p:cNvPr id="3" name="Tampungan Teks 2">
            <a:extLst>
              <a:ext uri="{FF2B5EF4-FFF2-40B4-BE49-F238E27FC236}">
                <a16:creationId xmlns:a16="http://schemas.microsoft.com/office/drawing/2014/main" id="{8DDBB3EF-BF53-BC50-6B0B-BFC67F8E0C0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id-ID"/>
              <a:t>Klik untuk edit gaya teks Master</a:t>
            </a:r>
          </a:p>
        </p:txBody>
      </p:sp>
      <p:sp>
        <p:nvSpPr>
          <p:cNvPr id="4" name="Tampungan Tanggal 3">
            <a:extLst>
              <a:ext uri="{FF2B5EF4-FFF2-40B4-BE49-F238E27FC236}">
                <a16:creationId xmlns:a16="http://schemas.microsoft.com/office/drawing/2014/main" id="{BA78E3F6-EF20-98EA-817F-1ABBDD02ADA7}"/>
              </a:ext>
            </a:extLst>
          </p:cNvPr>
          <p:cNvSpPr>
            <a:spLocks noGrp="1"/>
          </p:cNvSpPr>
          <p:nvPr>
            <p:ph type="dt" sz="half" idx="10"/>
          </p:nvPr>
        </p:nvSpPr>
        <p:spPr/>
        <p:txBody>
          <a:bodyPr/>
          <a:lstStyle/>
          <a:p>
            <a:fld id="{30474EA6-5402-F74D-BBBA-B83E59BF131F}" type="datetimeFigureOut">
              <a:rPr lang="id-ID" smtClean="0"/>
              <a:t>05/09/2024</a:t>
            </a:fld>
            <a:endParaRPr lang="id-ID"/>
          </a:p>
        </p:txBody>
      </p:sp>
      <p:sp>
        <p:nvSpPr>
          <p:cNvPr id="5" name="Tampungan Kaki 4">
            <a:extLst>
              <a:ext uri="{FF2B5EF4-FFF2-40B4-BE49-F238E27FC236}">
                <a16:creationId xmlns:a16="http://schemas.microsoft.com/office/drawing/2014/main" id="{A4E07778-B910-52D1-7D01-32B99D5B82DF}"/>
              </a:ext>
            </a:extLst>
          </p:cNvPr>
          <p:cNvSpPr>
            <a:spLocks noGrp="1"/>
          </p:cNvSpPr>
          <p:nvPr>
            <p:ph type="ftr" sz="quarter" idx="11"/>
          </p:nvPr>
        </p:nvSpPr>
        <p:spPr/>
        <p:txBody>
          <a:bodyPr/>
          <a:lstStyle/>
          <a:p>
            <a:endParaRPr lang="id-ID"/>
          </a:p>
        </p:txBody>
      </p:sp>
      <p:sp>
        <p:nvSpPr>
          <p:cNvPr id="6" name="Tampungan Nomor Slide 5">
            <a:extLst>
              <a:ext uri="{FF2B5EF4-FFF2-40B4-BE49-F238E27FC236}">
                <a16:creationId xmlns:a16="http://schemas.microsoft.com/office/drawing/2014/main" id="{29D7224B-323F-63B9-90D3-4A44465A9D13}"/>
              </a:ext>
            </a:extLst>
          </p:cNvPr>
          <p:cNvSpPr>
            <a:spLocks noGrp="1"/>
          </p:cNvSpPr>
          <p:nvPr>
            <p:ph type="sldNum" sz="quarter" idx="12"/>
          </p:nvPr>
        </p:nvSpPr>
        <p:spPr/>
        <p:txBody>
          <a:bodyPr/>
          <a:lstStyle/>
          <a:p>
            <a:fld id="{0184FAC4-F48B-094E-A635-1D47BF1969B9}" type="slidenum">
              <a:rPr lang="id-ID" smtClean="0"/>
              <a:t>‹#›</a:t>
            </a:fld>
            <a:endParaRPr lang="id-ID"/>
          </a:p>
        </p:txBody>
      </p:sp>
    </p:spTree>
    <p:extLst>
      <p:ext uri="{BB962C8B-B14F-4D97-AF65-F5344CB8AC3E}">
        <p14:creationId xmlns:p14="http://schemas.microsoft.com/office/powerpoint/2010/main" val="32576699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 Konten">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D72F2B72-A32B-40A3-45CB-AB128514AA42}"/>
              </a:ext>
            </a:extLst>
          </p:cNvPr>
          <p:cNvSpPr>
            <a:spLocks noGrp="1"/>
          </p:cNvSpPr>
          <p:nvPr>
            <p:ph type="title"/>
          </p:nvPr>
        </p:nvSpPr>
        <p:spPr/>
        <p:txBody>
          <a:bodyPr/>
          <a:lstStyle/>
          <a:p>
            <a:r>
              <a:rPr lang="id-ID"/>
              <a:t>Klik untuk mengedit gaya judul Master</a:t>
            </a:r>
          </a:p>
        </p:txBody>
      </p:sp>
      <p:sp>
        <p:nvSpPr>
          <p:cNvPr id="3" name="Tampungan Konten 2">
            <a:extLst>
              <a:ext uri="{FF2B5EF4-FFF2-40B4-BE49-F238E27FC236}">
                <a16:creationId xmlns:a16="http://schemas.microsoft.com/office/drawing/2014/main" id="{B119C5E5-C46B-93D1-0348-89E62327E830}"/>
              </a:ext>
            </a:extLst>
          </p:cNvPr>
          <p:cNvSpPr>
            <a:spLocks noGrp="1"/>
          </p:cNvSpPr>
          <p:nvPr>
            <p:ph sz="half" idx="1"/>
          </p:nvPr>
        </p:nvSpPr>
        <p:spPr>
          <a:xfrm>
            <a:off x="838200" y="1825625"/>
            <a:ext cx="5181600" cy="4351338"/>
          </a:xfrm>
        </p:spPr>
        <p:txBody>
          <a:bodyPr/>
          <a:lstStyle/>
          <a:p>
            <a:pPr lvl="0"/>
            <a:r>
              <a:rPr lang="id-ID"/>
              <a:t>Klik untuk edit gaya teks Master</a:t>
            </a:r>
          </a:p>
          <a:p>
            <a:pPr lvl="1"/>
            <a:r>
              <a:rPr lang="id-ID"/>
              <a:t>Tingkat kedua</a:t>
            </a:r>
          </a:p>
          <a:p>
            <a:pPr lvl="2"/>
            <a:r>
              <a:rPr lang="id-ID"/>
              <a:t>Tingkat ketiga</a:t>
            </a:r>
          </a:p>
          <a:p>
            <a:pPr lvl="3"/>
            <a:r>
              <a:rPr lang="id-ID"/>
              <a:t>Tingkat keempat</a:t>
            </a:r>
          </a:p>
          <a:p>
            <a:pPr lvl="4"/>
            <a:r>
              <a:rPr lang="id-ID"/>
              <a:t>Tingkat kelima</a:t>
            </a:r>
          </a:p>
        </p:txBody>
      </p:sp>
      <p:sp>
        <p:nvSpPr>
          <p:cNvPr id="4" name="Tampungan Konten 3">
            <a:extLst>
              <a:ext uri="{FF2B5EF4-FFF2-40B4-BE49-F238E27FC236}">
                <a16:creationId xmlns:a16="http://schemas.microsoft.com/office/drawing/2014/main" id="{DF1F2935-E2AF-8CF8-AE78-428C7E112EC9}"/>
              </a:ext>
            </a:extLst>
          </p:cNvPr>
          <p:cNvSpPr>
            <a:spLocks noGrp="1"/>
          </p:cNvSpPr>
          <p:nvPr>
            <p:ph sz="half" idx="2"/>
          </p:nvPr>
        </p:nvSpPr>
        <p:spPr>
          <a:xfrm>
            <a:off x="6172200" y="1825625"/>
            <a:ext cx="5181600" cy="4351338"/>
          </a:xfrm>
        </p:spPr>
        <p:txBody>
          <a:bodyPr/>
          <a:lstStyle/>
          <a:p>
            <a:pPr lvl="0"/>
            <a:r>
              <a:rPr lang="id-ID"/>
              <a:t>Klik untuk edit gaya teks Master</a:t>
            </a:r>
          </a:p>
          <a:p>
            <a:pPr lvl="1"/>
            <a:r>
              <a:rPr lang="id-ID"/>
              <a:t>Tingkat kedua</a:t>
            </a:r>
          </a:p>
          <a:p>
            <a:pPr lvl="2"/>
            <a:r>
              <a:rPr lang="id-ID"/>
              <a:t>Tingkat ketiga</a:t>
            </a:r>
          </a:p>
          <a:p>
            <a:pPr lvl="3"/>
            <a:r>
              <a:rPr lang="id-ID"/>
              <a:t>Tingkat keempat</a:t>
            </a:r>
          </a:p>
          <a:p>
            <a:pPr lvl="4"/>
            <a:r>
              <a:rPr lang="id-ID"/>
              <a:t>Tingkat kelima</a:t>
            </a:r>
          </a:p>
        </p:txBody>
      </p:sp>
      <p:sp>
        <p:nvSpPr>
          <p:cNvPr id="5" name="Tampungan Tanggal 4">
            <a:extLst>
              <a:ext uri="{FF2B5EF4-FFF2-40B4-BE49-F238E27FC236}">
                <a16:creationId xmlns:a16="http://schemas.microsoft.com/office/drawing/2014/main" id="{49D95E73-5021-EADB-B832-7643C57872FF}"/>
              </a:ext>
            </a:extLst>
          </p:cNvPr>
          <p:cNvSpPr>
            <a:spLocks noGrp="1"/>
          </p:cNvSpPr>
          <p:nvPr>
            <p:ph type="dt" sz="half" idx="10"/>
          </p:nvPr>
        </p:nvSpPr>
        <p:spPr/>
        <p:txBody>
          <a:bodyPr/>
          <a:lstStyle/>
          <a:p>
            <a:fld id="{30474EA6-5402-F74D-BBBA-B83E59BF131F}" type="datetimeFigureOut">
              <a:rPr lang="id-ID" smtClean="0"/>
              <a:t>05/09/2024</a:t>
            </a:fld>
            <a:endParaRPr lang="id-ID"/>
          </a:p>
        </p:txBody>
      </p:sp>
      <p:sp>
        <p:nvSpPr>
          <p:cNvPr id="6" name="Tampungan Kaki 5">
            <a:extLst>
              <a:ext uri="{FF2B5EF4-FFF2-40B4-BE49-F238E27FC236}">
                <a16:creationId xmlns:a16="http://schemas.microsoft.com/office/drawing/2014/main" id="{50ACD263-8935-6C12-E9F7-18AC24931B90}"/>
              </a:ext>
            </a:extLst>
          </p:cNvPr>
          <p:cNvSpPr>
            <a:spLocks noGrp="1"/>
          </p:cNvSpPr>
          <p:nvPr>
            <p:ph type="ftr" sz="quarter" idx="11"/>
          </p:nvPr>
        </p:nvSpPr>
        <p:spPr/>
        <p:txBody>
          <a:bodyPr/>
          <a:lstStyle/>
          <a:p>
            <a:endParaRPr lang="id-ID"/>
          </a:p>
        </p:txBody>
      </p:sp>
      <p:sp>
        <p:nvSpPr>
          <p:cNvPr id="7" name="Tampungan Nomor Slide 6">
            <a:extLst>
              <a:ext uri="{FF2B5EF4-FFF2-40B4-BE49-F238E27FC236}">
                <a16:creationId xmlns:a16="http://schemas.microsoft.com/office/drawing/2014/main" id="{273F392D-11E1-1696-6D1E-AF6F503635C3}"/>
              </a:ext>
            </a:extLst>
          </p:cNvPr>
          <p:cNvSpPr>
            <a:spLocks noGrp="1"/>
          </p:cNvSpPr>
          <p:nvPr>
            <p:ph type="sldNum" sz="quarter" idx="12"/>
          </p:nvPr>
        </p:nvSpPr>
        <p:spPr/>
        <p:txBody>
          <a:bodyPr/>
          <a:lstStyle/>
          <a:p>
            <a:fld id="{0184FAC4-F48B-094E-A635-1D47BF1969B9}" type="slidenum">
              <a:rPr lang="id-ID" smtClean="0"/>
              <a:t>‹#›</a:t>
            </a:fld>
            <a:endParaRPr lang="id-ID"/>
          </a:p>
        </p:txBody>
      </p:sp>
    </p:spTree>
    <p:extLst>
      <p:ext uri="{BB962C8B-B14F-4D97-AF65-F5344CB8AC3E}">
        <p14:creationId xmlns:p14="http://schemas.microsoft.com/office/powerpoint/2010/main" val="30958547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erbandingan">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64E77BF0-57F8-5239-FB27-A7E417D204DC}"/>
              </a:ext>
            </a:extLst>
          </p:cNvPr>
          <p:cNvSpPr>
            <a:spLocks noGrp="1"/>
          </p:cNvSpPr>
          <p:nvPr>
            <p:ph type="title"/>
          </p:nvPr>
        </p:nvSpPr>
        <p:spPr>
          <a:xfrm>
            <a:off x="839788" y="365125"/>
            <a:ext cx="10515600" cy="1325563"/>
          </a:xfrm>
        </p:spPr>
        <p:txBody>
          <a:bodyPr/>
          <a:lstStyle/>
          <a:p>
            <a:r>
              <a:rPr lang="id-ID"/>
              <a:t>Klik untuk mengedit gaya judul Master</a:t>
            </a:r>
          </a:p>
        </p:txBody>
      </p:sp>
      <p:sp>
        <p:nvSpPr>
          <p:cNvPr id="3" name="Tampungan Teks 2">
            <a:extLst>
              <a:ext uri="{FF2B5EF4-FFF2-40B4-BE49-F238E27FC236}">
                <a16:creationId xmlns:a16="http://schemas.microsoft.com/office/drawing/2014/main" id="{3B9A8FE9-B512-CF1B-9D52-F0AB0EBC8F9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d-ID"/>
              <a:t>Klik untuk edit gaya teks Master</a:t>
            </a:r>
          </a:p>
        </p:txBody>
      </p:sp>
      <p:sp>
        <p:nvSpPr>
          <p:cNvPr id="4" name="Tampungan Konten 3">
            <a:extLst>
              <a:ext uri="{FF2B5EF4-FFF2-40B4-BE49-F238E27FC236}">
                <a16:creationId xmlns:a16="http://schemas.microsoft.com/office/drawing/2014/main" id="{0AEAD7EF-D9C8-2ECA-5EC7-3DA319D5FC66}"/>
              </a:ext>
            </a:extLst>
          </p:cNvPr>
          <p:cNvSpPr>
            <a:spLocks noGrp="1"/>
          </p:cNvSpPr>
          <p:nvPr>
            <p:ph sz="half" idx="2"/>
          </p:nvPr>
        </p:nvSpPr>
        <p:spPr>
          <a:xfrm>
            <a:off x="839788" y="2505075"/>
            <a:ext cx="5157787" cy="3684588"/>
          </a:xfrm>
        </p:spPr>
        <p:txBody>
          <a:bodyPr/>
          <a:lstStyle/>
          <a:p>
            <a:pPr lvl="0"/>
            <a:r>
              <a:rPr lang="id-ID"/>
              <a:t>Klik untuk edit gaya teks Master</a:t>
            </a:r>
          </a:p>
          <a:p>
            <a:pPr lvl="1"/>
            <a:r>
              <a:rPr lang="id-ID"/>
              <a:t>Tingkat kedua</a:t>
            </a:r>
          </a:p>
          <a:p>
            <a:pPr lvl="2"/>
            <a:r>
              <a:rPr lang="id-ID"/>
              <a:t>Tingkat ketiga</a:t>
            </a:r>
          </a:p>
          <a:p>
            <a:pPr lvl="3"/>
            <a:r>
              <a:rPr lang="id-ID"/>
              <a:t>Tingkat keempat</a:t>
            </a:r>
          </a:p>
          <a:p>
            <a:pPr lvl="4"/>
            <a:r>
              <a:rPr lang="id-ID"/>
              <a:t>Tingkat kelima</a:t>
            </a:r>
          </a:p>
        </p:txBody>
      </p:sp>
      <p:sp>
        <p:nvSpPr>
          <p:cNvPr id="5" name="Tampungan Teks 4">
            <a:extLst>
              <a:ext uri="{FF2B5EF4-FFF2-40B4-BE49-F238E27FC236}">
                <a16:creationId xmlns:a16="http://schemas.microsoft.com/office/drawing/2014/main" id="{96103990-0E44-14A9-173F-BDA9895F50A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d-ID"/>
              <a:t>Klik untuk edit gaya teks Master</a:t>
            </a:r>
          </a:p>
        </p:txBody>
      </p:sp>
      <p:sp>
        <p:nvSpPr>
          <p:cNvPr id="6" name="Tampungan Konten 5">
            <a:extLst>
              <a:ext uri="{FF2B5EF4-FFF2-40B4-BE49-F238E27FC236}">
                <a16:creationId xmlns:a16="http://schemas.microsoft.com/office/drawing/2014/main" id="{CBF9AE5D-D1A1-3D1D-6C6C-7E6440273F3D}"/>
              </a:ext>
            </a:extLst>
          </p:cNvPr>
          <p:cNvSpPr>
            <a:spLocks noGrp="1"/>
          </p:cNvSpPr>
          <p:nvPr>
            <p:ph sz="quarter" idx="4"/>
          </p:nvPr>
        </p:nvSpPr>
        <p:spPr>
          <a:xfrm>
            <a:off x="6172200" y="2505075"/>
            <a:ext cx="5183188" cy="3684588"/>
          </a:xfrm>
        </p:spPr>
        <p:txBody>
          <a:bodyPr/>
          <a:lstStyle/>
          <a:p>
            <a:pPr lvl="0"/>
            <a:r>
              <a:rPr lang="id-ID"/>
              <a:t>Klik untuk edit gaya teks Master</a:t>
            </a:r>
          </a:p>
          <a:p>
            <a:pPr lvl="1"/>
            <a:r>
              <a:rPr lang="id-ID"/>
              <a:t>Tingkat kedua</a:t>
            </a:r>
          </a:p>
          <a:p>
            <a:pPr lvl="2"/>
            <a:r>
              <a:rPr lang="id-ID"/>
              <a:t>Tingkat ketiga</a:t>
            </a:r>
          </a:p>
          <a:p>
            <a:pPr lvl="3"/>
            <a:r>
              <a:rPr lang="id-ID"/>
              <a:t>Tingkat keempat</a:t>
            </a:r>
          </a:p>
          <a:p>
            <a:pPr lvl="4"/>
            <a:r>
              <a:rPr lang="id-ID"/>
              <a:t>Tingkat kelima</a:t>
            </a:r>
          </a:p>
        </p:txBody>
      </p:sp>
      <p:sp>
        <p:nvSpPr>
          <p:cNvPr id="7" name="Tampungan Tanggal 6">
            <a:extLst>
              <a:ext uri="{FF2B5EF4-FFF2-40B4-BE49-F238E27FC236}">
                <a16:creationId xmlns:a16="http://schemas.microsoft.com/office/drawing/2014/main" id="{BEA77828-B83E-D6E3-142D-275D82C9D6C2}"/>
              </a:ext>
            </a:extLst>
          </p:cNvPr>
          <p:cNvSpPr>
            <a:spLocks noGrp="1"/>
          </p:cNvSpPr>
          <p:nvPr>
            <p:ph type="dt" sz="half" idx="10"/>
          </p:nvPr>
        </p:nvSpPr>
        <p:spPr/>
        <p:txBody>
          <a:bodyPr/>
          <a:lstStyle/>
          <a:p>
            <a:fld id="{30474EA6-5402-F74D-BBBA-B83E59BF131F}" type="datetimeFigureOut">
              <a:rPr lang="id-ID" smtClean="0"/>
              <a:t>05/09/2024</a:t>
            </a:fld>
            <a:endParaRPr lang="id-ID"/>
          </a:p>
        </p:txBody>
      </p:sp>
      <p:sp>
        <p:nvSpPr>
          <p:cNvPr id="8" name="Tampungan Kaki 7">
            <a:extLst>
              <a:ext uri="{FF2B5EF4-FFF2-40B4-BE49-F238E27FC236}">
                <a16:creationId xmlns:a16="http://schemas.microsoft.com/office/drawing/2014/main" id="{97468BAD-0D36-9083-15E0-7315A1456CD3}"/>
              </a:ext>
            </a:extLst>
          </p:cNvPr>
          <p:cNvSpPr>
            <a:spLocks noGrp="1"/>
          </p:cNvSpPr>
          <p:nvPr>
            <p:ph type="ftr" sz="quarter" idx="11"/>
          </p:nvPr>
        </p:nvSpPr>
        <p:spPr/>
        <p:txBody>
          <a:bodyPr/>
          <a:lstStyle/>
          <a:p>
            <a:endParaRPr lang="id-ID"/>
          </a:p>
        </p:txBody>
      </p:sp>
      <p:sp>
        <p:nvSpPr>
          <p:cNvPr id="9" name="Tampungan Nomor Slide 8">
            <a:extLst>
              <a:ext uri="{FF2B5EF4-FFF2-40B4-BE49-F238E27FC236}">
                <a16:creationId xmlns:a16="http://schemas.microsoft.com/office/drawing/2014/main" id="{4688E4F2-3647-1469-43E3-A73DE6D27731}"/>
              </a:ext>
            </a:extLst>
          </p:cNvPr>
          <p:cNvSpPr>
            <a:spLocks noGrp="1"/>
          </p:cNvSpPr>
          <p:nvPr>
            <p:ph type="sldNum" sz="quarter" idx="12"/>
          </p:nvPr>
        </p:nvSpPr>
        <p:spPr/>
        <p:txBody>
          <a:bodyPr/>
          <a:lstStyle/>
          <a:p>
            <a:fld id="{0184FAC4-F48B-094E-A635-1D47BF1969B9}" type="slidenum">
              <a:rPr lang="id-ID" smtClean="0"/>
              <a:t>‹#›</a:t>
            </a:fld>
            <a:endParaRPr lang="id-ID"/>
          </a:p>
        </p:txBody>
      </p:sp>
    </p:spTree>
    <p:extLst>
      <p:ext uri="{BB962C8B-B14F-4D97-AF65-F5344CB8AC3E}">
        <p14:creationId xmlns:p14="http://schemas.microsoft.com/office/powerpoint/2010/main" val="38353521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Judul Saja">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C42CF05F-FA34-5E8B-9FE8-AA394BBD6FE0}"/>
              </a:ext>
            </a:extLst>
          </p:cNvPr>
          <p:cNvSpPr>
            <a:spLocks noGrp="1"/>
          </p:cNvSpPr>
          <p:nvPr>
            <p:ph type="title"/>
          </p:nvPr>
        </p:nvSpPr>
        <p:spPr/>
        <p:txBody>
          <a:bodyPr/>
          <a:lstStyle/>
          <a:p>
            <a:r>
              <a:rPr lang="id-ID"/>
              <a:t>Klik untuk mengedit gaya judul Master</a:t>
            </a:r>
          </a:p>
        </p:txBody>
      </p:sp>
      <p:sp>
        <p:nvSpPr>
          <p:cNvPr id="3" name="Tampungan Tanggal 2">
            <a:extLst>
              <a:ext uri="{FF2B5EF4-FFF2-40B4-BE49-F238E27FC236}">
                <a16:creationId xmlns:a16="http://schemas.microsoft.com/office/drawing/2014/main" id="{E72330C1-A604-6E43-62AB-B1F6742D4A3D}"/>
              </a:ext>
            </a:extLst>
          </p:cNvPr>
          <p:cNvSpPr>
            <a:spLocks noGrp="1"/>
          </p:cNvSpPr>
          <p:nvPr>
            <p:ph type="dt" sz="half" idx="10"/>
          </p:nvPr>
        </p:nvSpPr>
        <p:spPr/>
        <p:txBody>
          <a:bodyPr/>
          <a:lstStyle/>
          <a:p>
            <a:fld id="{30474EA6-5402-F74D-BBBA-B83E59BF131F}" type="datetimeFigureOut">
              <a:rPr lang="id-ID" smtClean="0"/>
              <a:t>05/09/2024</a:t>
            </a:fld>
            <a:endParaRPr lang="id-ID"/>
          </a:p>
        </p:txBody>
      </p:sp>
      <p:sp>
        <p:nvSpPr>
          <p:cNvPr id="4" name="Tampungan Kaki 3">
            <a:extLst>
              <a:ext uri="{FF2B5EF4-FFF2-40B4-BE49-F238E27FC236}">
                <a16:creationId xmlns:a16="http://schemas.microsoft.com/office/drawing/2014/main" id="{BEDA9D60-DB8C-807C-D357-E228D4F2ED54}"/>
              </a:ext>
            </a:extLst>
          </p:cNvPr>
          <p:cNvSpPr>
            <a:spLocks noGrp="1"/>
          </p:cNvSpPr>
          <p:nvPr>
            <p:ph type="ftr" sz="quarter" idx="11"/>
          </p:nvPr>
        </p:nvSpPr>
        <p:spPr/>
        <p:txBody>
          <a:bodyPr/>
          <a:lstStyle/>
          <a:p>
            <a:endParaRPr lang="id-ID"/>
          </a:p>
        </p:txBody>
      </p:sp>
      <p:sp>
        <p:nvSpPr>
          <p:cNvPr id="5" name="Tampungan Nomor Slide 4">
            <a:extLst>
              <a:ext uri="{FF2B5EF4-FFF2-40B4-BE49-F238E27FC236}">
                <a16:creationId xmlns:a16="http://schemas.microsoft.com/office/drawing/2014/main" id="{E64661CA-436F-3A3D-246A-711E764E0BF0}"/>
              </a:ext>
            </a:extLst>
          </p:cNvPr>
          <p:cNvSpPr>
            <a:spLocks noGrp="1"/>
          </p:cNvSpPr>
          <p:nvPr>
            <p:ph type="sldNum" sz="quarter" idx="12"/>
          </p:nvPr>
        </p:nvSpPr>
        <p:spPr/>
        <p:txBody>
          <a:bodyPr/>
          <a:lstStyle/>
          <a:p>
            <a:fld id="{0184FAC4-F48B-094E-A635-1D47BF1969B9}" type="slidenum">
              <a:rPr lang="id-ID" smtClean="0"/>
              <a:t>‹#›</a:t>
            </a:fld>
            <a:endParaRPr lang="id-ID"/>
          </a:p>
        </p:txBody>
      </p:sp>
    </p:spTree>
    <p:extLst>
      <p:ext uri="{BB962C8B-B14F-4D97-AF65-F5344CB8AC3E}">
        <p14:creationId xmlns:p14="http://schemas.microsoft.com/office/powerpoint/2010/main" val="28265058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Kosong">
    <p:spTree>
      <p:nvGrpSpPr>
        <p:cNvPr id="1" name=""/>
        <p:cNvGrpSpPr/>
        <p:nvPr/>
      </p:nvGrpSpPr>
      <p:grpSpPr>
        <a:xfrm>
          <a:off x="0" y="0"/>
          <a:ext cx="0" cy="0"/>
          <a:chOff x="0" y="0"/>
          <a:chExt cx="0" cy="0"/>
        </a:xfrm>
      </p:grpSpPr>
      <p:sp>
        <p:nvSpPr>
          <p:cNvPr id="2" name="Tampungan Tanggal 1">
            <a:extLst>
              <a:ext uri="{FF2B5EF4-FFF2-40B4-BE49-F238E27FC236}">
                <a16:creationId xmlns:a16="http://schemas.microsoft.com/office/drawing/2014/main" id="{7D5DEAA1-0319-FEF6-2AEA-E0276833DC48}"/>
              </a:ext>
            </a:extLst>
          </p:cNvPr>
          <p:cNvSpPr>
            <a:spLocks noGrp="1"/>
          </p:cNvSpPr>
          <p:nvPr>
            <p:ph type="dt" sz="half" idx="10"/>
          </p:nvPr>
        </p:nvSpPr>
        <p:spPr/>
        <p:txBody>
          <a:bodyPr/>
          <a:lstStyle/>
          <a:p>
            <a:fld id="{30474EA6-5402-F74D-BBBA-B83E59BF131F}" type="datetimeFigureOut">
              <a:rPr lang="id-ID" smtClean="0"/>
              <a:t>05/09/2024</a:t>
            </a:fld>
            <a:endParaRPr lang="id-ID"/>
          </a:p>
        </p:txBody>
      </p:sp>
      <p:sp>
        <p:nvSpPr>
          <p:cNvPr id="3" name="Tampungan Kaki 2">
            <a:extLst>
              <a:ext uri="{FF2B5EF4-FFF2-40B4-BE49-F238E27FC236}">
                <a16:creationId xmlns:a16="http://schemas.microsoft.com/office/drawing/2014/main" id="{71B1CA23-BCB2-1032-56A7-204FE917AAA1}"/>
              </a:ext>
            </a:extLst>
          </p:cNvPr>
          <p:cNvSpPr>
            <a:spLocks noGrp="1"/>
          </p:cNvSpPr>
          <p:nvPr>
            <p:ph type="ftr" sz="quarter" idx="11"/>
          </p:nvPr>
        </p:nvSpPr>
        <p:spPr/>
        <p:txBody>
          <a:bodyPr/>
          <a:lstStyle/>
          <a:p>
            <a:endParaRPr lang="id-ID"/>
          </a:p>
        </p:txBody>
      </p:sp>
      <p:sp>
        <p:nvSpPr>
          <p:cNvPr id="4" name="Tampungan Nomor Slide 3">
            <a:extLst>
              <a:ext uri="{FF2B5EF4-FFF2-40B4-BE49-F238E27FC236}">
                <a16:creationId xmlns:a16="http://schemas.microsoft.com/office/drawing/2014/main" id="{20793819-9BD6-361E-A773-96E186CE3FB9}"/>
              </a:ext>
            </a:extLst>
          </p:cNvPr>
          <p:cNvSpPr>
            <a:spLocks noGrp="1"/>
          </p:cNvSpPr>
          <p:nvPr>
            <p:ph type="sldNum" sz="quarter" idx="12"/>
          </p:nvPr>
        </p:nvSpPr>
        <p:spPr/>
        <p:txBody>
          <a:bodyPr/>
          <a:lstStyle/>
          <a:p>
            <a:fld id="{0184FAC4-F48B-094E-A635-1D47BF1969B9}" type="slidenum">
              <a:rPr lang="id-ID" smtClean="0"/>
              <a:t>‹#›</a:t>
            </a:fld>
            <a:endParaRPr lang="id-ID"/>
          </a:p>
        </p:txBody>
      </p:sp>
    </p:spTree>
    <p:extLst>
      <p:ext uri="{BB962C8B-B14F-4D97-AF65-F5344CB8AC3E}">
        <p14:creationId xmlns:p14="http://schemas.microsoft.com/office/powerpoint/2010/main" val="39493671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Konten dengan Keterangan">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F5794FC2-1E84-46CA-661D-72D07978FB5F}"/>
              </a:ext>
            </a:extLst>
          </p:cNvPr>
          <p:cNvSpPr>
            <a:spLocks noGrp="1"/>
          </p:cNvSpPr>
          <p:nvPr>
            <p:ph type="title"/>
          </p:nvPr>
        </p:nvSpPr>
        <p:spPr>
          <a:xfrm>
            <a:off x="839788" y="457200"/>
            <a:ext cx="3932237" cy="1600200"/>
          </a:xfrm>
        </p:spPr>
        <p:txBody>
          <a:bodyPr anchor="b"/>
          <a:lstStyle>
            <a:lvl1pPr>
              <a:defRPr sz="3200"/>
            </a:lvl1pPr>
          </a:lstStyle>
          <a:p>
            <a:r>
              <a:rPr lang="id-ID"/>
              <a:t>Klik untuk mengedit gaya judul Master</a:t>
            </a:r>
          </a:p>
        </p:txBody>
      </p:sp>
      <p:sp>
        <p:nvSpPr>
          <p:cNvPr id="3" name="Tampungan Konten 2">
            <a:extLst>
              <a:ext uri="{FF2B5EF4-FFF2-40B4-BE49-F238E27FC236}">
                <a16:creationId xmlns:a16="http://schemas.microsoft.com/office/drawing/2014/main" id="{F58C89F1-F33A-F71C-6F43-F850928D056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d-ID"/>
              <a:t>Klik untuk edit gaya teks Master</a:t>
            </a:r>
          </a:p>
          <a:p>
            <a:pPr lvl="1"/>
            <a:r>
              <a:rPr lang="id-ID"/>
              <a:t>Tingkat kedua</a:t>
            </a:r>
          </a:p>
          <a:p>
            <a:pPr lvl="2"/>
            <a:r>
              <a:rPr lang="id-ID"/>
              <a:t>Tingkat ketiga</a:t>
            </a:r>
          </a:p>
          <a:p>
            <a:pPr lvl="3"/>
            <a:r>
              <a:rPr lang="id-ID"/>
              <a:t>Tingkat keempat</a:t>
            </a:r>
          </a:p>
          <a:p>
            <a:pPr lvl="4"/>
            <a:r>
              <a:rPr lang="id-ID"/>
              <a:t>Tingkat kelima</a:t>
            </a:r>
          </a:p>
        </p:txBody>
      </p:sp>
      <p:sp>
        <p:nvSpPr>
          <p:cNvPr id="4" name="Tampungan Teks 3">
            <a:extLst>
              <a:ext uri="{FF2B5EF4-FFF2-40B4-BE49-F238E27FC236}">
                <a16:creationId xmlns:a16="http://schemas.microsoft.com/office/drawing/2014/main" id="{D5F6B5D9-E270-D1F4-B892-F3C75D7FC2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d-ID"/>
              <a:t>Klik untuk edit gaya teks Master</a:t>
            </a:r>
          </a:p>
        </p:txBody>
      </p:sp>
      <p:sp>
        <p:nvSpPr>
          <p:cNvPr id="5" name="Tampungan Tanggal 4">
            <a:extLst>
              <a:ext uri="{FF2B5EF4-FFF2-40B4-BE49-F238E27FC236}">
                <a16:creationId xmlns:a16="http://schemas.microsoft.com/office/drawing/2014/main" id="{1569638E-06E4-897C-1082-D4D8E13D1EA8}"/>
              </a:ext>
            </a:extLst>
          </p:cNvPr>
          <p:cNvSpPr>
            <a:spLocks noGrp="1"/>
          </p:cNvSpPr>
          <p:nvPr>
            <p:ph type="dt" sz="half" idx="10"/>
          </p:nvPr>
        </p:nvSpPr>
        <p:spPr/>
        <p:txBody>
          <a:bodyPr/>
          <a:lstStyle/>
          <a:p>
            <a:fld id="{30474EA6-5402-F74D-BBBA-B83E59BF131F}" type="datetimeFigureOut">
              <a:rPr lang="id-ID" smtClean="0"/>
              <a:t>05/09/2024</a:t>
            </a:fld>
            <a:endParaRPr lang="id-ID"/>
          </a:p>
        </p:txBody>
      </p:sp>
      <p:sp>
        <p:nvSpPr>
          <p:cNvPr id="6" name="Tampungan Kaki 5">
            <a:extLst>
              <a:ext uri="{FF2B5EF4-FFF2-40B4-BE49-F238E27FC236}">
                <a16:creationId xmlns:a16="http://schemas.microsoft.com/office/drawing/2014/main" id="{A5FEE12D-BAF8-8C3E-A850-C4A6AA90E1B6}"/>
              </a:ext>
            </a:extLst>
          </p:cNvPr>
          <p:cNvSpPr>
            <a:spLocks noGrp="1"/>
          </p:cNvSpPr>
          <p:nvPr>
            <p:ph type="ftr" sz="quarter" idx="11"/>
          </p:nvPr>
        </p:nvSpPr>
        <p:spPr/>
        <p:txBody>
          <a:bodyPr/>
          <a:lstStyle/>
          <a:p>
            <a:endParaRPr lang="id-ID"/>
          </a:p>
        </p:txBody>
      </p:sp>
      <p:sp>
        <p:nvSpPr>
          <p:cNvPr id="7" name="Tampungan Nomor Slide 6">
            <a:extLst>
              <a:ext uri="{FF2B5EF4-FFF2-40B4-BE49-F238E27FC236}">
                <a16:creationId xmlns:a16="http://schemas.microsoft.com/office/drawing/2014/main" id="{F3566C24-CB4A-EF49-C294-33829861B31C}"/>
              </a:ext>
            </a:extLst>
          </p:cNvPr>
          <p:cNvSpPr>
            <a:spLocks noGrp="1"/>
          </p:cNvSpPr>
          <p:nvPr>
            <p:ph type="sldNum" sz="quarter" idx="12"/>
          </p:nvPr>
        </p:nvSpPr>
        <p:spPr/>
        <p:txBody>
          <a:bodyPr/>
          <a:lstStyle/>
          <a:p>
            <a:fld id="{0184FAC4-F48B-094E-A635-1D47BF1969B9}" type="slidenum">
              <a:rPr lang="id-ID" smtClean="0"/>
              <a:t>‹#›</a:t>
            </a:fld>
            <a:endParaRPr lang="id-ID"/>
          </a:p>
        </p:txBody>
      </p:sp>
    </p:spTree>
    <p:extLst>
      <p:ext uri="{BB962C8B-B14F-4D97-AF65-F5344CB8AC3E}">
        <p14:creationId xmlns:p14="http://schemas.microsoft.com/office/powerpoint/2010/main" val="42207467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Gambar dengan Keterangan">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3935B5D0-EA8C-8464-0BC8-5D4A5C881CE3}"/>
              </a:ext>
            </a:extLst>
          </p:cNvPr>
          <p:cNvSpPr>
            <a:spLocks noGrp="1"/>
          </p:cNvSpPr>
          <p:nvPr>
            <p:ph type="title"/>
          </p:nvPr>
        </p:nvSpPr>
        <p:spPr>
          <a:xfrm>
            <a:off x="839788" y="457200"/>
            <a:ext cx="3932237" cy="1600200"/>
          </a:xfrm>
        </p:spPr>
        <p:txBody>
          <a:bodyPr anchor="b"/>
          <a:lstStyle>
            <a:lvl1pPr>
              <a:defRPr sz="3200"/>
            </a:lvl1pPr>
          </a:lstStyle>
          <a:p>
            <a:r>
              <a:rPr lang="id-ID"/>
              <a:t>Klik untuk mengedit gaya judul Master</a:t>
            </a:r>
          </a:p>
        </p:txBody>
      </p:sp>
      <p:sp>
        <p:nvSpPr>
          <p:cNvPr id="3" name="Tampungan Gambar 2">
            <a:extLst>
              <a:ext uri="{FF2B5EF4-FFF2-40B4-BE49-F238E27FC236}">
                <a16:creationId xmlns:a16="http://schemas.microsoft.com/office/drawing/2014/main" id="{49B4D065-5906-E447-4360-FD7E6DFFFB8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d-ID"/>
          </a:p>
        </p:txBody>
      </p:sp>
      <p:sp>
        <p:nvSpPr>
          <p:cNvPr id="4" name="Tampungan Teks 3">
            <a:extLst>
              <a:ext uri="{FF2B5EF4-FFF2-40B4-BE49-F238E27FC236}">
                <a16:creationId xmlns:a16="http://schemas.microsoft.com/office/drawing/2014/main" id="{D2850142-5855-8163-DFDC-B48E117541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d-ID"/>
              <a:t>Klik untuk edit gaya teks Master</a:t>
            </a:r>
          </a:p>
        </p:txBody>
      </p:sp>
      <p:sp>
        <p:nvSpPr>
          <p:cNvPr id="5" name="Tampungan Tanggal 4">
            <a:extLst>
              <a:ext uri="{FF2B5EF4-FFF2-40B4-BE49-F238E27FC236}">
                <a16:creationId xmlns:a16="http://schemas.microsoft.com/office/drawing/2014/main" id="{42793DF6-A364-D761-2BB6-5F24A04947E6}"/>
              </a:ext>
            </a:extLst>
          </p:cNvPr>
          <p:cNvSpPr>
            <a:spLocks noGrp="1"/>
          </p:cNvSpPr>
          <p:nvPr>
            <p:ph type="dt" sz="half" idx="10"/>
          </p:nvPr>
        </p:nvSpPr>
        <p:spPr/>
        <p:txBody>
          <a:bodyPr/>
          <a:lstStyle/>
          <a:p>
            <a:fld id="{30474EA6-5402-F74D-BBBA-B83E59BF131F}" type="datetimeFigureOut">
              <a:rPr lang="id-ID" smtClean="0"/>
              <a:t>05/09/2024</a:t>
            </a:fld>
            <a:endParaRPr lang="id-ID"/>
          </a:p>
        </p:txBody>
      </p:sp>
      <p:sp>
        <p:nvSpPr>
          <p:cNvPr id="6" name="Tampungan Kaki 5">
            <a:extLst>
              <a:ext uri="{FF2B5EF4-FFF2-40B4-BE49-F238E27FC236}">
                <a16:creationId xmlns:a16="http://schemas.microsoft.com/office/drawing/2014/main" id="{E448E6B9-36B9-009D-9D3B-83DC4ADB50DC}"/>
              </a:ext>
            </a:extLst>
          </p:cNvPr>
          <p:cNvSpPr>
            <a:spLocks noGrp="1"/>
          </p:cNvSpPr>
          <p:nvPr>
            <p:ph type="ftr" sz="quarter" idx="11"/>
          </p:nvPr>
        </p:nvSpPr>
        <p:spPr/>
        <p:txBody>
          <a:bodyPr/>
          <a:lstStyle/>
          <a:p>
            <a:endParaRPr lang="id-ID"/>
          </a:p>
        </p:txBody>
      </p:sp>
      <p:sp>
        <p:nvSpPr>
          <p:cNvPr id="7" name="Tampungan Nomor Slide 6">
            <a:extLst>
              <a:ext uri="{FF2B5EF4-FFF2-40B4-BE49-F238E27FC236}">
                <a16:creationId xmlns:a16="http://schemas.microsoft.com/office/drawing/2014/main" id="{FDECF1BC-AB61-45A4-1D67-E8D32AD3BCB4}"/>
              </a:ext>
            </a:extLst>
          </p:cNvPr>
          <p:cNvSpPr>
            <a:spLocks noGrp="1"/>
          </p:cNvSpPr>
          <p:nvPr>
            <p:ph type="sldNum" sz="quarter" idx="12"/>
          </p:nvPr>
        </p:nvSpPr>
        <p:spPr/>
        <p:txBody>
          <a:bodyPr/>
          <a:lstStyle/>
          <a:p>
            <a:fld id="{0184FAC4-F48B-094E-A635-1D47BF1969B9}" type="slidenum">
              <a:rPr lang="id-ID" smtClean="0"/>
              <a:t>‹#›</a:t>
            </a:fld>
            <a:endParaRPr lang="id-ID"/>
          </a:p>
        </p:txBody>
      </p:sp>
    </p:spTree>
    <p:extLst>
      <p:ext uri="{BB962C8B-B14F-4D97-AF65-F5344CB8AC3E}">
        <p14:creationId xmlns:p14="http://schemas.microsoft.com/office/powerpoint/2010/main" val="38650528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Judul dan Teks Vertikal">
    <p:spTree>
      <p:nvGrpSpPr>
        <p:cNvPr id="1" name=""/>
        <p:cNvGrpSpPr/>
        <p:nvPr/>
      </p:nvGrpSpPr>
      <p:grpSpPr>
        <a:xfrm>
          <a:off x="0" y="0"/>
          <a:ext cx="0" cy="0"/>
          <a:chOff x="0" y="0"/>
          <a:chExt cx="0" cy="0"/>
        </a:xfrm>
      </p:grpSpPr>
      <p:sp>
        <p:nvSpPr>
          <p:cNvPr id="2" name="Judul 1">
            <a:extLst>
              <a:ext uri="{FF2B5EF4-FFF2-40B4-BE49-F238E27FC236}">
                <a16:creationId xmlns:a16="http://schemas.microsoft.com/office/drawing/2014/main" id="{E87041AA-D3D8-FECB-E0B5-F00C2FBABF83}"/>
              </a:ext>
            </a:extLst>
          </p:cNvPr>
          <p:cNvSpPr>
            <a:spLocks noGrp="1"/>
          </p:cNvSpPr>
          <p:nvPr>
            <p:ph type="title"/>
          </p:nvPr>
        </p:nvSpPr>
        <p:spPr/>
        <p:txBody>
          <a:bodyPr/>
          <a:lstStyle/>
          <a:p>
            <a:r>
              <a:rPr lang="id-ID"/>
              <a:t>Klik untuk mengedit gaya judul Master</a:t>
            </a:r>
          </a:p>
        </p:txBody>
      </p:sp>
      <p:sp>
        <p:nvSpPr>
          <p:cNvPr id="3" name="Tampungan Teks Vertikal 2">
            <a:extLst>
              <a:ext uri="{FF2B5EF4-FFF2-40B4-BE49-F238E27FC236}">
                <a16:creationId xmlns:a16="http://schemas.microsoft.com/office/drawing/2014/main" id="{92103DCD-B0C7-D46F-812C-1C3E5F15C346}"/>
              </a:ext>
            </a:extLst>
          </p:cNvPr>
          <p:cNvSpPr>
            <a:spLocks noGrp="1"/>
          </p:cNvSpPr>
          <p:nvPr>
            <p:ph type="body" orient="vert" idx="1"/>
          </p:nvPr>
        </p:nvSpPr>
        <p:spPr/>
        <p:txBody>
          <a:bodyPr vert="eaVert"/>
          <a:lstStyle/>
          <a:p>
            <a:pPr lvl="0"/>
            <a:r>
              <a:rPr lang="id-ID"/>
              <a:t>Klik untuk edit gaya teks Master</a:t>
            </a:r>
          </a:p>
          <a:p>
            <a:pPr lvl="1"/>
            <a:r>
              <a:rPr lang="id-ID"/>
              <a:t>Tingkat kedua</a:t>
            </a:r>
          </a:p>
          <a:p>
            <a:pPr lvl="2"/>
            <a:r>
              <a:rPr lang="id-ID"/>
              <a:t>Tingkat ketiga</a:t>
            </a:r>
          </a:p>
          <a:p>
            <a:pPr lvl="3"/>
            <a:r>
              <a:rPr lang="id-ID"/>
              <a:t>Tingkat keempat</a:t>
            </a:r>
          </a:p>
          <a:p>
            <a:pPr lvl="4"/>
            <a:r>
              <a:rPr lang="id-ID"/>
              <a:t>Tingkat kelima</a:t>
            </a:r>
          </a:p>
        </p:txBody>
      </p:sp>
      <p:sp>
        <p:nvSpPr>
          <p:cNvPr id="4" name="Tampungan Tanggal 3">
            <a:extLst>
              <a:ext uri="{FF2B5EF4-FFF2-40B4-BE49-F238E27FC236}">
                <a16:creationId xmlns:a16="http://schemas.microsoft.com/office/drawing/2014/main" id="{82673B0E-596F-4137-29E0-6029C6F540B6}"/>
              </a:ext>
            </a:extLst>
          </p:cNvPr>
          <p:cNvSpPr>
            <a:spLocks noGrp="1"/>
          </p:cNvSpPr>
          <p:nvPr>
            <p:ph type="dt" sz="half" idx="10"/>
          </p:nvPr>
        </p:nvSpPr>
        <p:spPr/>
        <p:txBody>
          <a:bodyPr/>
          <a:lstStyle/>
          <a:p>
            <a:fld id="{30474EA6-5402-F74D-BBBA-B83E59BF131F}" type="datetimeFigureOut">
              <a:rPr lang="id-ID" smtClean="0"/>
              <a:t>05/09/2024</a:t>
            </a:fld>
            <a:endParaRPr lang="id-ID"/>
          </a:p>
        </p:txBody>
      </p:sp>
      <p:sp>
        <p:nvSpPr>
          <p:cNvPr id="5" name="Tampungan Kaki 4">
            <a:extLst>
              <a:ext uri="{FF2B5EF4-FFF2-40B4-BE49-F238E27FC236}">
                <a16:creationId xmlns:a16="http://schemas.microsoft.com/office/drawing/2014/main" id="{7B88A0EA-A941-B4C9-9B06-11400E5077C4}"/>
              </a:ext>
            </a:extLst>
          </p:cNvPr>
          <p:cNvSpPr>
            <a:spLocks noGrp="1"/>
          </p:cNvSpPr>
          <p:nvPr>
            <p:ph type="ftr" sz="quarter" idx="11"/>
          </p:nvPr>
        </p:nvSpPr>
        <p:spPr/>
        <p:txBody>
          <a:bodyPr/>
          <a:lstStyle/>
          <a:p>
            <a:endParaRPr lang="id-ID"/>
          </a:p>
        </p:txBody>
      </p:sp>
      <p:sp>
        <p:nvSpPr>
          <p:cNvPr id="6" name="Tampungan Nomor Slide 5">
            <a:extLst>
              <a:ext uri="{FF2B5EF4-FFF2-40B4-BE49-F238E27FC236}">
                <a16:creationId xmlns:a16="http://schemas.microsoft.com/office/drawing/2014/main" id="{DD6CFF1D-1038-7D42-BC63-96C089BC9808}"/>
              </a:ext>
            </a:extLst>
          </p:cNvPr>
          <p:cNvSpPr>
            <a:spLocks noGrp="1"/>
          </p:cNvSpPr>
          <p:nvPr>
            <p:ph type="sldNum" sz="quarter" idx="12"/>
          </p:nvPr>
        </p:nvSpPr>
        <p:spPr/>
        <p:txBody>
          <a:bodyPr/>
          <a:lstStyle/>
          <a:p>
            <a:fld id="{0184FAC4-F48B-094E-A635-1D47BF1969B9}" type="slidenum">
              <a:rPr lang="id-ID" smtClean="0"/>
              <a:t>‹#›</a:t>
            </a:fld>
            <a:endParaRPr lang="id-ID"/>
          </a:p>
        </p:txBody>
      </p:sp>
    </p:spTree>
    <p:extLst>
      <p:ext uri="{BB962C8B-B14F-4D97-AF65-F5344CB8AC3E}">
        <p14:creationId xmlns:p14="http://schemas.microsoft.com/office/powerpoint/2010/main" val="27257394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Judul Vertikal dan Teks">
    <p:spTree>
      <p:nvGrpSpPr>
        <p:cNvPr id="1" name=""/>
        <p:cNvGrpSpPr/>
        <p:nvPr/>
      </p:nvGrpSpPr>
      <p:grpSpPr>
        <a:xfrm>
          <a:off x="0" y="0"/>
          <a:ext cx="0" cy="0"/>
          <a:chOff x="0" y="0"/>
          <a:chExt cx="0" cy="0"/>
        </a:xfrm>
      </p:grpSpPr>
      <p:sp>
        <p:nvSpPr>
          <p:cNvPr id="2" name="Judul Vertikal 1">
            <a:extLst>
              <a:ext uri="{FF2B5EF4-FFF2-40B4-BE49-F238E27FC236}">
                <a16:creationId xmlns:a16="http://schemas.microsoft.com/office/drawing/2014/main" id="{EEBB70E2-7F45-EA32-27D6-69B7540DE041}"/>
              </a:ext>
            </a:extLst>
          </p:cNvPr>
          <p:cNvSpPr>
            <a:spLocks noGrp="1"/>
          </p:cNvSpPr>
          <p:nvPr>
            <p:ph type="title" orient="vert"/>
          </p:nvPr>
        </p:nvSpPr>
        <p:spPr>
          <a:xfrm>
            <a:off x="8724900" y="365125"/>
            <a:ext cx="2628900" cy="5811838"/>
          </a:xfrm>
        </p:spPr>
        <p:txBody>
          <a:bodyPr vert="eaVert"/>
          <a:lstStyle/>
          <a:p>
            <a:r>
              <a:rPr lang="id-ID"/>
              <a:t>Klik untuk mengedit gaya judul Master</a:t>
            </a:r>
          </a:p>
        </p:txBody>
      </p:sp>
      <p:sp>
        <p:nvSpPr>
          <p:cNvPr id="3" name="Tampungan Teks Vertikal 2">
            <a:extLst>
              <a:ext uri="{FF2B5EF4-FFF2-40B4-BE49-F238E27FC236}">
                <a16:creationId xmlns:a16="http://schemas.microsoft.com/office/drawing/2014/main" id="{87716AA6-630A-7AF3-7B7D-5BB7D484C0E4}"/>
              </a:ext>
            </a:extLst>
          </p:cNvPr>
          <p:cNvSpPr>
            <a:spLocks noGrp="1"/>
          </p:cNvSpPr>
          <p:nvPr>
            <p:ph type="body" orient="vert" idx="1"/>
          </p:nvPr>
        </p:nvSpPr>
        <p:spPr>
          <a:xfrm>
            <a:off x="838200" y="365125"/>
            <a:ext cx="7734300" cy="5811838"/>
          </a:xfrm>
        </p:spPr>
        <p:txBody>
          <a:bodyPr vert="eaVert"/>
          <a:lstStyle/>
          <a:p>
            <a:pPr lvl="0"/>
            <a:r>
              <a:rPr lang="id-ID"/>
              <a:t>Klik untuk edit gaya teks Master</a:t>
            </a:r>
          </a:p>
          <a:p>
            <a:pPr lvl="1"/>
            <a:r>
              <a:rPr lang="id-ID"/>
              <a:t>Tingkat kedua</a:t>
            </a:r>
          </a:p>
          <a:p>
            <a:pPr lvl="2"/>
            <a:r>
              <a:rPr lang="id-ID"/>
              <a:t>Tingkat ketiga</a:t>
            </a:r>
          </a:p>
          <a:p>
            <a:pPr lvl="3"/>
            <a:r>
              <a:rPr lang="id-ID"/>
              <a:t>Tingkat keempat</a:t>
            </a:r>
          </a:p>
          <a:p>
            <a:pPr lvl="4"/>
            <a:r>
              <a:rPr lang="id-ID"/>
              <a:t>Tingkat kelima</a:t>
            </a:r>
          </a:p>
        </p:txBody>
      </p:sp>
      <p:sp>
        <p:nvSpPr>
          <p:cNvPr id="4" name="Tampungan Tanggal 3">
            <a:extLst>
              <a:ext uri="{FF2B5EF4-FFF2-40B4-BE49-F238E27FC236}">
                <a16:creationId xmlns:a16="http://schemas.microsoft.com/office/drawing/2014/main" id="{CFB16D2B-3B28-2205-E717-AABD569993AA}"/>
              </a:ext>
            </a:extLst>
          </p:cNvPr>
          <p:cNvSpPr>
            <a:spLocks noGrp="1"/>
          </p:cNvSpPr>
          <p:nvPr>
            <p:ph type="dt" sz="half" idx="10"/>
          </p:nvPr>
        </p:nvSpPr>
        <p:spPr/>
        <p:txBody>
          <a:bodyPr/>
          <a:lstStyle/>
          <a:p>
            <a:fld id="{30474EA6-5402-F74D-BBBA-B83E59BF131F}" type="datetimeFigureOut">
              <a:rPr lang="id-ID" smtClean="0"/>
              <a:t>05/09/2024</a:t>
            </a:fld>
            <a:endParaRPr lang="id-ID"/>
          </a:p>
        </p:txBody>
      </p:sp>
      <p:sp>
        <p:nvSpPr>
          <p:cNvPr id="5" name="Tampungan Kaki 4">
            <a:extLst>
              <a:ext uri="{FF2B5EF4-FFF2-40B4-BE49-F238E27FC236}">
                <a16:creationId xmlns:a16="http://schemas.microsoft.com/office/drawing/2014/main" id="{B2C99C02-66AF-0B1C-47C9-EE9BD6818EB9}"/>
              </a:ext>
            </a:extLst>
          </p:cNvPr>
          <p:cNvSpPr>
            <a:spLocks noGrp="1"/>
          </p:cNvSpPr>
          <p:nvPr>
            <p:ph type="ftr" sz="quarter" idx="11"/>
          </p:nvPr>
        </p:nvSpPr>
        <p:spPr/>
        <p:txBody>
          <a:bodyPr/>
          <a:lstStyle/>
          <a:p>
            <a:endParaRPr lang="id-ID"/>
          </a:p>
        </p:txBody>
      </p:sp>
      <p:sp>
        <p:nvSpPr>
          <p:cNvPr id="6" name="Tampungan Nomor Slide 5">
            <a:extLst>
              <a:ext uri="{FF2B5EF4-FFF2-40B4-BE49-F238E27FC236}">
                <a16:creationId xmlns:a16="http://schemas.microsoft.com/office/drawing/2014/main" id="{A2290B34-4FAF-6346-B266-55A39F3F856B}"/>
              </a:ext>
            </a:extLst>
          </p:cNvPr>
          <p:cNvSpPr>
            <a:spLocks noGrp="1"/>
          </p:cNvSpPr>
          <p:nvPr>
            <p:ph type="sldNum" sz="quarter" idx="12"/>
          </p:nvPr>
        </p:nvSpPr>
        <p:spPr/>
        <p:txBody>
          <a:bodyPr/>
          <a:lstStyle/>
          <a:p>
            <a:fld id="{0184FAC4-F48B-094E-A635-1D47BF1969B9}" type="slidenum">
              <a:rPr lang="id-ID" smtClean="0"/>
              <a:t>‹#›</a:t>
            </a:fld>
            <a:endParaRPr lang="id-ID"/>
          </a:p>
        </p:txBody>
      </p:sp>
    </p:spTree>
    <p:extLst>
      <p:ext uri="{BB962C8B-B14F-4D97-AF65-F5344CB8AC3E}">
        <p14:creationId xmlns:p14="http://schemas.microsoft.com/office/powerpoint/2010/main" val="19059128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ampungan Judul 1">
            <a:extLst>
              <a:ext uri="{FF2B5EF4-FFF2-40B4-BE49-F238E27FC236}">
                <a16:creationId xmlns:a16="http://schemas.microsoft.com/office/drawing/2014/main" id="{4EF18691-69C1-3CE4-609D-22DA1CE234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d-ID"/>
              <a:t>Klik untuk mengedit gaya judul Master</a:t>
            </a:r>
          </a:p>
        </p:txBody>
      </p:sp>
      <p:sp>
        <p:nvSpPr>
          <p:cNvPr id="3" name="Tampungan Teks 2">
            <a:extLst>
              <a:ext uri="{FF2B5EF4-FFF2-40B4-BE49-F238E27FC236}">
                <a16:creationId xmlns:a16="http://schemas.microsoft.com/office/drawing/2014/main" id="{48C1101D-A75D-9E8F-BD45-E3149A5F72F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d-ID"/>
              <a:t>Klik untuk edit gaya teks Master</a:t>
            </a:r>
          </a:p>
          <a:p>
            <a:pPr lvl="1"/>
            <a:r>
              <a:rPr lang="id-ID"/>
              <a:t>Tingkat kedua</a:t>
            </a:r>
          </a:p>
          <a:p>
            <a:pPr lvl="2"/>
            <a:r>
              <a:rPr lang="id-ID"/>
              <a:t>Tingkat ketiga</a:t>
            </a:r>
          </a:p>
          <a:p>
            <a:pPr lvl="3"/>
            <a:r>
              <a:rPr lang="id-ID"/>
              <a:t>Tingkat keempat</a:t>
            </a:r>
          </a:p>
          <a:p>
            <a:pPr lvl="4"/>
            <a:r>
              <a:rPr lang="id-ID"/>
              <a:t>Tingkat kelima</a:t>
            </a:r>
          </a:p>
        </p:txBody>
      </p:sp>
      <p:sp>
        <p:nvSpPr>
          <p:cNvPr id="4" name="Tampungan Tanggal 3">
            <a:extLst>
              <a:ext uri="{FF2B5EF4-FFF2-40B4-BE49-F238E27FC236}">
                <a16:creationId xmlns:a16="http://schemas.microsoft.com/office/drawing/2014/main" id="{5FECEAA0-292C-FB38-B974-DA3E4160364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0474EA6-5402-F74D-BBBA-B83E59BF131F}" type="datetimeFigureOut">
              <a:rPr lang="id-ID" smtClean="0"/>
              <a:t>05/09/2024</a:t>
            </a:fld>
            <a:endParaRPr lang="id-ID"/>
          </a:p>
        </p:txBody>
      </p:sp>
      <p:sp>
        <p:nvSpPr>
          <p:cNvPr id="5" name="Tampungan Kaki 4">
            <a:extLst>
              <a:ext uri="{FF2B5EF4-FFF2-40B4-BE49-F238E27FC236}">
                <a16:creationId xmlns:a16="http://schemas.microsoft.com/office/drawing/2014/main" id="{5F2F096F-FD71-96B1-BE7E-998E73E813B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id-ID"/>
          </a:p>
        </p:txBody>
      </p:sp>
      <p:sp>
        <p:nvSpPr>
          <p:cNvPr id="6" name="Tampungan Nomor Slide 5">
            <a:extLst>
              <a:ext uri="{FF2B5EF4-FFF2-40B4-BE49-F238E27FC236}">
                <a16:creationId xmlns:a16="http://schemas.microsoft.com/office/drawing/2014/main" id="{28D4ECB9-0F88-0C06-DDF0-D8CD6AA8585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184FAC4-F48B-094E-A635-1D47BF1969B9}" type="slidenum">
              <a:rPr lang="id-ID" smtClean="0"/>
              <a:t>‹#›</a:t>
            </a:fld>
            <a:endParaRPr lang="id-ID"/>
          </a:p>
        </p:txBody>
      </p:sp>
    </p:spTree>
    <p:extLst>
      <p:ext uri="{BB962C8B-B14F-4D97-AF65-F5344CB8AC3E}">
        <p14:creationId xmlns:p14="http://schemas.microsoft.com/office/powerpoint/2010/main" val="10243543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image" Target="../media/image2.jpeg"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ambar 3">
            <a:extLst>
              <a:ext uri="{FF2B5EF4-FFF2-40B4-BE49-F238E27FC236}">
                <a16:creationId xmlns:a16="http://schemas.microsoft.com/office/drawing/2014/main" id="{7C672087-565A-66A9-6919-9F26BD5E17DF}"/>
              </a:ext>
            </a:extLst>
          </p:cNvPr>
          <p:cNvPicPr>
            <a:picLocks noChangeAspect="1"/>
          </p:cNvPicPr>
          <p:nvPr/>
        </p:nvPicPr>
        <p:blipFill>
          <a:blip r:embed="rId2">
            <a:alphaModFix amt="50000"/>
            <a:extLst>
              <a:ext uri="{28A0092B-C50C-407E-A947-70E740481C1C}">
                <a14:useLocalDpi xmlns:a14="http://schemas.microsoft.com/office/drawing/2010/main" val="0"/>
              </a:ext>
            </a:extLst>
          </a:blip>
          <a:srcRect b="25000"/>
          <a:stretch/>
        </p:blipFill>
        <p:spPr>
          <a:xfrm>
            <a:off x="20" y="-23966"/>
            <a:ext cx="12191980" cy="6857999"/>
          </a:xfrm>
          <a:prstGeom prst="rect">
            <a:avLst/>
          </a:prstGeom>
        </p:spPr>
      </p:pic>
      <p:sp>
        <p:nvSpPr>
          <p:cNvPr id="2" name="Judul 1">
            <a:extLst>
              <a:ext uri="{FF2B5EF4-FFF2-40B4-BE49-F238E27FC236}">
                <a16:creationId xmlns:a16="http://schemas.microsoft.com/office/drawing/2014/main" id="{9C97B6F7-82DD-22DD-1019-CD1F4058BEC4}"/>
              </a:ext>
            </a:extLst>
          </p:cNvPr>
          <p:cNvSpPr>
            <a:spLocks noGrp="1"/>
          </p:cNvSpPr>
          <p:nvPr>
            <p:ph type="ctrTitle"/>
          </p:nvPr>
        </p:nvSpPr>
        <p:spPr>
          <a:xfrm>
            <a:off x="1524000" y="1122362"/>
            <a:ext cx="9144000" cy="2900518"/>
          </a:xfrm>
        </p:spPr>
        <p:txBody>
          <a:bodyPr/>
          <a:lstStyle/>
          <a:p>
            <a:r>
              <a:rPr lang="id-ID" b="1" i="1">
                <a:solidFill>
                  <a:srgbClr val="FFFFFF"/>
                </a:solidFill>
              </a:rPr>
              <a:t>Manfaat Tata Krama, Sopan Santun, dan Rasa Malu</a:t>
            </a:r>
          </a:p>
        </p:txBody>
      </p:sp>
      <p:sp>
        <p:nvSpPr>
          <p:cNvPr id="3" name="Subjudul 2">
            <a:extLst>
              <a:ext uri="{FF2B5EF4-FFF2-40B4-BE49-F238E27FC236}">
                <a16:creationId xmlns:a16="http://schemas.microsoft.com/office/drawing/2014/main" id="{6D6AC1CB-6C5D-D866-F3C2-9652D6B4BE90}"/>
              </a:ext>
            </a:extLst>
          </p:cNvPr>
          <p:cNvSpPr>
            <a:spLocks noGrp="1"/>
          </p:cNvSpPr>
          <p:nvPr>
            <p:ph type="subTitle" idx="1"/>
          </p:nvPr>
        </p:nvSpPr>
        <p:spPr>
          <a:xfrm>
            <a:off x="-4218155" y="5735638"/>
            <a:ext cx="9144000" cy="1098395"/>
          </a:xfrm>
        </p:spPr>
        <p:txBody>
          <a:bodyPr>
            <a:normAutofit/>
          </a:bodyPr>
          <a:lstStyle/>
          <a:p>
            <a:r>
              <a:rPr lang="id-ID" sz="600" b="1" i="1" dirty="0">
                <a:solidFill>
                  <a:srgbClr val="FFFFFF"/>
                </a:solidFill>
              </a:rPr>
              <a:t>Kelompok:</a:t>
            </a:r>
          </a:p>
          <a:p>
            <a:r>
              <a:rPr lang="id-ID" sz="600" b="1" i="1" dirty="0">
                <a:solidFill>
                  <a:srgbClr val="FFFFFF"/>
                </a:solidFill>
              </a:rPr>
              <a:t>Zaki</a:t>
            </a:r>
          </a:p>
          <a:p>
            <a:r>
              <a:rPr lang="id-ID" sz="600" b="1" i="1" dirty="0">
                <a:solidFill>
                  <a:srgbClr val="FFFFFF"/>
                </a:solidFill>
              </a:rPr>
              <a:t>Agha</a:t>
            </a:r>
          </a:p>
          <a:p>
            <a:r>
              <a:rPr lang="id-ID" sz="600" b="1" i="1" dirty="0">
                <a:solidFill>
                  <a:srgbClr val="FFFFFF"/>
                </a:solidFill>
              </a:rPr>
              <a:t>Bumi</a:t>
            </a:r>
          </a:p>
          <a:p>
            <a:r>
              <a:rPr lang="id-ID" sz="600" b="1" i="1" dirty="0">
                <a:solidFill>
                  <a:srgbClr val="FFFFFF"/>
                </a:solidFill>
              </a:rPr>
              <a:t>Artika</a:t>
            </a:r>
          </a:p>
        </p:txBody>
      </p:sp>
    </p:spTree>
    <p:extLst>
      <p:ext uri="{BB962C8B-B14F-4D97-AF65-F5344CB8AC3E}">
        <p14:creationId xmlns:p14="http://schemas.microsoft.com/office/powerpoint/2010/main" val="2208626347"/>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ambar 3">
            <a:extLst>
              <a:ext uri="{FF2B5EF4-FFF2-40B4-BE49-F238E27FC236}">
                <a16:creationId xmlns:a16="http://schemas.microsoft.com/office/drawing/2014/main" id="{0CE92D6B-FB75-A49D-E3F6-92F3E585849A}"/>
              </a:ext>
            </a:extLst>
          </p:cNvPr>
          <p:cNvPicPr>
            <a:picLocks noChangeAspect="1"/>
          </p:cNvPicPr>
          <p:nvPr/>
        </p:nvPicPr>
        <p:blipFill>
          <a:blip r:embed="rId2">
            <a:alphaModFix amt="35000"/>
            <a:extLst>
              <a:ext uri="{28A0092B-C50C-407E-A947-70E740481C1C}">
                <a14:useLocalDpi xmlns:a14="http://schemas.microsoft.com/office/drawing/2010/main" val="0"/>
              </a:ext>
            </a:extLst>
          </a:blip>
          <a:srcRect b="15730"/>
          <a:stretch/>
        </p:blipFill>
        <p:spPr>
          <a:xfrm>
            <a:off x="20" y="10"/>
            <a:ext cx="12191980" cy="6857990"/>
          </a:xfrm>
          <a:prstGeom prst="rect">
            <a:avLst/>
          </a:prstGeom>
        </p:spPr>
      </p:pic>
      <p:sp>
        <p:nvSpPr>
          <p:cNvPr id="2" name="Judul 1">
            <a:extLst>
              <a:ext uri="{FF2B5EF4-FFF2-40B4-BE49-F238E27FC236}">
                <a16:creationId xmlns:a16="http://schemas.microsoft.com/office/drawing/2014/main" id="{15A7DE34-5C0C-FCE6-BF2D-DB1DFF34792C}"/>
              </a:ext>
            </a:extLst>
          </p:cNvPr>
          <p:cNvSpPr>
            <a:spLocks noGrp="1"/>
          </p:cNvSpPr>
          <p:nvPr>
            <p:ph type="title"/>
          </p:nvPr>
        </p:nvSpPr>
        <p:spPr>
          <a:xfrm>
            <a:off x="838200" y="365125"/>
            <a:ext cx="10515600" cy="1325563"/>
          </a:xfrm>
        </p:spPr>
        <p:txBody>
          <a:bodyPr/>
          <a:lstStyle/>
          <a:p>
            <a:endParaRPr lang="id-ID">
              <a:solidFill>
                <a:srgbClr val="FFFFFF"/>
              </a:solidFill>
            </a:endParaRPr>
          </a:p>
        </p:txBody>
      </p:sp>
      <p:sp>
        <p:nvSpPr>
          <p:cNvPr id="3" name="Tampungan Konten 2">
            <a:extLst>
              <a:ext uri="{FF2B5EF4-FFF2-40B4-BE49-F238E27FC236}">
                <a16:creationId xmlns:a16="http://schemas.microsoft.com/office/drawing/2014/main" id="{BCD90F38-58E9-1412-16F6-7D150A46A07B}"/>
              </a:ext>
            </a:extLst>
          </p:cNvPr>
          <p:cNvSpPr>
            <a:spLocks noGrp="1"/>
          </p:cNvSpPr>
          <p:nvPr>
            <p:ph idx="1"/>
          </p:nvPr>
        </p:nvSpPr>
        <p:spPr>
          <a:xfrm>
            <a:off x="838200" y="1825625"/>
            <a:ext cx="10515600" cy="4351338"/>
          </a:xfrm>
        </p:spPr>
        <p:txBody>
          <a:bodyPr>
            <a:normAutofit lnSpcReduction="10000"/>
          </a:bodyPr>
          <a:lstStyle/>
          <a:p>
            <a:r>
              <a:rPr lang="id-ID" sz="2200" b="1" i="1">
                <a:solidFill>
                  <a:srgbClr val="FFFFFF"/>
                </a:solidFill>
              </a:rPr>
              <a:t>Seseorang yang memahami tata krama, berperilaku sopan santun dan memiliki rasa malu akan mendapatkan berbagai manfaat sebagai berikut.</a:t>
            </a:r>
          </a:p>
          <a:p>
            <a:r>
              <a:rPr lang="id-ID" sz="2200" b="1" i="1">
                <a:solidFill>
                  <a:srgbClr val="FFFFFF"/>
                </a:solidFill>
              </a:rPr>
              <a:t>1. Memudahkan hubungan baik dengan orang lain.
2. Menciptakan suatu kedamaian dalam kehidupan sosial.
3. Menghindari terjadinya pertentangan.
4. Mendapat kemudahan dalam hubungan baik dengan orang lain.
5. Membuat kamu menjadi disegani, dihormati, dan disenangi orang lain.
6. Memberi keyakinan pada diri sendiri dalam setiap situasi.
7. Menjadikan kamu dapat memelihara suasana yang baik dalam berbagai lingkungan, baik itu lingkungan keluarga, pergaulan, maupun bekerja nanti.
8. Menumbuhkan kesadaran orang lain akan pentingnya bertata krama</a:t>
            </a:r>
          </a:p>
        </p:txBody>
      </p:sp>
    </p:spTree>
    <p:extLst>
      <p:ext uri="{BB962C8B-B14F-4D97-AF65-F5344CB8AC3E}">
        <p14:creationId xmlns:p14="http://schemas.microsoft.com/office/powerpoint/2010/main" val="3904446590"/>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Tema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Layar Lebar</PresentationFormat>
  <Slides>2</Slides>
  <Notes>0</Notes>
  <HiddenSlides>0</HiddenSlides>
  <ScaleCrop>false</ScaleCrop>
  <HeadingPairs>
    <vt:vector size="4" baseType="variant">
      <vt:variant>
        <vt:lpstr>Tema</vt:lpstr>
      </vt:variant>
      <vt:variant>
        <vt:i4>1</vt:i4>
      </vt:variant>
      <vt:variant>
        <vt:lpstr>Judul Slide</vt:lpstr>
      </vt:variant>
      <vt:variant>
        <vt:i4>2</vt:i4>
      </vt:variant>
    </vt:vector>
  </HeadingPairs>
  <TitlesOfParts>
    <vt:vector size="3" baseType="lpstr">
      <vt:lpstr>Tema Office</vt:lpstr>
      <vt:lpstr>Manfaat Tata Krama, Sopan Santun, dan Rasa Malu</vt:lpstr>
      <vt:lpstr>Presentasi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Manfaat Tata Krama, Sopan Santun, dan Rasa Malu</dc:title>
  <dc:creator>Zaki Darmawan</dc:creator>
  <cp:lastModifiedBy>Zaki Darmawan</cp:lastModifiedBy>
  <cp:revision>3</cp:revision>
  <dcterms:created xsi:type="dcterms:W3CDTF">2024-09-05T00:49:41Z</dcterms:created>
  <dcterms:modified xsi:type="dcterms:W3CDTF">2024-09-05T00:58:40Z</dcterms:modified>
</cp:coreProperties>
</file>