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61" r:id="rId2"/>
    <p:sldId id="256" r:id="rId3"/>
    <p:sldId id="258" r:id="rId4"/>
    <p:sldId id="260" r:id="rId5"/>
    <p:sldId id="257" r:id="rId6"/>
    <p:sldId id="262" r:id="rId7"/>
    <p:sldId id="263" r:id="rId8"/>
    <p:sldId id="264" r:id="rId9"/>
    <p:sldId id="267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12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85800" y="5349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508000" y="4853412"/>
            <a:ext cx="112776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08000" y="3886200"/>
            <a:ext cx="112776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4775200" y="76201"/>
            <a:ext cx="3860800" cy="288925"/>
          </a:xfrm>
        </p:spPr>
        <p:txBody>
          <a:bodyPr/>
          <a:lstStyle/>
          <a:p>
            <a:endParaRPr lang="en-ID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10972800" y="6473952"/>
            <a:ext cx="1011936" cy="246888"/>
          </a:xfrm>
        </p:spPr>
        <p:txBody>
          <a:bodyPr/>
          <a:lstStyle/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85800" y="3444903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8000" y="1676400"/>
            <a:ext cx="112776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40633" y="2947086"/>
            <a:ext cx="115824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406400" y="1600200"/>
            <a:ext cx="5588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7912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406400" y="5410200"/>
            <a:ext cx="114808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75259" y="666750"/>
            <a:ext cx="57207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6193367" y="666750"/>
            <a:ext cx="5722988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375259" y="1316038"/>
            <a:ext cx="5720741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6198307" y="1316038"/>
            <a:ext cx="571804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972800" y="6477000"/>
            <a:ext cx="1016000" cy="246888"/>
          </a:xfrm>
        </p:spPr>
        <p:txBody>
          <a:bodyPr/>
          <a:lstStyle/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85800" y="6019801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402336" y="457200"/>
            <a:ext cx="115824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85800" y="5849118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09600" y="5486400"/>
            <a:ext cx="112776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609601" y="609600"/>
            <a:ext cx="4011084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4766733" y="609600"/>
            <a:ext cx="7120467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4673600" y="616634"/>
            <a:ext cx="67056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08000" y="4993760"/>
            <a:ext cx="78232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508000" y="5533218"/>
            <a:ext cx="78232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549277"/>
            <a:ext cx="2438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549277"/>
            <a:ext cx="83312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06400" y="1554163"/>
            <a:ext cx="115824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8636000" y="76201"/>
            <a:ext cx="33528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17708658-5CD1-48A6-8562-C07E04A675B2}" type="datetimeFigureOut">
              <a:rPr lang="en-ID" smtClean="0"/>
              <a:pPr/>
              <a:t>03-Aug-25</a:t>
            </a:fld>
            <a:endParaRPr lang="en-ID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4165600" y="76201"/>
            <a:ext cx="44704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972800" y="6477001"/>
            <a:ext cx="1016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4E232BB4-75E9-4846-B88F-09FAB84F8244}" type="slidenum">
              <a:rPr lang="en-ID" smtClean="0"/>
              <a:pPr/>
              <a:t>‹#›</a:t>
            </a:fld>
            <a:endParaRPr lang="en-ID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406400" y="457200"/>
            <a:ext cx="115824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85800" y="1050899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685800" y="1057987"/>
            <a:ext cx="1150620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46bc3b390143b7a6&amp;q=Kata+Sifat+Imbuhan&amp;sa=X&amp;ved=2ahUKEwjuxKvV--iOAxUWRmwGHdoVLvUQxccNegQIKhAB&amp;mstk=AUtExfAvoe59gXC2yfdyH2oIzcgK3ZYv-kPImdPlehghr3p5p-aI-aKO-mB-LoA9t_D43NhqVQ-jLkbwH7qGPPhL3FOABXg8MpA2iHQ2nfr1aMaTuAOkhhwBO0t69uSoo24CiuTKwnJLaU0n5wp3MxegGoVkSwz6N82qyerLiR80mhA7J2P0YKSU-Go0EnH0q4Gwngk8&amp;csui=3" TargetMode="External"/><Relationship Id="rId2" Type="http://schemas.openxmlformats.org/officeDocument/2006/relationships/hyperlink" Target="https://www.google.com/search?sca_esv=46bc3b390143b7a6&amp;q=Kata+Sifat+Dasar&amp;sa=X&amp;ved=2ahUKEwjuxKvV--iOAxUWRmwGHdoVLvUQxccNegQIJxAB&amp;mstk=AUtExfAvoe59gXC2yfdyH2oIzcgK3ZYv-kPImdPlehghr3p5p-aI-aKO-mB-LoA9t_D43NhqVQ-jLkbwH7qGPPhL3FOABXg8MpA2iHQ2nfr1aMaTuAOkhhwBO0t69uSoo24CiuTKwnJLaU0n5wp3MxegGoVkSwz6N82qyerLiR80mhA7J2P0YKSU-Go0EnH0q4Gwngk8&amp;csui=3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google.com/search?sca_esv=46bc3b390143b7a6&amp;q=Kata+Sifat+Reduplikasi&amp;sa=X&amp;ved=2ahUKEwjuxKvV--iOAxUWRmwGHdoVLvUQxccNegQIKRAB&amp;mstk=AUtExfAvoe59gXC2yfdyH2oIzcgK3ZYv-kPImdPlehghr3p5p-aI-aKO-mB-LoA9t_D43NhqVQ-jLkbwH7qGPPhL3FOABXg8MpA2iHQ2nfr1aMaTuAOkhhwBO0t69uSoo24CiuTKwnJLaU0n5wp3MxegGoVkSwz6N82qyerLiR80mhA7J2P0YKSU-Go0EnH0q4Gwngk8&amp;csui=3" TargetMode="External"/><Relationship Id="rId4" Type="http://schemas.openxmlformats.org/officeDocument/2006/relationships/hyperlink" Target="https://www.google.com/search?sca_esv=46bc3b390143b7a6&amp;q=Kata+Sifat+Serapan&amp;sa=X&amp;ved=2ahUKEwjuxKvV--iOAxUWRmwGHdoVLvUQxccNegQIKBAB&amp;mstk=AUtExfAvoe59gXC2yfdyH2oIzcgK3ZYv-kPImdPlehghr3p5p-aI-aKO-mB-LoA9t_D43NhqVQ-jLkbwH7qGPPhL3FOABXg8MpA2iHQ2nfr1aMaTuAOkhhwBO0t69uSoo24CiuTKwnJLaU0n5wp3MxegGoVkSwz6N82qyerLiR80mhA7J2P0YKSU-Go0EnH0q4Gwngk8&amp;csui=3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46bc3b390143b7a6&amp;q=Kata+Sifat+Imbuhan&amp;sa=X&amp;ved=2ahUKEwjuxKvV--iOAxUWRmwGHdoVLvUQxccNegQIKhAB&amp;mstk=AUtExfAvoe59gXC2yfdyH2oIzcgK3ZYv-kPImdPlehghr3p5p-aI-aKO-mB-LoA9t_D43NhqVQ-jLkbwH7qGPPhL3FOABXg8MpA2iHQ2nfr1aMaTuAOkhhwBO0t69uSoo24CiuTKwnJLaU0n5wp3MxegGoVkSwz6N82qyerLiR80mhA7J2P0YKSU-Go0EnH0q4Gwngk8&amp;csui=3" TargetMode="External"/><Relationship Id="rId2" Type="http://schemas.openxmlformats.org/officeDocument/2006/relationships/hyperlink" Target="https://www.google.com/search?sca_esv=46bc3b390143b7a6&amp;q=Kata+Sifat+Dasar&amp;sa=X&amp;ved=2ahUKEwjuxKvV--iOAxUWRmwGHdoVLvUQxccNegQIJxAB&amp;mstk=AUtExfAvoe59gXC2yfdyH2oIzcgK3ZYv-kPImdPlehghr3p5p-aI-aKO-mB-LoA9t_D43NhqVQ-jLkbwH7qGPPhL3FOABXg8MpA2iHQ2nfr1aMaTuAOkhhwBO0t69uSoo24CiuTKwnJLaU0n5wp3MxegGoVkSwz6N82qyerLiR80mhA7J2P0YKSU-Go0EnH0q4Gwngk8&amp;csui=3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google.com/search?sca_esv=46bc3b390143b7a6&amp;q=Kata+Sifat+Reduplikasi&amp;sa=X&amp;ved=2ahUKEwjuxKvV--iOAxUWRmwGHdoVLvUQxccNegQIKRAB&amp;mstk=AUtExfAvoe59gXC2yfdyH2oIzcgK3ZYv-kPImdPlehghr3p5p-aI-aKO-mB-LoA9t_D43NhqVQ-jLkbwH7qGPPhL3FOABXg8MpA2iHQ2nfr1aMaTuAOkhhwBO0t69uSoo24CiuTKwnJLaU0n5wp3MxegGoVkSwz6N82qyerLiR80mhA7J2P0YKSU-Go0EnH0q4Gwngk8&amp;csui=3" TargetMode="External"/><Relationship Id="rId4" Type="http://schemas.openxmlformats.org/officeDocument/2006/relationships/hyperlink" Target="https://www.google.com/search?sca_esv=46bc3b390143b7a6&amp;q=Kata+Sifat+Serapan&amp;sa=X&amp;ved=2ahUKEwjuxKvV--iOAxUWRmwGHdoVLvUQxccNegQIKBAB&amp;mstk=AUtExfAvoe59gXC2yfdyH2oIzcgK3ZYv-kPImdPlehghr3p5p-aI-aKO-mB-LoA9t_D43NhqVQ-jLkbwH7qGPPhL3FOABXg8MpA2iHQ2nfr1aMaTuAOkhhwBO0t69uSoo24CiuTKwnJLaU0n5wp3MxegGoVkSwz6N82qyerLiR80mhA7J2P0YKSU-Go0EnH0q4Gwngk8&amp;csui=3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0ED458F-2EFE-41FC-83D8-8C5206A0B222}"/>
              </a:ext>
            </a:extLst>
          </p:cNvPr>
          <p:cNvSpPr txBox="1"/>
          <p:nvPr/>
        </p:nvSpPr>
        <p:spPr>
          <a:xfrm>
            <a:off x="1724298" y="522514"/>
            <a:ext cx="8931936" cy="713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ID" sz="4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TEKS DESKRIPSI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AutoNum type="arabicPeriod"/>
            </a:pPr>
            <a:r>
              <a:rPr lang="en-ID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Pengertian</a:t>
            </a:r>
            <a:r>
              <a:rPr lang="en-ID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Teks</a:t>
            </a:r>
            <a:r>
              <a:rPr lang="en-ID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Deskripsi</a:t>
            </a:r>
            <a:r>
              <a:rPr lang="en-ID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Wingdings" pitchFamily="2" charset="2"/>
              <a:buChar char="Ø"/>
            </a:pPr>
            <a:r>
              <a:rPr lang="en-ID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erupakan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bentuk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karangan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melukiskan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suatu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dengan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keadaan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sebernarnya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457200" lvl="0" indent="-457200" algn="just">
              <a:lnSpc>
                <a:spcPct val="107000"/>
              </a:lnSpc>
              <a:spcAft>
                <a:spcPts val="800"/>
              </a:spcAft>
              <a:buFont typeface="Wingdings" pitchFamily="2" charset="2"/>
              <a:buChar char="Ø"/>
            </a:pP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Teks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deskripsi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bertujuan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menggambarkan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sebuah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objek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secara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detail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sehingga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pembaca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seolah-olah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melihat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mendengar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dan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mengamati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sendiri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objek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sedang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dijelaskan</a:t>
            </a:r>
            <a:r>
              <a:rPr lang="en-ID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</a:pPr>
            <a:endParaRPr lang="en-ID" sz="4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</a:pPr>
            <a:endParaRPr lang="en-ID" sz="48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</a:pPr>
            <a:endParaRPr lang="en-ID" sz="4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ID" sz="4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D" sz="4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8717651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285F4143-7B7A-4800-8869-2E7208A6CE26}"/>
              </a:ext>
            </a:extLst>
          </p:cNvPr>
          <p:cNvSpPr txBox="1"/>
          <p:nvPr/>
        </p:nvSpPr>
        <p:spPr>
          <a:xfrm>
            <a:off x="357023" y="315815"/>
            <a:ext cx="8588547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400" dirty="0" smtClean="0"/>
              <a:t>2. </a:t>
            </a:r>
            <a:r>
              <a:rPr lang="en-ID" sz="2400" dirty="0" err="1" smtClean="0"/>
              <a:t>Struktur</a:t>
            </a:r>
            <a:r>
              <a:rPr lang="en-ID" sz="2400" dirty="0" smtClean="0"/>
              <a:t> </a:t>
            </a:r>
            <a:r>
              <a:rPr lang="en-ID" sz="2400" dirty="0" err="1" smtClean="0"/>
              <a:t>Teks</a:t>
            </a:r>
            <a:r>
              <a:rPr lang="en-ID" sz="2400" dirty="0" smtClean="0"/>
              <a:t> </a:t>
            </a:r>
            <a:r>
              <a:rPr lang="en-ID" sz="2400" dirty="0" err="1" smtClean="0"/>
              <a:t>Deskripsi</a:t>
            </a:r>
            <a:r>
              <a:rPr lang="en-ID" sz="2400" dirty="0" smtClean="0"/>
              <a:t> </a:t>
            </a:r>
          </a:p>
          <a:p>
            <a:pPr>
              <a:buFont typeface="Wingdings" pitchFamily="2" charset="2"/>
              <a:buChar char="Ø"/>
            </a:pPr>
            <a:endParaRPr lang="en-ID" sz="2400" dirty="0" smtClean="0"/>
          </a:p>
          <a:p>
            <a:pPr algn="just">
              <a:buFont typeface="Wingdings" pitchFamily="2" charset="2"/>
              <a:buChar char="Ø"/>
            </a:pPr>
            <a:r>
              <a:rPr lang="en-ID" sz="2400" dirty="0" err="1" smtClean="0"/>
              <a:t>Judul</a:t>
            </a:r>
            <a:endParaRPr lang="en-ID" sz="2400" dirty="0" smtClean="0"/>
          </a:p>
          <a:p>
            <a:pPr algn="just">
              <a:buFont typeface="Wingdings" pitchFamily="2" charset="2"/>
              <a:buChar char="Ø"/>
            </a:pPr>
            <a:r>
              <a:rPr lang="en-ID" sz="2400" dirty="0" err="1" smtClean="0"/>
              <a:t>Identifikasi</a:t>
            </a:r>
            <a:r>
              <a:rPr lang="en-ID" sz="2400" dirty="0" smtClean="0"/>
              <a:t> </a:t>
            </a:r>
            <a:r>
              <a:rPr lang="en-ID" sz="2400" dirty="0" err="1" smtClean="0"/>
              <a:t>adalah</a:t>
            </a:r>
            <a:r>
              <a:rPr lang="en-ID" sz="2400" dirty="0" smtClean="0"/>
              <a:t> </a:t>
            </a:r>
            <a:r>
              <a:rPr lang="en-ID" sz="2400" dirty="0" err="1" smtClean="0"/>
              <a:t>bagian</a:t>
            </a:r>
            <a:r>
              <a:rPr lang="en-ID" sz="2400" dirty="0" smtClean="0"/>
              <a:t> </a:t>
            </a:r>
            <a:r>
              <a:rPr lang="en-ID" sz="2400" dirty="0" err="1" smtClean="0"/>
              <a:t>ini</a:t>
            </a:r>
            <a:r>
              <a:rPr lang="en-ID" sz="2400" dirty="0" smtClean="0"/>
              <a:t> </a:t>
            </a:r>
            <a:r>
              <a:rPr lang="en-ID" sz="2400" dirty="0" err="1" smtClean="0"/>
              <a:t>berisi</a:t>
            </a:r>
            <a:r>
              <a:rPr lang="en-ID" sz="2400" dirty="0" smtClean="0"/>
              <a:t> </a:t>
            </a:r>
            <a:r>
              <a:rPr lang="en-ID" sz="2400" dirty="0" err="1" smtClean="0"/>
              <a:t>nama</a:t>
            </a:r>
            <a:r>
              <a:rPr lang="en-ID" sz="2400" dirty="0" smtClean="0"/>
              <a:t> </a:t>
            </a:r>
            <a:r>
              <a:rPr lang="en-ID" sz="2400" dirty="0" err="1" smtClean="0"/>
              <a:t>objek</a:t>
            </a:r>
            <a:r>
              <a:rPr lang="en-ID" sz="2400" dirty="0" smtClean="0"/>
              <a:t> yang    </a:t>
            </a:r>
            <a:r>
              <a:rPr lang="en-ID" sz="2400" dirty="0" err="1" smtClean="0"/>
              <a:t>dideskripsikan</a:t>
            </a:r>
            <a:r>
              <a:rPr lang="en-ID" sz="2400" dirty="0" smtClean="0"/>
              <a:t>, </a:t>
            </a:r>
            <a:r>
              <a:rPr lang="en-ID" sz="2400" dirty="0" err="1" smtClean="0"/>
              <a:t>lokasi</a:t>
            </a:r>
            <a:r>
              <a:rPr lang="en-ID" sz="2400" dirty="0" smtClean="0"/>
              <a:t>, </a:t>
            </a:r>
            <a:r>
              <a:rPr lang="en-ID" sz="2400" dirty="0" err="1" smtClean="0"/>
              <a:t>sejarah</a:t>
            </a:r>
            <a:r>
              <a:rPr lang="en-ID" sz="2400" dirty="0" smtClean="0"/>
              <a:t>, </a:t>
            </a:r>
            <a:r>
              <a:rPr lang="en-ID" sz="2400" dirty="0" err="1" smtClean="0"/>
              <a:t>lahhirnya</a:t>
            </a:r>
            <a:r>
              <a:rPr lang="en-ID" sz="2400" dirty="0" smtClean="0"/>
              <a:t>, </a:t>
            </a:r>
            <a:r>
              <a:rPr lang="en-ID" sz="2400" dirty="0" err="1" smtClean="0"/>
              <a:t>makna</a:t>
            </a:r>
            <a:r>
              <a:rPr lang="en-ID" sz="2400" dirty="0" smtClean="0"/>
              <a:t> </a:t>
            </a:r>
            <a:r>
              <a:rPr lang="en-ID" sz="2400" dirty="0" err="1" smtClean="0"/>
              <a:t>nama</a:t>
            </a:r>
            <a:r>
              <a:rPr lang="en-ID" sz="2400" dirty="0" smtClean="0"/>
              <a:t>, </a:t>
            </a:r>
            <a:r>
              <a:rPr lang="en-ID" sz="2400" dirty="0" err="1" smtClean="0"/>
              <a:t>atau</a:t>
            </a:r>
            <a:r>
              <a:rPr lang="en-ID" sz="2400" dirty="0" smtClean="0"/>
              <a:t> </a:t>
            </a:r>
            <a:r>
              <a:rPr lang="en-ID" sz="2400" dirty="0" err="1" smtClean="0"/>
              <a:t>pernyataan</a:t>
            </a:r>
            <a:r>
              <a:rPr lang="en-ID" sz="2400" dirty="0" smtClean="0"/>
              <a:t> </a:t>
            </a:r>
            <a:r>
              <a:rPr lang="en-ID" sz="2400" dirty="0" err="1" smtClean="0"/>
              <a:t>umum</a:t>
            </a:r>
            <a:r>
              <a:rPr lang="en-ID" sz="2400" dirty="0" smtClean="0"/>
              <a:t> </a:t>
            </a:r>
            <a:r>
              <a:rPr lang="en-ID" sz="2400" dirty="0" err="1" smtClean="0"/>
              <a:t>tentang</a:t>
            </a:r>
            <a:r>
              <a:rPr lang="en-ID" sz="2400" dirty="0" smtClean="0"/>
              <a:t> </a:t>
            </a:r>
            <a:r>
              <a:rPr lang="en-ID" sz="2400" dirty="0" err="1" smtClean="0"/>
              <a:t>objek</a:t>
            </a:r>
            <a:r>
              <a:rPr lang="en-ID" sz="24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ID" sz="2400" dirty="0" err="1" smtClean="0"/>
              <a:t>Deskripsi</a:t>
            </a:r>
            <a:r>
              <a:rPr lang="en-ID" sz="2400" dirty="0" smtClean="0"/>
              <a:t> </a:t>
            </a:r>
            <a:r>
              <a:rPr lang="en-ID" sz="2400" dirty="0" err="1" smtClean="0"/>
              <a:t>bagian</a:t>
            </a:r>
            <a:r>
              <a:rPr lang="en-ID" sz="2400" dirty="0" smtClean="0"/>
              <a:t> </a:t>
            </a:r>
            <a:r>
              <a:rPr lang="en-ID" sz="2400" dirty="0" err="1" smtClean="0"/>
              <a:t>adalah</a:t>
            </a:r>
            <a:r>
              <a:rPr lang="en-ID" sz="2400" dirty="0" smtClean="0"/>
              <a:t> </a:t>
            </a:r>
            <a:r>
              <a:rPr lang="en-ID" sz="2400" dirty="0" err="1" smtClean="0"/>
              <a:t>berisi</a:t>
            </a:r>
            <a:r>
              <a:rPr lang="en-ID" sz="2400" dirty="0" smtClean="0"/>
              <a:t> </a:t>
            </a:r>
            <a:r>
              <a:rPr lang="en-ID" sz="2400" dirty="0" err="1" smtClean="0"/>
              <a:t>perincian</a:t>
            </a:r>
            <a:r>
              <a:rPr lang="en-ID" sz="2400" dirty="0" smtClean="0"/>
              <a:t> </a:t>
            </a:r>
            <a:r>
              <a:rPr lang="en-ID" sz="2400" dirty="0" err="1" smtClean="0"/>
              <a:t>bagian</a:t>
            </a:r>
            <a:r>
              <a:rPr lang="en-ID" sz="2400" dirty="0" smtClean="0"/>
              <a:t> </a:t>
            </a:r>
            <a:r>
              <a:rPr lang="en-ID" sz="2400" dirty="0" err="1" smtClean="0"/>
              <a:t>objek</a:t>
            </a:r>
            <a:r>
              <a:rPr lang="en-ID" sz="2400" dirty="0" smtClean="0"/>
              <a:t> yang </a:t>
            </a:r>
            <a:r>
              <a:rPr lang="en-ID" sz="2400" dirty="0" err="1" smtClean="0"/>
              <a:t>diuraikan</a:t>
            </a:r>
            <a:r>
              <a:rPr lang="en-ID" sz="2400" dirty="0" smtClean="0"/>
              <a:t> </a:t>
            </a:r>
            <a:r>
              <a:rPr lang="en-ID" sz="2400" dirty="0" err="1" smtClean="0"/>
              <a:t>berdasarkan</a:t>
            </a:r>
            <a:r>
              <a:rPr lang="en-ID" sz="2400" dirty="0" smtClean="0"/>
              <a:t> </a:t>
            </a:r>
            <a:r>
              <a:rPr lang="en-ID" sz="2400" dirty="0" err="1" smtClean="0"/>
              <a:t>tanggapan</a:t>
            </a:r>
            <a:r>
              <a:rPr lang="en-ID" sz="2400" dirty="0" smtClean="0"/>
              <a:t> </a:t>
            </a:r>
            <a:r>
              <a:rPr lang="en-ID" sz="2400" dirty="0" err="1" smtClean="0"/>
              <a:t>subjektif</a:t>
            </a:r>
            <a:r>
              <a:rPr lang="en-ID" sz="2400" dirty="0" smtClean="0"/>
              <a:t> </a:t>
            </a:r>
            <a:r>
              <a:rPr lang="en-ID" sz="2400" dirty="0" err="1" smtClean="0"/>
              <a:t>penulis</a:t>
            </a:r>
            <a:r>
              <a:rPr lang="en-ID" sz="2400" dirty="0" smtClean="0"/>
              <a:t>. </a:t>
            </a:r>
            <a:r>
              <a:rPr lang="en-ID" sz="2400" dirty="0" err="1" smtClean="0"/>
              <a:t>Perincian</a:t>
            </a:r>
            <a:r>
              <a:rPr lang="en-ID" sz="2400" dirty="0" smtClean="0"/>
              <a:t> </a:t>
            </a:r>
            <a:r>
              <a:rPr lang="en-ID" sz="2400" dirty="0" err="1" smtClean="0"/>
              <a:t>dalam</a:t>
            </a:r>
            <a:r>
              <a:rPr lang="en-ID" sz="2400" dirty="0" smtClean="0"/>
              <a:t> </a:t>
            </a:r>
            <a:r>
              <a:rPr lang="en-ID" sz="2400" dirty="0" err="1" smtClean="0"/>
              <a:t>teks</a:t>
            </a:r>
            <a:r>
              <a:rPr lang="en-ID" sz="2400" dirty="0" smtClean="0"/>
              <a:t> </a:t>
            </a:r>
            <a:r>
              <a:rPr lang="en-ID" sz="2400" dirty="0" err="1" smtClean="0"/>
              <a:t>deskripsi</a:t>
            </a:r>
            <a:r>
              <a:rPr lang="en-ID" sz="2400" dirty="0" smtClean="0"/>
              <a:t> </a:t>
            </a:r>
            <a:r>
              <a:rPr lang="en-ID" sz="2400" dirty="0" err="1" smtClean="0"/>
              <a:t>dapat</a:t>
            </a:r>
            <a:r>
              <a:rPr lang="en-ID" sz="2400" dirty="0" smtClean="0"/>
              <a:t> </a:t>
            </a:r>
            <a:r>
              <a:rPr lang="en-ID" sz="2400" dirty="0" err="1" smtClean="0"/>
              <a:t>diisi</a:t>
            </a:r>
            <a:r>
              <a:rPr lang="en-ID" sz="2400" dirty="0" smtClean="0"/>
              <a:t> </a:t>
            </a:r>
            <a:r>
              <a:rPr lang="en-ID" sz="2400" dirty="0" err="1" smtClean="0"/>
              <a:t>dalam</a:t>
            </a:r>
            <a:r>
              <a:rPr lang="en-ID" sz="2400" dirty="0" smtClean="0"/>
              <a:t> </a:t>
            </a:r>
            <a:r>
              <a:rPr lang="en-ID" sz="2400" dirty="0" err="1" smtClean="0"/>
              <a:t>hal</a:t>
            </a:r>
            <a:r>
              <a:rPr lang="en-ID" sz="2400" dirty="0" smtClean="0"/>
              <a:t>-</a:t>
            </a:r>
            <a:r>
              <a:rPr lang="en-ID" sz="2400" dirty="0" err="1" smtClean="0"/>
              <a:t>hal</a:t>
            </a:r>
            <a:r>
              <a:rPr lang="en-ID" sz="2400" dirty="0" smtClean="0"/>
              <a:t>: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ID" sz="2400" dirty="0" err="1" smtClean="0"/>
              <a:t>Apa</a:t>
            </a:r>
            <a:r>
              <a:rPr lang="en-ID" sz="2400" dirty="0" smtClean="0"/>
              <a:t> yang </a:t>
            </a:r>
            <a:r>
              <a:rPr lang="en-ID" sz="2400" dirty="0" err="1" smtClean="0"/>
              <a:t>dilihat</a:t>
            </a:r>
            <a:r>
              <a:rPr lang="en-ID" sz="2400" dirty="0" smtClean="0"/>
              <a:t>(</a:t>
            </a:r>
            <a:r>
              <a:rPr lang="en-ID" sz="2400" dirty="0" err="1" smtClean="0"/>
              <a:t>bagian-bagiannya</a:t>
            </a:r>
            <a:r>
              <a:rPr lang="en-ID" sz="2400" dirty="0" smtClean="0"/>
              <a:t>, </a:t>
            </a:r>
            <a:r>
              <a:rPr lang="en-ID" sz="2400" dirty="0" err="1" smtClean="0"/>
              <a:t>komposisi</a:t>
            </a:r>
            <a:r>
              <a:rPr lang="en-ID" sz="2400" dirty="0" smtClean="0"/>
              <a:t> </a:t>
            </a:r>
            <a:r>
              <a:rPr lang="en-ID" sz="2400" dirty="0" err="1" smtClean="0"/>
              <a:t>warnanya</a:t>
            </a:r>
            <a:r>
              <a:rPr lang="en-ID" sz="2400" dirty="0" smtClean="0"/>
              <a:t>, </a:t>
            </a:r>
            <a:r>
              <a:rPr lang="en-ID" sz="2400" dirty="0" err="1" smtClean="0"/>
              <a:t>kesan</a:t>
            </a:r>
            <a:r>
              <a:rPr lang="en-ID" sz="2400" dirty="0" smtClean="0"/>
              <a:t> </a:t>
            </a:r>
            <a:r>
              <a:rPr lang="en-ID" sz="2400" dirty="0" err="1" smtClean="0"/>
              <a:t>dari</a:t>
            </a:r>
            <a:r>
              <a:rPr lang="en-ID" sz="2400" dirty="0" smtClean="0"/>
              <a:t> </a:t>
            </a:r>
            <a:r>
              <a:rPr lang="en-ID" sz="2400" dirty="0" err="1" smtClean="0"/>
              <a:t>penulis</a:t>
            </a:r>
            <a:r>
              <a:rPr lang="en-ID" sz="2400" dirty="0" smtClean="0"/>
              <a:t> </a:t>
            </a:r>
            <a:r>
              <a:rPr lang="en-ID" sz="2400" dirty="0" err="1" smtClean="0"/>
              <a:t>tentang</a:t>
            </a:r>
            <a:r>
              <a:rPr lang="en-ID" sz="2400" dirty="0" smtClean="0"/>
              <a:t> </a:t>
            </a:r>
            <a:r>
              <a:rPr lang="en-ID" sz="2400" dirty="0" err="1" smtClean="0"/>
              <a:t>objek</a:t>
            </a:r>
            <a:r>
              <a:rPr lang="en-ID" sz="2400" dirty="0" smtClean="0"/>
              <a:t> </a:t>
            </a:r>
            <a:r>
              <a:rPr lang="en-ID" sz="2400" dirty="0" err="1" smtClean="0"/>
              <a:t>itu</a:t>
            </a:r>
            <a:r>
              <a:rPr lang="en-ID" sz="2400" dirty="0" smtClean="0"/>
              <a:t> </a:t>
            </a:r>
            <a:r>
              <a:rPr lang="en-ID" sz="2400" dirty="0" err="1" smtClean="0"/>
              <a:t>dll</a:t>
            </a:r>
            <a:r>
              <a:rPr lang="en-ID" sz="2400" dirty="0" smtClean="0"/>
              <a:t>.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ID" sz="2400" dirty="0" err="1" smtClean="0"/>
              <a:t>Apa</a:t>
            </a:r>
            <a:r>
              <a:rPr lang="en-ID" sz="2400" dirty="0" smtClean="0"/>
              <a:t> yang </a:t>
            </a:r>
            <a:r>
              <a:rPr lang="en-ID" sz="2400" dirty="0" err="1" smtClean="0"/>
              <a:t>didengar</a:t>
            </a:r>
            <a:r>
              <a:rPr lang="en-ID" sz="2400" dirty="0" smtClean="0"/>
              <a:t> (</a:t>
            </a:r>
            <a:r>
              <a:rPr lang="en-ID" sz="2400" dirty="0" err="1" smtClean="0"/>
              <a:t>suara</a:t>
            </a:r>
            <a:r>
              <a:rPr lang="en-ID" sz="2400" dirty="0" smtClean="0"/>
              <a:t> </a:t>
            </a:r>
            <a:r>
              <a:rPr lang="en-ID" sz="2400" dirty="0" err="1" smtClean="0"/>
              <a:t>apa</a:t>
            </a:r>
            <a:r>
              <a:rPr lang="en-ID" sz="2400" dirty="0" smtClean="0"/>
              <a:t> yang </a:t>
            </a:r>
            <a:r>
              <a:rPr lang="en-ID" sz="2400" dirty="0" err="1" smtClean="0"/>
              <a:t>didengan</a:t>
            </a:r>
            <a:r>
              <a:rPr lang="en-ID" sz="2400" dirty="0" smtClean="0"/>
              <a:t>, </a:t>
            </a:r>
            <a:r>
              <a:rPr lang="en-ID" sz="2400" dirty="0" err="1" smtClean="0"/>
              <a:t>seperti</a:t>
            </a:r>
            <a:r>
              <a:rPr lang="en-ID" sz="2400" dirty="0" smtClean="0"/>
              <a:t> </a:t>
            </a:r>
            <a:r>
              <a:rPr lang="en-ID" sz="2400" dirty="0" err="1" smtClean="0"/>
              <a:t>apa</a:t>
            </a:r>
            <a:r>
              <a:rPr lang="en-ID" sz="2400" dirty="0" smtClean="0"/>
              <a:t> </a:t>
            </a:r>
            <a:r>
              <a:rPr lang="en-ID" sz="2400" dirty="0" err="1" smtClean="0"/>
              <a:t>suara</a:t>
            </a:r>
            <a:r>
              <a:rPr lang="en-ID" sz="2400" dirty="0" smtClean="0"/>
              <a:t> </a:t>
            </a:r>
            <a:r>
              <a:rPr lang="en-ID" sz="2400" dirty="0" err="1" smtClean="0"/>
              <a:t>itu</a:t>
            </a:r>
            <a:r>
              <a:rPr lang="en-ID" sz="2400" dirty="0" smtClean="0"/>
              <a:t> </a:t>
            </a:r>
            <a:r>
              <a:rPr lang="en-ID" sz="2400" dirty="0" err="1" smtClean="0"/>
              <a:t>menurut</a:t>
            </a:r>
            <a:r>
              <a:rPr lang="en-ID" sz="2400" dirty="0" smtClean="0"/>
              <a:t> </a:t>
            </a:r>
            <a:r>
              <a:rPr lang="en-ID" sz="2400" dirty="0" err="1" smtClean="0"/>
              <a:t>penulis</a:t>
            </a:r>
            <a:r>
              <a:rPr lang="en-ID" sz="2400" dirty="0" smtClean="0"/>
              <a:t>)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ID" sz="2400" dirty="0" err="1" smtClean="0"/>
              <a:t>Apa</a:t>
            </a:r>
            <a:r>
              <a:rPr lang="en-ID" sz="2400" dirty="0" smtClean="0"/>
              <a:t> yang </a:t>
            </a:r>
            <a:r>
              <a:rPr lang="en-ID" sz="2400" dirty="0" err="1" smtClean="0"/>
              <a:t>dirasakan</a:t>
            </a:r>
            <a:r>
              <a:rPr lang="en-ID" sz="2400" dirty="0" smtClean="0"/>
              <a:t> (</a:t>
            </a:r>
            <a:r>
              <a:rPr lang="en-ID" sz="2400" dirty="0" err="1" smtClean="0"/>
              <a:t>dengan</a:t>
            </a:r>
            <a:r>
              <a:rPr lang="en-ID" sz="2400" dirty="0" smtClean="0"/>
              <a:t> </a:t>
            </a:r>
            <a:r>
              <a:rPr lang="en-ID" sz="2400" dirty="0" err="1" smtClean="0"/>
              <a:t>mengamati</a:t>
            </a:r>
            <a:r>
              <a:rPr lang="en-ID" sz="2400" dirty="0" smtClean="0"/>
              <a:t> </a:t>
            </a:r>
            <a:r>
              <a:rPr lang="en-ID" sz="2400" dirty="0" err="1" smtClean="0"/>
              <a:t>objek</a:t>
            </a:r>
            <a:r>
              <a:rPr lang="en-ID" sz="2400" dirty="0" smtClean="0"/>
              <a:t>)</a:t>
            </a:r>
          </a:p>
          <a:p>
            <a:pPr algn="just">
              <a:buFont typeface="Wingdings" pitchFamily="2" charset="2"/>
              <a:buChar char="Ø"/>
            </a:pPr>
            <a:r>
              <a:rPr lang="en-ID" sz="2400" dirty="0" err="1" smtClean="0"/>
              <a:t>Kesimpulan</a:t>
            </a:r>
            <a:r>
              <a:rPr lang="en-ID" sz="2400" dirty="0" smtClean="0"/>
              <a:t> </a:t>
            </a:r>
            <a:r>
              <a:rPr lang="en-ID" sz="2400" dirty="0" err="1" smtClean="0"/>
              <a:t>merupakan</a:t>
            </a:r>
            <a:r>
              <a:rPr lang="en-ID" sz="2400" dirty="0" smtClean="0"/>
              <a:t> </a:t>
            </a:r>
            <a:r>
              <a:rPr lang="en-ID" sz="2400" dirty="0" err="1" smtClean="0"/>
              <a:t>penutup</a:t>
            </a:r>
            <a:r>
              <a:rPr lang="en-ID" sz="2400" dirty="0" smtClean="0"/>
              <a:t> </a:t>
            </a:r>
            <a:r>
              <a:rPr lang="en-ID" sz="2400" dirty="0" err="1" smtClean="0"/>
              <a:t>teks</a:t>
            </a:r>
            <a:r>
              <a:rPr lang="en-ID" sz="2400" dirty="0" smtClean="0"/>
              <a:t> yang </a:t>
            </a:r>
            <a:r>
              <a:rPr lang="en-ID" sz="2400" dirty="0" err="1" smtClean="0"/>
              <a:t>berisi</a:t>
            </a:r>
            <a:r>
              <a:rPr lang="en-ID" sz="2400" dirty="0" smtClean="0"/>
              <a:t> </a:t>
            </a:r>
            <a:r>
              <a:rPr lang="en-ID" sz="2400" dirty="0" err="1" smtClean="0"/>
              <a:t>kesimpulan</a:t>
            </a:r>
            <a:r>
              <a:rPr lang="en-ID" sz="2400" dirty="0" smtClean="0"/>
              <a:t> </a:t>
            </a:r>
            <a:r>
              <a:rPr lang="en-ID" sz="2400" dirty="0" err="1" smtClean="0"/>
              <a:t>atau</a:t>
            </a:r>
            <a:r>
              <a:rPr lang="en-ID" sz="2400" dirty="0" smtClean="0"/>
              <a:t> </a:t>
            </a:r>
            <a:r>
              <a:rPr lang="en-ID" sz="2400" dirty="0" err="1" smtClean="0"/>
              <a:t>kesan</a:t>
            </a:r>
            <a:r>
              <a:rPr lang="en-ID" sz="2400" dirty="0" smtClean="0"/>
              <a:t> </a:t>
            </a:r>
            <a:r>
              <a:rPr lang="en-ID" sz="2400" dirty="0" err="1" smtClean="0"/>
              <a:t>penulis</a:t>
            </a:r>
            <a:r>
              <a:rPr lang="en-ID" sz="2400" dirty="0" smtClean="0"/>
              <a:t>. </a:t>
            </a:r>
            <a:r>
              <a:rPr lang="en-ID" sz="2400" dirty="0" err="1" smtClean="0"/>
              <a:t>Bagian</a:t>
            </a:r>
            <a:r>
              <a:rPr lang="en-ID" sz="2400" dirty="0" smtClean="0"/>
              <a:t> </a:t>
            </a:r>
            <a:r>
              <a:rPr lang="en-ID" sz="2400" dirty="0" err="1" smtClean="0"/>
              <a:t>ini</a:t>
            </a:r>
            <a:r>
              <a:rPr lang="en-ID" sz="2400" dirty="0" smtClean="0"/>
              <a:t> </a:t>
            </a:r>
            <a:r>
              <a:rPr lang="en-ID" sz="2400" dirty="0" err="1" smtClean="0"/>
              <a:t>bersifat</a:t>
            </a:r>
            <a:r>
              <a:rPr lang="en-ID" sz="2400" dirty="0" smtClean="0"/>
              <a:t> </a:t>
            </a:r>
            <a:r>
              <a:rPr lang="en-ID" sz="2400" dirty="0" err="1" smtClean="0"/>
              <a:t>pilihan</a:t>
            </a:r>
            <a:r>
              <a:rPr lang="en-ID" sz="2400" dirty="0" smtClean="0"/>
              <a:t> </a:t>
            </a:r>
            <a:r>
              <a:rPr lang="en-ID" sz="2400" dirty="0" err="1" smtClean="0"/>
              <a:t>boleh</a:t>
            </a:r>
            <a:r>
              <a:rPr lang="en-ID" sz="2400" dirty="0" smtClean="0"/>
              <a:t> </a:t>
            </a:r>
            <a:r>
              <a:rPr lang="en-ID" sz="2400" dirty="0" err="1" smtClean="0"/>
              <a:t>ada</a:t>
            </a:r>
            <a:r>
              <a:rPr lang="en-ID" sz="2400" dirty="0" smtClean="0"/>
              <a:t> </a:t>
            </a:r>
            <a:r>
              <a:rPr lang="en-ID" sz="2400" dirty="0" err="1" smtClean="0"/>
              <a:t>atau</a:t>
            </a:r>
            <a:r>
              <a:rPr lang="en-ID" sz="2400" dirty="0" smtClean="0"/>
              <a:t> </a:t>
            </a:r>
            <a:r>
              <a:rPr lang="en-ID" sz="2400" dirty="0" err="1" smtClean="0"/>
              <a:t>tidak</a:t>
            </a:r>
            <a:r>
              <a:rPr lang="en-ID" sz="2400" dirty="0" smtClean="0"/>
              <a:t>.</a:t>
            </a:r>
          </a:p>
          <a:p>
            <a:pPr algn="just">
              <a:buFont typeface="Wingdings" pitchFamily="2" charset="2"/>
              <a:buChar char="Ø"/>
            </a:pPr>
            <a:endParaRPr lang="en-ID" sz="2400" dirty="0" smtClean="0"/>
          </a:p>
          <a:p>
            <a:pPr marL="457200" indent="-457200" algn="just"/>
            <a:endParaRPr lang="en-ID" sz="2400" dirty="0"/>
          </a:p>
          <a:p>
            <a:pPr algn="just"/>
            <a:r>
              <a:rPr lang="en-ID" dirty="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EED4CA0-876E-4D1F-B035-9334C3BC5A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885" y="352697"/>
            <a:ext cx="3008368" cy="22453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DA68ECEA-BA41-483F-ACEF-DF1D3692C9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309" y="2860765"/>
            <a:ext cx="2769325" cy="331796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380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28CA180D-87A9-430A-B990-C4B646DB5629}"/>
              </a:ext>
            </a:extLst>
          </p:cNvPr>
          <p:cNvSpPr txBox="1"/>
          <p:nvPr/>
        </p:nvSpPr>
        <p:spPr>
          <a:xfrm>
            <a:off x="373156" y="121024"/>
            <a:ext cx="10952341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3600" b="1" dirty="0" err="1" smtClean="0"/>
              <a:t>Jenis-jenis</a:t>
            </a:r>
            <a:r>
              <a:rPr lang="en-ID" sz="3600" b="1" dirty="0" smtClean="0"/>
              <a:t> </a:t>
            </a:r>
            <a:r>
              <a:rPr lang="en-ID" sz="3600" b="1" dirty="0" err="1" smtClean="0"/>
              <a:t>Teks</a:t>
            </a:r>
            <a:r>
              <a:rPr lang="en-ID" sz="3600" b="1" dirty="0" smtClean="0"/>
              <a:t> </a:t>
            </a:r>
            <a:r>
              <a:rPr lang="en-ID" sz="3600" b="1" dirty="0" err="1" smtClean="0"/>
              <a:t>Deskripsi</a:t>
            </a:r>
            <a:r>
              <a:rPr lang="en-ID" sz="3600" b="1" dirty="0" smtClean="0"/>
              <a:t> </a:t>
            </a:r>
            <a:r>
              <a:rPr lang="en-ID" sz="3600" b="1" dirty="0" err="1" smtClean="0"/>
              <a:t>adalah</a:t>
            </a:r>
            <a:r>
              <a:rPr lang="en-ID" sz="3600" b="1" dirty="0" smtClean="0"/>
              <a:t> </a:t>
            </a:r>
            <a:r>
              <a:rPr lang="en-ID" sz="3600" b="1" dirty="0" err="1" smtClean="0"/>
              <a:t>sebagai</a:t>
            </a:r>
            <a:r>
              <a:rPr lang="en-ID" sz="3600" b="1" dirty="0" smtClean="0"/>
              <a:t> </a:t>
            </a:r>
            <a:r>
              <a:rPr lang="en-ID" sz="3600" b="1" dirty="0" err="1" smtClean="0"/>
              <a:t>berikut</a:t>
            </a:r>
            <a:r>
              <a:rPr lang="en-ID" sz="3600" b="1" dirty="0" smtClean="0"/>
              <a:t>:</a:t>
            </a:r>
          </a:p>
          <a:p>
            <a:pPr algn="just"/>
            <a:endParaRPr lang="en-ID" sz="2400" dirty="0" smtClean="0"/>
          </a:p>
          <a:p>
            <a:pPr marL="457200" indent="-457200" algn="just">
              <a:buFont typeface="+mj-lt"/>
              <a:buAutoNum type="arabicPeriod"/>
            </a:pPr>
            <a:r>
              <a:rPr lang="en-ID" sz="2400" dirty="0" err="1" smtClean="0"/>
              <a:t>Deskripsi</a:t>
            </a:r>
            <a:r>
              <a:rPr lang="en-ID" sz="2400" dirty="0" smtClean="0"/>
              <a:t> </a:t>
            </a:r>
            <a:r>
              <a:rPr lang="en-ID" sz="2400" dirty="0" err="1" smtClean="0"/>
              <a:t>Sugestif</a:t>
            </a:r>
            <a:endParaRPr lang="en-ID" sz="2400" dirty="0" smtClean="0"/>
          </a:p>
          <a:p>
            <a:pPr marL="457200" indent="-457200" algn="just"/>
            <a:r>
              <a:rPr lang="en-ID" sz="2400" dirty="0" smtClean="0"/>
              <a:t>	</a:t>
            </a:r>
            <a:r>
              <a:rPr lang="en-ID" sz="2400" dirty="0" err="1" smtClean="0"/>
              <a:t>Adalah</a:t>
            </a:r>
            <a:r>
              <a:rPr lang="en-ID" sz="2400" dirty="0" smtClean="0"/>
              <a:t>  </a:t>
            </a:r>
            <a:r>
              <a:rPr lang="en-ID" sz="2400" dirty="0" err="1" smtClean="0"/>
              <a:t>teks</a:t>
            </a:r>
            <a:r>
              <a:rPr lang="en-ID" sz="2400" dirty="0" smtClean="0"/>
              <a:t> </a:t>
            </a:r>
            <a:r>
              <a:rPr lang="en-ID" sz="2400" dirty="0" err="1" smtClean="0"/>
              <a:t>deskripsi</a:t>
            </a:r>
            <a:r>
              <a:rPr lang="en-ID" sz="2400" dirty="0" smtClean="0"/>
              <a:t> yang </a:t>
            </a:r>
            <a:r>
              <a:rPr lang="en-ID" sz="2400" dirty="0" err="1" smtClean="0"/>
              <a:t>bertujuan</a:t>
            </a:r>
            <a:r>
              <a:rPr lang="en-ID" sz="2400" dirty="0" smtClean="0"/>
              <a:t> </a:t>
            </a:r>
            <a:r>
              <a:rPr lang="en-ID" sz="2400" dirty="0" err="1" smtClean="0"/>
              <a:t>membangkitkan</a:t>
            </a:r>
            <a:r>
              <a:rPr lang="en-ID" sz="2400" dirty="0" smtClean="0"/>
              <a:t> </a:t>
            </a:r>
            <a:r>
              <a:rPr lang="en-ID" sz="2400" dirty="0" err="1" smtClean="0"/>
              <a:t>daya</a:t>
            </a:r>
            <a:r>
              <a:rPr lang="en-ID" sz="2400" dirty="0" smtClean="0"/>
              <a:t> </a:t>
            </a:r>
            <a:r>
              <a:rPr lang="en-ID" sz="2400" dirty="0" err="1" smtClean="0"/>
              <a:t>khayal</a:t>
            </a:r>
            <a:r>
              <a:rPr lang="en-ID" sz="2400" dirty="0" smtClean="0"/>
              <a:t>, </a:t>
            </a:r>
            <a:r>
              <a:rPr lang="en-ID" sz="2400" dirty="0" err="1" smtClean="0"/>
              <a:t>kesan</a:t>
            </a:r>
            <a:r>
              <a:rPr lang="en-ID" sz="2400" dirty="0" smtClean="0"/>
              <a:t>, </a:t>
            </a:r>
            <a:r>
              <a:rPr lang="en-ID" sz="2400" dirty="0" err="1" smtClean="0"/>
              <a:t>atau</a:t>
            </a:r>
            <a:r>
              <a:rPr lang="en-ID" sz="2400" dirty="0" smtClean="0"/>
              <a:t> </a:t>
            </a:r>
            <a:r>
              <a:rPr lang="en-ID" sz="2400" dirty="0" err="1" smtClean="0"/>
              <a:t>sugesti</a:t>
            </a:r>
            <a:r>
              <a:rPr lang="en-ID" sz="2400" dirty="0" smtClean="0"/>
              <a:t> </a:t>
            </a:r>
            <a:r>
              <a:rPr lang="en-ID" sz="2400" dirty="0" err="1" smtClean="0"/>
              <a:t>tertentu</a:t>
            </a:r>
            <a:r>
              <a:rPr lang="en-ID" sz="2400" dirty="0" smtClean="0"/>
              <a:t> </a:t>
            </a:r>
            <a:r>
              <a:rPr lang="en-ID" sz="2400" dirty="0" err="1" smtClean="0"/>
              <a:t>seolah-olah</a:t>
            </a:r>
            <a:r>
              <a:rPr lang="en-ID" sz="2400" dirty="0" smtClean="0"/>
              <a:t> </a:t>
            </a:r>
            <a:r>
              <a:rPr lang="en-ID" sz="2400" dirty="0" err="1" smtClean="0"/>
              <a:t>pembaca</a:t>
            </a:r>
            <a:r>
              <a:rPr lang="en-ID" sz="2400" dirty="0" smtClean="0"/>
              <a:t> </a:t>
            </a:r>
            <a:r>
              <a:rPr lang="en-ID" sz="2400" dirty="0" err="1" smtClean="0"/>
              <a:t>melihat</a:t>
            </a:r>
            <a:r>
              <a:rPr lang="en-ID" sz="2400" dirty="0" smtClean="0"/>
              <a:t> </a:t>
            </a:r>
            <a:r>
              <a:rPr lang="en-ID" sz="2400" dirty="0" err="1" smtClean="0"/>
              <a:t>sendiri</a:t>
            </a:r>
            <a:r>
              <a:rPr lang="en-ID" sz="2400" dirty="0" smtClean="0"/>
              <a:t> </a:t>
            </a:r>
            <a:r>
              <a:rPr lang="en-ID" sz="2400" dirty="0" err="1" smtClean="0"/>
              <a:t>objek</a:t>
            </a:r>
            <a:r>
              <a:rPr lang="en-ID" sz="2400" dirty="0" smtClean="0"/>
              <a:t> yang </a:t>
            </a:r>
            <a:r>
              <a:rPr lang="en-ID" sz="2400" dirty="0" err="1" smtClean="0"/>
              <a:t>dideskripsikan</a:t>
            </a:r>
            <a:r>
              <a:rPr lang="en-ID" sz="2400" dirty="0" smtClean="0"/>
              <a:t> </a:t>
            </a:r>
            <a:r>
              <a:rPr lang="en-ID" sz="2400" dirty="0" err="1" smtClean="0"/>
              <a:t>seperti</a:t>
            </a:r>
            <a:r>
              <a:rPr lang="en-ID" sz="2400" dirty="0" smtClean="0"/>
              <a:t> </a:t>
            </a:r>
            <a:r>
              <a:rPr lang="en-ID" sz="2400" dirty="0" err="1" smtClean="0"/>
              <a:t>dialami</a:t>
            </a:r>
            <a:r>
              <a:rPr lang="en-ID" sz="2400" dirty="0" smtClean="0"/>
              <a:t> </a:t>
            </a:r>
            <a:r>
              <a:rPr lang="en-ID" sz="2400" dirty="0" err="1" smtClean="0"/>
              <a:t>sendir</a:t>
            </a:r>
            <a:r>
              <a:rPr lang="en-ID" sz="2400" dirty="0" smtClean="0"/>
              <a:t> </a:t>
            </a:r>
            <a:r>
              <a:rPr lang="en-ID" sz="2400" dirty="0" err="1" smtClean="0"/>
              <a:t>oleh</a:t>
            </a:r>
            <a:r>
              <a:rPr lang="en-ID" sz="2400" dirty="0" smtClean="0"/>
              <a:t> </a:t>
            </a:r>
            <a:r>
              <a:rPr lang="en-ID" sz="2400" dirty="0" err="1" smtClean="0"/>
              <a:t>penulisnya</a:t>
            </a:r>
            <a:r>
              <a:rPr lang="en-ID" sz="2400" dirty="0" smtClean="0"/>
              <a:t>.</a:t>
            </a:r>
          </a:p>
          <a:p>
            <a:pPr marL="457200" indent="-457200" algn="just"/>
            <a:r>
              <a:rPr lang="en-ID" sz="2400" dirty="0" smtClean="0"/>
              <a:t>	</a:t>
            </a:r>
            <a:r>
              <a:rPr lang="en-ID" sz="2400" dirty="0" err="1" smtClean="0"/>
              <a:t>Contohnya</a:t>
            </a:r>
            <a:r>
              <a:rPr lang="en-ID" sz="2400" dirty="0" smtClean="0"/>
              <a:t>:</a:t>
            </a:r>
          </a:p>
          <a:p>
            <a:pPr marL="457200" indent="-457200" algn="just"/>
            <a:endParaRPr lang="en-ID" sz="2400" dirty="0" smtClean="0"/>
          </a:p>
          <a:p>
            <a:pPr marL="457200" indent="-457200" algn="just"/>
            <a:endParaRPr lang="en-ID" sz="2400" dirty="0" smtClean="0"/>
          </a:p>
          <a:p>
            <a:pPr marL="457200" indent="-457200" algn="just"/>
            <a:endParaRPr lang="en-ID" sz="2400" dirty="0" smtClean="0"/>
          </a:p>
          <a:p>
            <a:pPr marL="457200" indent="-457200" algn="just"/>
            <a:endParaRPr lang="en-ID" sz="2400" dirty="0"/>
          </a:p>
        </p:txBody>
      </p:sp>
      <p:pic>
        <p:nvPicPr>
          <p:cNvPr id="1026" name="Picture 2" descr="C:\Users\Mama Rara\Downloads\WhatsApp Image 2025-07-29 at 21.06.52.jpeg"/>
          <p:cNvPicPr>
            <a:picLocks noChangeAspect="1" noChangeArrowheads="1"/>
          </p:cNvPicPr>
          <p:nvPr/>
        </p:nvPicPr>
        <p:blipFill>
          <a:blip r:embed="rId3" cstate="print"/>
          <a:srcRect l="4486" t="9667" r="5142" b="58449"/>
          <a:stretch>
            <a:fillRect/>
          </a:stretch>
        </p:blipFill>
        <p:spPr bwMode="auto">
          <a:xfrm>
            <a:off x="757646" y="3043645"/>
            <a:ext cx="10894423" cy="35008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31590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5E9023C-9EF5-4DE2-8E3C-6B3B860523DE}"/>
              </a:ext>
            </a:extLst>
          </p:cNvPr>
          <p:cNvSpPr txBox="1"/>
          <p:nvPr/>
        </p:nvSpPr>
        <p:spPr>
          <a:xfrm>
            <a:off x="215153" y="605118"/>
            <a:ext cx="1052251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sz="2800" dirty="0" smtClean="0"/>
              <a:t>2. </a:t>
            </a:r>
            <a:r>
              <a:rPr lang="en-ID" sz="2800" dirty="0" err="1" smtClean="0"/>
              <a:t>Deskripsi</a:t>
            </a:r>
            <a:r>
              <a:rPr lang="en-ID" sz="2800" dirty="0" smtClean="0"/>
              <a:t> </a:t>
            </a:r>
            <a:r>
              <a:rPr lang="en-ID" sz="2800" dirty="0" err="1" smtClean="0"/>
              <a:t>Teknis</a:t>
            </a:r>
            <a:endParaRPr lang="en-ID" sz="2800" dirty="0" smtClean="0"/>
          </a:p>
          <a:p>
            <a:pPr algn="just"/>
            <a:r>
              <a:rPr lang="en-ID" sz="2800" dirty="0" smtClean="0"/>
              <a:t>     </a:t>
            </a:r>
            <a:r>
              <a:rPr lang="en-ID" sz="2800" dirty="0" err="1" smtClean="0"/>
              <a:t>Teks</a:t>
            </a:r>
            <a:r>
              <a:rPr lang="en-ID" sz="2800" dirty="0" smtClean="0"/>
              <a:t> </a:t>
            </a:r>
            <a:r>
              <a:rPr lang="en-ID" sz="2800" dirty="0" err="1" smtClean="0"/>
              <a:t>deskripsi</a:t>
            </a:r>
            <a:r>
              <a:rPr lang="en-ID" sz="2800" dirty="0" smtClean="0"/>
              <a:t> yang </a:t>
            </a:r>
            <a:r>
              <a:rPr lang="en-ID" sz="2800" dirty="0" err="1" smtClean="0"/>
              <a:t>bertujuan</a:t>
            </a:r>
            <a:r>
              <a:rPr lang="en-ID" sz="2800" dirty="0" smtClean="0"/>
              <a:t> </a:t>
            </a:r>
            <a:r>
              <a:rPr lang="en-ID" sz="2800" dirty="0" err="1" smtClean="0"/>
              <a:t>memberikan</a:t>
            </a:r>
            <a:r>
              <a:rPr lang="en-ID" sz="2800" dirty="0" smtClean="0"/>
              <a:t> </a:t>
            </a:r>
            <a:r>
              <a:rPr lang="en-ID" sz="2800" dirty="0" err="1" smtClean="0"/>
              <a:t>identifikasi</a:t>
            </a:r>
            <a:r>
              <a:rPr lang="en-ID" sz="2800" dirty="0" smtClean="0"/>
              <a:t> </a:t>
            </a:r>
            <a:r>
              <a:rPr lang="en-ID" sz="2800" dirty="0" err="1" smtClean="0"/>
              <a:t>atau</a:t>
            </a:r>
            <a:r>
              <a:rPr lang="en-ID" sz="2800" dirty="0" smtClean="0"/>
              <a:t> </a:t>
            </a:r>
            <a:r>
              <a:rPr lang="en-ID" sz="2800" dirty="0" err="1" smtClean="0"/>
              <a:t>informasi</a:t>
            </a:r>
            <a:r>
              <a:rPr lang="en-ID" sz="2800" dirty="0" smtClean="0"/>
              <a:t> </a:t>
            </a:r>
            <a:r>
              <a:rPr lang="en-ID" sz="2800" dirty="0" err="1" smtClean="0"/>
              <a:t>objek</a:t>
            </a:r>
            <a:r>
              <a:rPr lang="en-ID" sz="2800" dirty="0" smtClean="0"/>
              <a:t> </a:t>
            </a:r>
            <a:r>
              <a:rPr lang="en-ID" sz="2800" dirty="0" err="1" smtClean="0"/>
              <a:t>sehingga</a:t>
            </a:r>
            <a:r>
              <a:rPr lang="en-ID" sz="2800" dirty="0" smtClean="0"/>
              <a:t> </a:t>
            </a:r>
            <a:r>
              <a:rPr lang="en-ID" sz="2800" dirty="0" err="1" smtClean="0"/>
              <a:t>pembaca</a:t>
            </a:r>
            <a:r>
              <a:rPr lang="en-ID" sz="2800" dirty="0" smtClean="0"/>
              <a:t> </a:t>
            </a:r>
            <a:r>
              <a:rPr lang="en-ID" sz="2800" dirty="0" err="1" smtClean="0"/>
              <a:t>dapat</a:t>
            </a:r>
            <a:r>
              <a:rPr lang="en-ID" sz="2800" dirty="0" smtClean="0"/>
              <a:t> </a:t>
            </a:r>
            <a:r>
              <a:rPr lang="en-ID" sz="2800" dirty="0" err="1" smtClean="0"/>
              <a:t>mengenal</a:t>
            </a:r>
            <a:r>
              <a:rPr lang="en-ID" sz="2800" dirty="0" smtClean="0"/>
              <a:t> </a:t>
            </a:r>
            <a:r>
              <a:rPr lang="en-ID" sz="2800" dirty="0" err="1" smtClean="0"/>
              <a:t>bila</a:t>
            </a:r>
            <a:r>
              <a:rPr lang="en-ID" sz="2800" dirty="0" smtClean="0"/>
              <a:t> </a:t>
            </a:r>
            <a:r>
              <a:rPr lang="en-ID" sz="2800" dirty="0" err="1" smtClean="0"/>
              <a:t>bertemu</a:t>
            </a:r>
            <a:r>
              <a:rPr lang="en-ID" sz="2800" dirty="0" smtClean="0"/>
              <a:t> </a:t>
            </a:r>
            <a:r>
              <a:rPr lang="en-ID" sz="2800" dirty="0" err="1" smtClean="0"/>
              <a:t>atau</a:t>
            </a:r>
            <a:r>
              <a:rPr lang="en-ID" sz="2800" dirty="0" smtClean="0"/>
              <a:t> </a:t>
            </a:r>
            <a:r>
              <a:rPr lang="en-ID" sz="2800" dirty="0" err="1" smtClean="0"/>
              <a:t>berhadap</a:t>
            </a:r>
            <a:r>
              <a:rPr lang="en-ID" sz="2800" dirty="0" smtClean="0"/>
              <a:t> </a:t>
            </a:r>
            <a:r>
              <a:rPr lang="en-ID" sz="2800" dirty="0" err="1" smtClean="0"/>
              <a:t>dengan</a:t>
            </a:r>
            <a:r>
              <a:rPr lang="en-ID" sz="2800" dirty="0" smtClean="0"/>
              <a:t> </a:t>
            </a:r>
            <a:r>
              <a:rPr lang="en-ID" sz="2800" dirty="0" err="1" smtClean="0"/>
              <a:t>objek</a:t>
            </a:r>
            <a:r>
              <a:rPr lang="en-ID" sz="2800" dirty="0" smtClean="0"/>
              <a:t> </a:t>
            </a:r>
            <a:r>
              <a:rPr lang="en-ID" sz="2800" dirty="0" err="1" smtClean="0"/>
              <a:t>itu</a:t>
            </a:r>
            <a:endParaRPr lang="en-ID" sz="2800" dirty="0" smtClean="0"/>
          </a:p>
          <a:p>
            <a:pPr algn="just"/>
            <a:endParaRPr lang="en-ID" sz="2800" dirty="0" smtClean="0"/>
          </a:p>
          <a:p>
            <a:pPr algn="just"/>
            <a:endParaRPr lang="en-ID" sz="2800" dirty="0" smtClean="0"/>
          </a:p>
          <a:p>
            <a:pPr algn="just"/>
            <a:endParaRPr lang="en-ID" sz="2800" dirty="0" smtClean="0"/>
          </a:p>
        </p:txBody>
      </p:sp>
      <p:pic>
        <p:nvPicPr>
          <p:cNvPr id="2050" name="Picture 2" descr="C:\Users\Mama Rara\Downloads\WhatsApp Image 2025-07-29 at 21.06.52.jpeg"/>
          <p:cNvPicPr>
            <a:picLocks noChangeAspect="1" noChangeArrowheads="1"/>
          </p:cNvPicPr>
          <p:nvPr/>
        </p:nvPicPr>
        <p:blipFill>
          <a:blip r:embed="rId3" cstate="print"/>
          <a:srcRect l="2810" t="50095" r="5425" b="33143"/>
          <a:stretch>
            <a:fillRect/>
          </a:stretch>
        </p:blipFill>
        <p:spPr bwMode="auto">
          <a:xfrm>
            <a:off x="287383" y="2599509"/>
            <a:ext cx="11403873" cy="37882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80651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05820170-C5A9-4B04-AE64-4BDB9EE02586}"/>
              </a:ext>
            </a:extLst>
          </p:cNvPr>
          <p:cNvSpPr txBox="1"/>
          <p:nvPr/>
        </p:nvSpPr>
        <p:spPr>
          <a:xfrm>
            <a:off x="290357" y="181957"/>
            <a:ext cx="955698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4000" b="1" dirty="0" err="1" smtClean="0"/>
              <a:t>Tahap-tahap</a:t>
            </a:r>
            <a:r>
              <a:rPr lang="en-ID" sz="4000" b="1" dirty="0" smtClean="0"/>
              <a:t> </a:t>
            </a:r>
            <a:r>
              <a:rPr lang="en-ID" sz="4000" b="1" dirty="0" err="1" smtClean="0"/>
              <a:t>untuk</a:t>
            </a:r>
            <a:r>
              <a:rPr lang="en-ID" sz="4000" b="1" dirty="0" smtClean="0"/>
              <a:t> </a:t>
            </a:r>
            <a:r>
              <a:rPr lang="en-ID" sz="4000" b="1" dirty="0" err="1" smtClean="0"/>
              <a:t>Membuat</a:t>
            </a:r>
            <a:r>
              <a:rPr lang="en-ID" sz="4000" b="1" dirty="0" smtClean="0"/>
              <a:t> </a:t>
            </a:r>
            <a:r>
              <a:rPr lang="en-ID" sz="4000" b="1" dirty="0" err="1" smtClean="0"/>
              <a:t>teks</a:t>
            </a:r>
            <a:r>
              <a:rPr lang="en-ID" sz="4000" b="1" dirty="0" smtClean="0"/>
              <a:t> </a:t>
            </a:r>
            <a:r>
              <a:rPr lang="en-ID" sz="4000" b="1" dirty="0" err="1" smtClean="0"/>
              <a:t>Deskripsi</a:t>
            </a:r>
            <a:r>
              <a:rPr lang="en-ID" sz="4000" b="1" dirty="0" smtClean="0"/>
              <a:t> </a:t>
            </a:r>
            <a:r>
              <a:rPr lang="en-ID" sz="4000" b="1" dirty="0" err="1" smtClean="0"/>
              <a:t>sebagai</a:t>
            </a:r>
            <a:r>
              <a:rPr lang="en-ID" sz="4000" b="1" dirty="0" smtClean="0"/>
              <a:t> </a:t>
            </a:r>
            <a:r>
              <a:rPr lang="en-ID" sz="4000" b="1" dirty="0" err="1" smtClean="0"/>
              <a:t>berikut</a:t>
            </a:r>
            <a:r>
              <a:rPr lang="en-ID" sz="4000" b="1" dirty="0" smtClean="0"/>
              <a:t>:</a:t>
            </a:r>
          </a:p>
          <a:p>
            <a:endParaRPr lang="en-ID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ID" sz="2400" dirty="0" err="1" smtClean="0"/>
              <a:t>Memilih</a:t>
            </a:r>
            <a:r>
              <a:rPr lang="en-ID" sz="2400" dirty="0" smtClean="0"/>
              <a:t> </a:t>
            </a:r>
            <a:r>
              <a:rPr lang="en-ID" sz="2400" dirty="0" err="1" smtClean="0"/>
              <a:t>topik</a:t>
            </a:r>
            <a:r>
              <a:rPr lang="en-ID" sz="2400" dirty="0" smtClean="0"/>
              <a:t> yang </a:t>
            </a:r>
            <a:r>
              <a:rPr lang="en-ID" sz="2400" dirty="0" err="1" smtClean="0"/>
              <a:t>menjadi</a:t>
            </a:r>
            <a:r>
              <a:rPr lang="en-ID" sz="2400" dirty="0" smtClean="0"/>
              <a:t> </a:t>
            </a:r>
            <a:r>
              <a:rPr lang="en-ID" sz="2400" dirty="0" err="1" smtClean="0"/>
              <a:t>dasar</a:t>
            </a:r>
            <a:r>
              <a:rPr lang="en-ID" sz="2400" dirty="0" smtClean="0"/>
              <a:t> </a:t>
            </a:r>
            <a:r>
              <a:rPr lang="en-ID" sz="2400" dirty="0" err="1" smtClean="0"/>
              <a:t>penggambaran</a:t>
            </a:r>
            <a:endParaRPr lang="en-ID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ID" sz="2400" dirty="0" err="1" smtClean="0"/>
              <a:t>Mengadakan</a:t>
            </a:r>
            <a:r>
              <a:rPr lang="en-ID" sz="2400" dirty="0" smtClean="0"/>
              <a:t> </a:t>
            </a:r>
            <a:r>
              <a:rPr lang="en-ID" sz="2400" dirty="0" err="1" smtClean="0"/>
              <a:t>pengamatan</a:t>
            </a:r>
            <a:r>
              <a:rPr lang="en-ID" sz="2400" dirty="0" smtClean="0"/>
              <a:t> </a:t>
            </a:r>
            <a:r>
              <a:rPr lang="en-ID" sz="2400" dirty="0" err="1" smtClean="0"/>
              <a:t>atau</a:t>
            </a:r>
            <a:r>
              <a:rPr lang="en-ID" sz="2400" dirty="0" smtClean="0"/>
              <a:t> </a:t>
            </a:r>
            <a:r>
              <a:rPr lang="en-ID" sz="2400" dirty="0" err="1" smtClean="0"/>
              <a:t>observasi</a:t>
            </a:r>
            <a:r>
              <a:rPr lang="en-ID" sz="2400" dirty="0" smtClean="0"/>
              <a:t> </a:t>
            </a:r>
            <a:r>
              <a:rPr lang="en-ID" sz="2400" dirty="0" err="1" smtClean="0"/>
              <a:t>terhadap</a:t>
            </a:r>
            <a:r>
              <a:rPr lang="en-ID" sz="2400" dirty="0" smtClean="0"/>
              <a:t> </a:t>
            </a:r>
            <a:r>
              <a:rPr lang="en-ID" sz="2400" dirty="0" err="1" smtClean="0"/>
              <a:t>objek</a:t>
            </a:r>
            <a:endParaRPr lang="en-ID" sz="2400" dirty="0" smtClean="0"/>
          </a:p>
          <a:p>
            <a:pPr marL="457200" indent="-457200">
              <a:buFont typeface="+mj-lt"/>
              <a:buAutoNum type="arabicPeriod"/>
            </a:pPr>
            <a:endParaRPr lang="en-ID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ID" sz="2400" dirty="0" err="1" smtClean="0"/>
              <a:t>Mengumpulakan</a:t>
            </a:r>
            <a:r>
              <a:rPr lang="en-ID" sz="2400" dirty="0" smtClean="0"/>
              <a:t> data </a:t>
            </a:r>
            <a:r>
              <a:rPr lang="en-ID" sz="2400" dirty="0" err="1" smtClean="0"/>
              <a:t>berupa</a:t>
            </a:r>
            <a:r>
              <a:rPr lang="en-ID" sz="2400" dirty="0" smtClean="0"/>
              <a:t> </a:t>
            </a:r>
            <a:r>
              <a:rPr lang="en-ID" sz="2400" dirty="0" err="1" smtClean="0"/>
              <a:t>contoh</a:t>
            </a:r>
            <a:r>
              <a:rPr lang="en-ID" sz="2400" dirty="0" smtClean="0"/>
              <a:t>, </a:t>
            </a:r>
            <a:r>
              <a:rPr lang="en-ID" sz="2400" dirty="0" err="1" smtClean="0"/>
              <a:t>gambar</a:t>
            </a:r>
            <a:r>
              <a:rPr lang="en-ID" sz="2400" dirty="0" smtClean="0"/>
              <a:t>, </a:t>
            </a:r>
            <a:r>
              <a:rPr lang="en-ID" sz="2400" dirty="0" err="1" smtClean="0"/>
              <a:t>angka,grafik</a:t>
            </a:r>
            <a:r>
              <a:rPr lang="en-ID" sz="2400" dirty="0" smtClean="0"/>
              <a:t>, </a:t>
            </a:r>
            <a:r>
              <a:rPr lang="en-ID" sz="2400" dirty="0" err="1" smtClean="0"/>
              <a:t>atau</a:t>
            </a:r>
            <a:r>
              <a:rPr lang="en-ID" sz="2400" dirty="0" smtClean="0"/>
              <a:t> data </a:t>
            </a:r>
            <a:r>
              <a:rPr lang="en-ID" sz="2400" dirty="0" err="1" smtClean="0"/>
              <a:t>statistik</a:t>
            </a:r>
            <a:r>
              <a:rPr lang="en-ID" sz="2400" dirty="0" smtClean="0"/>
              <a:t>, </a:t>
            </a:r>
            <a:r>
              <a:rPr lang="en-ID" sz="2400" dirty="0" err="1" smtClean="0"/>
              <a:t>sebagai</a:t>
            </a:r>
            <a:r>
              <a:rPr lang="en-ID" sz="2400" dirty="0" smtClean="0"/>
              <a:t> </a:t>
            </a:r>
            <a:r>
              <a:rPr lang="en-ID" sz="2400" dirty="0" err="1" smtClean="0"/>
              <a:t>ilustrasi</a:t>
            </a:r>
            <a:r>
              <a:rPr lang="en-ID" sz="2400" dirty="0" smtClean="0"/>
              <a:t> </a:t>
            </a:r>
            <a:r>
              <a:rPr lang="en-ID" sz="2400" dirty="0" err="1" smtClean="0"/>
              <a:t>pendukung</a:t>
            </a:r>
            <a:endParaRPr lang="en-ID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ID" sz="2400" dirty="0" err="1" smtClean="0"/>
              <a:t>Menetapkan</a:t>
            </a:r>
            <a:r>
              <a:rPr lang="en-ID" sz="2400" dirty="0" smtClean="0"/>
              <a:t> </a:t>
            </a:r>
            <a:r>
              <a:rPr lang="en-ID" sz="2400" dirty="0" err="1" smtClean="0"/>
              <a:t>pola</a:t>
            </a:r>
            <a:r>
              <a:rPr lang="en-ID" sz="2400" dirty="0" smtClean="0"/>
              <a:t> </a:t>
            </a:r>
            <a:r>
              <a:rPr lang="en-ID" sz="2400" dirty="0" err="1" smtClean="0"/>
              <a:t>pengembang</a:t>
            </a:r>
            <a:r>
              <a:rPr lang="en-ID" sz="2400" dirty="0" smtClean="0"/>
              <a:t> </a:t>
            </a:r>
            <a:r>
              <a:rPr lang="en-ID" sz="2400" dirty="0" err="1" smtClean="0"/>
              <a:t>sesuai</a:t>
            </a:r>
            <a:endParaRPr lang="en-ID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ID" sz="2400" dirty="0" err="1" smtClean="0"/>
              <a:t>Menyusun</a:t>
            </a:r>
            <a:r>
              <a:rPr lang="en-ID" sz="2400" dirty="0" smtClean="0"/>
              <a:t> </a:t>
            </a:r>
            <a:r>
              <a:rPr lang="en-ID" sz="2400" dirty="0" err="1" smtClean="0"/>
              <a:t>kerangka</a:t>
            </a:r>
            <a:r>
              <a:rPr lang="en-ID" sz="2400" dirty="0" smtClean="0"/>
              <a:t> </a:t>
            </a:r>
            <a:r>
              <a:rPr lang="en-ID" sz="2400" dirty="0" err="1" smtClean="0"/>
              <a:t>karangan</a:t>
            </a:r>
            <a:r>
              <a:rPr lang="en-ID" sz="2400" dirty="0" smtClean="0"/>
              <a:t> </a:t>
            </a:r>
            <a:r>
              <a:rPr lang="en-ID" sz="2400" dirty="0" err="1" smtClean="0"/>
              <a:t>berupa</a:t>
            </a:r>
            <a:r>
              <a:rPr lang="en-ID" sz="2400" dirty="0" smtClean="0"/>
              <a:t> </a:t>
            </a:r>
            <a:r>
              <a:rPr lang="en-ID" sz="2400" dirty="0" err="1" smtClean="0"/>
              <a:t>ide</a:t>
            </a:r>
            <a:r>
              <a:rPr lang="en-ID" sz="2400" dirty="0" smtClean="0"/>
              <a:t> </a:t>
            </a:r>
            <a:r>
              <a:rPr lang="en-ID" sz="2400" dirty="0" err="1" smtClean="0"/>
              <a:t>pokokatau</a:t>
            </a:r>
            <a:r>
              <a:rPr lang="en-ID" sz="2400" dirty="0" smtClean="0"/>
              <a:t> </a:t>
            </a:r>
            <a:r>
              <a:rPr lang="en-ID" sz="2400" dirty="0" err="1" smtClean="0"/>
              <a:t>gagasan</a:t>
            </a:r>
            <a:r>
              <a:rPr lang="en-ID" sz="2400" dirty="0" smtClean="0"/>
              <a:t> </a:t>
            </a:r>
            <a:r>
              <a:rPr lang="en-ID" sz="2400" dirty="0" err="1" smtClean="0"/>
              <a:t>dasar</a:t>
            </a:r>
            <a:r>
              <a:rPr lang="en-ID" sz="2400" dirty="0" smtClean="0"/>
              <a:t> </a:t>
            </a:r>
            <a:r>
              <a:rPr lang="en-ID" sz="2400" dirty="0" err="1" smtClean="0"/>
              <a:t>tiap</a:t>
            </a:r>
            <a:r>
              <a:rPr lang="en-ID" sz="2400" dirty="0" smtClean="0"/>
              <a:t> </a:t>
            </a:r>
            <a:r>
              <a:rPr lang="en-ID" sz="2400" dirty="0" err="1" smtClean="0"/>
              <a:t>paragraf</a:t>
            </a:r>
            <a:endParaRPr lang="en-ID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ID" sz="2400" dirty="0" err="1" smtClean="0"/>
              <a:t>Mengembangkan</a:t>
            </a:r>
            <a:r>
              <a:rPr lang="en-ID" sz="2400" dirty="0" smtClean="0"/>
              <a:t> </a:t>
            </a:r>
            <a:r>
              <a:rPr lang="en-ID" sz="2400" dirty="0" err="1" smtClean="0"/>
              <a:t>kerangka</a:t>
            </a:r>
            <a:r>
              <a:rPr lang="en-ID" sz="2400" dirty="0" smtClean="0"/>
              <a:t> </a:t>
            </a:r>
            <a:r>
              <a:rPr lang="en-ID" sz="2400" dirty="0" err="1" smtClean="0"/>
              <a:t>menjadi</a:t>
            </a:r>
            <a:r>
              <a:rPr lang="en-ID" sz="2400" dirty="0" smtClean="0"/>
              <a:t> </a:t>
            </a:r>
            <a:r>
              <a:rPr lang="en-ID" sz="2400" dirty="0" err="1" smtClean="0"/>
              <a:t>paragraf</a:t>
            </a:r>
            <a:r>
              <a:rPr lang="en-ID" sz="2400" dirty="0" smtClean="0"/>
              <a:t> </a:t>
            </a:r>
            <a:r>
              <a:rPr lang="en-ID" sz="2400" dirty="0" err="1" smtClean="0"/>
              <a:t>untuh</a:t>
            </a:r>
            <a:r>
              <a:rPr lang="en-ID" sz="2400" dirty="0" smtClean="0"/>
              <a:t> </a:t>
            </a:r>
            <a:r>
              <a:rPr lang="en-ID" sz="2400" dirty="0" err="1" smtClean="0"/>
              <a:t>menggunakan</a:t>
            </a:r>
            <a:r>
              <a:rPr lang="en-ID" sz="2400" dirty="0" smtClean="0"/>
              <a:t> </a:t>
            </a:r>
            <a:r>
              <a:rPr lang="en-ID" sz="2400" dirty="0" err="1" smtClean="0"/>
              <a:t>kalimat-kalimat</a:t>
            </a:r>
            <a:r>
              <a:rPr lang="en-ID" sz="2400" dirty="0" smtClean="0"/>
              <a:t> </a:t>
            </a:r>
            <a:r>
              <a:rPr lang="en-ID" sz="2400" dirty="0" err="1" smtClean="0"/>
              <a:t>ang</a:t>
            </a:r>
            <a:r>
              <a:rPr lang="en-ID" sz="2400" dirty="0" smtClean="0"/>
              <a:t> </a:t>
            </a:r>
            <a:r>
              <a:rPr lang="en-ID" sz="2400" dirty="0" err="1" smtClean="0"/>
              <a:t>efektif</a:t>
            </a:r>
            <a:r>
              <a:rPr lang="en-ID" sz="2400" dirty="0" smtClean="0"/>
              <a:t> yang </a:t>
            </a:r>
            <a:r>
              <a:rPr lang="en-ID" sz="2400" dirty="0" err="1" smtClean="0"/>
              <a:t>logis</a:t>
            </a:r>
            <a:r>
              <a:rPr lang="en-ID" sz="2400" dirty="0" smtClean="0"/>
              <a:t> </a:t>
            </a:r>
            <a:r>
              <a:rPr lang="en-ID" sz="2400" dirty="0" err="1" smtClean="0"/>
              <a:t>dan</a:t>
            </a:r>
            <a:r>
              <a:rPr lang="en-ID" sz="2400" dirty="0" smtClean="0"/>
              <a:t> </a:t>
            </a:r>
            <a:r>
              <a:rPr lang="en-ID" sz="2400" dirty="0" err="1" smtClean="0"/>
              <a:t>padu</a:t>
            </a:r>
            <a:r>
              <a:rPr lang="en-ID" sz="24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ID" sz="2400" dirty="0"/>
          </a:p>
        </p:txBody>
      </p:sp>
    </p:spTree>
    <p:extLst>
      <p:ext uri="{BB962C8B-B14F-4D97-AF65-F5344CB8AC3E}">
        <p14:creationId xmlns="" xmlns:p14="http://schemas.microsoft.com/office/powerpoint/2010/main" val="391602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BA498A4-C115-45DE-918E-BCD4D412C9B1}"/>
              </a:ext>
            </a:extLst>
          </p:cNvPr>
          <p:cNvSpPr txBox="1"/>
          <p:nvPr/>
        </p:nvSpPr>
        <p:spPr>
          <a:xfrm>
            <a:off x="862148" y="705393"/>
            <a:ext cx="10972801" cy="5757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4000" dirty="0" err="1" smtClean="0">
                <a:ea typeface="Calibri" panose="020F0502020204030204" pitchFamily="34" charset="0"/>
                <a:cs typeface="Times New Roman" panose="02020603050405020304" pitchFamily="18" charset="0"/>
              </a:rPr>
              <a:t>Struktur</a:t>
            </a:r>
            <a:r>
              <a:rPr lang="en-ID" sz="4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4000" dirty="0" err="1" smtClean="0">
                <a:ea typeface="Calibri" panose="020F0502020204030204" pitchFamily="34" charset="0"/>
                <a:cs typeface="Times New Roman" panose="02020603050405020304" pitchFamily="18" charset="0"/>
              </a:rPr>
              <a:t>Kebahasaan</a:t>
            </a:r>
            <a:r>
              <a:rPr lang="en-ID" sz="4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4000" dirty="0" err="1" smtClean="0">
                <a:ea typeface="Calibri" panose="020F0502020204030204" pitchFamily="34" charset="0"/>
                <a:cs typeface="Times New Roman" panose="02020603050405020304" pitchFamily="18" charset="0"/>
              </a:rPr>
              <a:t>teks</a:t>
            </a:r>
            <a:r>
              <a:rPr lang="en-ID" sz="4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4000" dirty="0" err="1" smtClean="0">
                <a:ea typeface="Calibri" panose="020F0502020204030204" pitchFamily="34" charset="0"/>
                <a:cs typeface="Times New Roman" panose="02020603050405020304" pitchFamily="18" charset="0"/>
              </a:rPr>
              <a:t>Deskripsi</a:t>
            </a:r>
            <a:endParaRPr lang="en-ID" sz="4000" dirty="0" smtClean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sv-SE" sz="2400" dirty="0" smtClean="0"/>
              <a:t>Pengertian kalimat umum adalah kalimat yang menyampaikan informasi secara luas dan tidak terperinci mengenai suatu hal. </a:t>
            </a:r>
          </a:p>
          <a:p>
            <a:endParaRPr lang="sv-SE" sz="2400" dirty="0" smtClean="0"/>
          </a:p>
          <a:p>
            <a:r>
              <a:rPr lang="sv-SE" sz="2400" dirty="0" smtClean="0"/>
              <a:t>Contoh :</a:t>
            </a:r>
          </a:p>
          <a:p>
            <a:pPr fontAlgn="ctr"/>
            <a:r>
              <a:rPr lang="en-US" sz="2400" dirty="0" smtClean="0"/>
              <a:t>"</a:t>
            </a:r>
            <a:r>
              <a:rPr lang="en-US" sz="2400" dirty="0" err="1" smtClean="0"/>
              <a:t>Bunga</a:t>
            </a:r>
            <a:r>
              <a:rPr lang="en-US" sz="2400" dirty="0" smtClean="0"/>
              <a:t> </a:t>
            </a:r>
            <a:r>
              <a:rPr lang="en-US" sz="2400" dirty="0" err="1" smtClean="0"/>
              <a:t>itu</a:t>
            </a:r>
            <a:r>
              <a:rPr lang="en-US" sz="2400" dirty="0" smtClean="0"/>
              <a:t> </a:t>
            </a:r>
            <a:r>
              <a:rPr lang="en-US" sz="2400" dirty="0" err="1" smtClean="0"/>
              <a:t>indah</a:t>
            </a:r>
            <a:r>
              <a:rPr lang="en-US" sz="2400" dirty="0" smtClean="0"/>
              <a:t>." (</a:t>
            </a:r>
            <a:r>
              <a:rPr lang="en-US" sz="2400" dirty="0" err="1" smtClean="0"/>
              <a:t>Tidak</a:t>
            </a:r>
            <a:r>
              <a:rPr lang="en-US" sz="2400" dirty="0" smtClean="0"/>
              <a:t> </a:t>
            </a:r>
            <a:r>
              <a:rPr lang="en-US" sz="2400" dirty="0" err="1" smtClean="0"/>
              <a:t>menyebutkan</a:t>
            </a:r>
            <a:r>
              <a:rPr lang="en-US" sz="2400" dirty="0" smtClean="0"/>
              <a:t> </a:t>
            </a:r>
            <a:r>
              <a:rPr lang="en-US" sz="2400" dirty="0" err="1" smtClean="0"/>
              <a:t>jenis</a:t>
            </a:r>
            <a:r>
              <a:rPr lang="en-US" sz="2400" dirty="0" smtClean="0"/>
              <a:t> </a:t>
            </a:r>
            <a:r>
              <a:rPr lang="en-US" sz="2400" dirty="0" err="1" smtClean="0"/>
              <a:t>bunga</a:t>
            </a:r>
            <a:r>
              <a:rPr lang="en-US" sz="2400" dirty="0" smtClean="0"/>
              <a:t> </a:t>
            </a:r>
            <a:r>
              <a:rPr lang="en-US" sz="2400" dirty="0" err="1" smtClean="0"/>
              <a:t>apa</a:t>
            </a:r>
            <a:r>
              <a:rPr lang="en-US" sz="2400" dirty="0" smtClean="0"/>
              <a:t>, </a:t>
            </a:r>
            <a:r>
              <a:rPr lang="en-US" sz="2400" dirty="0" err="1" smtClean="0"/>
              <a:t>warna</a:t>
            </a:r>
            <a:r>
              <a:rPr lang="en-US" sz="2400" dirty="0" smtClean="0"/>
              <a:t> </a:t>
            </a:r>
            <a:r>
              <a:rPr lang="en-US" sz="2400" dirty="0" err="1" smtClean="0"/>
              <a:t>apa</a:t>
            </a:r>
            <a:r>
              <a:rPr lang="en-US" sz="2400" dirty="0" smtClean="0"/>
              <a:t>, </a:t>
            </a:r>
            <a:r>
              <a:rPr lang="en-US" sz="2400" dirty="0" err="1" smtClean="0"/>
              <a:t>atau</a:t>
            </a:r>
            <a:r>
              <a:rPr lang="en-US" sz="2400" dirty="0" smtClean="0"/>
              <a:t> </a:t>
            </a:r>
            <a:r>
              <a:rPr lang="en-US" sz="2400" dirty="0" err="1" smtClean="0"/>
              <a:t>bagaimana</a:t>
            </a:r>
            <a:r>
              <a:rPr lang="en-US" sz="2400" dirty="0" smtClean="0"/>
              <a:t> </a:t>
            </a:r>
            <a:r>
              <a:rPr lang="en-US" sz="2400" dirty="0" err="1" smtClean="0"/>
              <a:t>keindahannya</a:t>
            </a:r>
            <a:r>
              <a:rPr lang="en-US" sz="2400" dirty="0" smtClean="0"/>
              <a:t>). </a:t>
            </a:r>
          </a:p>
          <a:p>
            <a:endParaRPr lang="sv-SE" sz="2400" b="1" dirty="0" smtClean="0"/>
          </a:p>
          <a:p>
            <a:r>
              <a:rPr lang="en-US" sz="2400" b="1" dirty="0" err="1" smtClean="0"/>
              <a:t>Pengertian</a:t>
            </a:r>
            <a:r>
              <a:rPr lang="en-US" sz="2400" b="1" dirty="0" smtClean="0"/>
              <a:t> </a:t>
            </a:r>
            <a:r>
              <a:rPr lang="en-US" sz="2400" b="1" dirty="0" err="1" smtClean="0"/>
              <a:t>Kalimat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khusus</a:t>
            </a:r>
            <a:r>
              <a:rPr lang="en-US" sz="2400" b="1" dirty="0" smtClean="0"/>
              <a:t> </a:t>
            </a:r>
            <a:r>
              <a:rPr lang="en-US" sz="2400" dirty="0" err="1" smtClean="0"/>
              <a:t>adalah</a:t>
            </a:r>
            <a:r>
              <a:rPr lang="en-US" sz="2400" dirty="0" smtClean="0"/>
              <a:t> </a:t>
            </a:r>
            <a:r>
              <a:rPr lang="en-US" sz="2400" dirty="0" err="1" smtClean="0"/>
              <a:t>kalimat</a:t>
            </a:r>
            <a:r>
              <a:rPr lang="en-US" sz="2400" dirty="0" smtClean="0"/>
              <a:t> yang </a:t>
            </a:r>
            <a:r>
              <a:rPr lang="en-US" sz="2400" dirty="0" err="1" smtClean="0"/>
              <a:t>menyampaikan</a:t>
            </a:r>
            <a:r>
              <a:rPr lang="en-US" sz="2400" dirty="0" smtClean="0"/>
              <a:t> </a:t>
            </a:r>
            <a:r>
              <a:rPr lang="en-US" sz="2400" dirty="0" err="1" smtClean="0"/>
              <a:t>informasi</a:t>
            </a:r>
            <a:r>
              <a:rPr lang="en-US" sz="2400" dirty="0" smtClean="0"/>
              <a:t> </a:t>
            </a:r>
            <a:r>
              <a:rPr lang="en-US" sz="2400" dirty="0" err="1" smtClean="0"/>
              <a:t>secara</a:t>
            </a:r>
            <a:r>
              <a:rPr lang="en-US" sz="2400" dirty="0" smtClean="0"/>
              <a:t> </a:t>
            </a:r>
            <a:r>
              <a:rPr lang="en-US" sz="2400" dirty="0" err="1" smtClean="0"/>
              <a:t>lebih</a:t>
            </a:r>
            <a:r>
              <a:rPr lang="en-US" sz="2400" dirty="0" smtClean="0"/>
              <a:t> </a:t>
            </a:r>
            <a:r>
              <a:rPr lang="en-US" sz="2400" dirty="0" err="1" smtClean="0"/>
              <a:t>spesifik</a:t>
            </a:r>
            <a:r>
              <a:rPr lang="en-US" sz="2400" dirty="0" smtClean="0"/>
              <a:t> </a:t>
            </a:r>
            <a:r>
              <a:rPr lang="en-US" sz="2400" dirty="0" err="1" smtClean="0"/>
              <a:t>dan</a:t>
            </a:r>
            <a:r>
              <a:rPr lang="en-US" sz="2400" dirty="0" smtClean="0"/>
              <a:t> </a:t>
            </a:r>
            <a:r>
              <a:rPr lang="en-US" sz="2400" dirty="0" err="1" smtClean="0"/>
              <a:t>terperinci</a:t>
            </a:r>
            <a:r>
              <a:rPr lang="en-US" sz="2400" dirty="0" smtClean="0"/>
              <a:t> </a:t>
            </a:r>
            <a:r>
              <a:rPr lang="en-US" sz="2400" dirty="0" err="1" smtClean="0"/>
              <a:t>mengenai</a:t>
            </a:r>
            <a:r>
              <a:rPr lang="en-US" sz="2400" dirty="0" smtClean="0"/>
              <a:t> </a:t>
            </a:r>
            <a:r>
              <a:rPr lang="en-US" sz="2400" dirty="0" err="1" smtClean="0"/>
              <a:t>suatu</a:t>
            </a:r>
            <a:r>
              <a:rPr lang="en-US" sz="2400" dirty="0" smtClean="0"/>
              <a:t> </a:t>
            </a:r>
            <a:r>
              <a:rPr lang="en-US" sz="2400" dirty="0" err="1" smtClean="0"/>
              <a:t>hal</a:t>
            </a:r>
            <a:r>
              <a:rPr lang="en-US" sz="2400" dirty="0" smtClean="0"/>
              <a:t>. </a:t>
            </a:r>
          </a:p>
          <a:p>
            <a:endParaRPr lang="en-US" sz="2400" b="1" dirty="0" smtClean="0"/>
          </a:p>
          <a:p>
            <a:r>
              <a:rPr lang="en-US" sz="2400" b="1" dirty="0" err="1" smtClean="0"/>
              <a:t>Contoh</a:t>
            </a:r>
            <a:r>
              <a:rPr lang="en-US" sz="2400" b="1" dirty="0" smtClean="0"/>
              <a:t>:</a:t>
            </a:r>
            <a:r>
              <a:rPr lang="en-US" sz="2400" dirty="0" smtClean="0"/>
              <a:t> "</a:t>
            </a:r>
            <a:r>
              <a:rPr lang="en-US" sz="2400" dirty="0" err="1" smtClean="0"/>
              <a:t>Mawar</a:t>
            </a:r>
            <a:r>
              <a:rPr lang="en-US" sz="2400" dirty="0" smtClean="0"/>
              <a:t> </a:t>
            </a:r>
            <a:r>
              <a:rPr lang="en-US" sz="2400" dirty="0" err="1" smtClean="0"/>
              <a:t>merah</a:t>
            </a:r>
            <a:r>
              <a:rPr lang="en-US" sz="2400" dirty="0" smtClean="0"/>
              <a:t> </a:t>
            </a:r>
            <a:r>
              <a:rPr lang="en-US" sz="2400" dirty="0" err="1" smtClean="0"/>
              <a:t>itu</a:t>
            </a:r>
            <a:r>
              <a:rPr lang="en-US" sz="2400" dirty="0" smtClean="0"/>
              <a:t> </a:t>
            </a:r>
            <a:r>
              <a:rPr lang="en-US" sz="2400" dirty="0" err="1" smtClean="0"/>
              <a:t>sangat</a:t>
            </a:r>
            <a:r>
              <a:rPr lang="en-US" sz="2400" dirty="0" smtClean="0"/>
              <a:t> </a:t>
            </a:r>
            <a:r>
              <a:rPr lang="en-US" sz="2400" dirty="0" err="1" smtClean="0"/>
              <a:t>harum</a:t>
            </a:r>
            <a:r>
              <a:rPr lang="en-US" sz="2400" dirty="0" smtClean="0"/>
              <a:t>." (</a:t>
            </a:r>
            <a:r>
              <a:rPr lang="en-US" sz="2400" dirty="0" err="1" smtClean="0"/>
              <a:t>Menyebutkan</a:t>
            </a:r>
            <a:r>
              <a:rPr lang="en-US" sz="2400" dirty="0" smtClean="0"/>
              <a:t> </a:t>
            </a:r>
            <a:r>
              <a:rPr lang="en-US" sz="2400" dirty="0" err="1" smtClean="0"/>
              <a:t>jenis</a:t>
            </a:r>
            <a:r>
              <a:rPr lang="en-US" sz="2400" dirty="0" smtClean="0"/>
              <a:t> </a:t>
            </a:r>
            <a:r>
              <a:rPr lang="en-US" sz="2400" dirty="0" err="1" smtClean="0"/>
              <a:t>bunga</a:t>
            </a:r>
            <a:r>
              <a:rPr lang="en-US" sz="2400" dirty="0" smtClean="0"/>
              <a:t> </a:t>
            </a:r>
            <a:r>
              <a:rPr lang="en-US" sz="2400" dirty="0" err="1" smtClean="0"/>
              <a:t>mawar</a:t>
            </a:r>
            <a:r>
              <a:rPr lang="en-US" sz="2400" dirty="0" smtClean="0"/>
              <a:t>, </a:t>
            </a:r>
            <a:r>
              <a:rPr lang="en-US" sz="2400" dirty="0" err="1" smtClean="0"/>
              <a:t>warnanya</a:t>
            </a:r>
            <a:r>
              <a:rPr lang="en-US" sz="2400" dirty="0" smtClean="0"/>
              <a:t> </a:t>
            </a:r>
            <a:r>
              <a:rPr lang="en-US" sz="2400" dirty="0" err="1" smtClean="0"/>
              <a:t>merah</a:t>
            </a:r>
            <a:r>
              <a:rPr lang="en-US" sz="2400" dirty="0" smtClean="0"/>
              <a:t>, </a:t>
            </a:r>
            <a:r>
              <a:rPr lang="en-US" sz="2400" dirty="0" err="1" smtClean="0"/>
              <a:t>dan</a:t>
            </a:r>
            <a:r>
              <a:rPr lang="en-US" sz="2400" dirty="0" smtClean="0"/>
              <a:t> </a:t>
            </a:r>
            <a:r>
              <a:rPr lang="en-US" sz="2400" dirty="0" err="1" smtClean="0"/>
              <a:t>memiliki</a:t>
            </a:r>
            <a:r>
              <a:rPr lang="en-US" sz="2400" dirty="0" smtClean="0"/>
              <a:t> </a:t>
            </a:r>
            <a:r>
              <a:rPr lang="en-US" sz="2400" dirty="0" err="1" smtClean="0"/>
              <a:t>keharuman</a:t>
            </a:r>
            <a:r>
              <a:rPr lang="en-US" sz="2400" dirty="0" smtClean="0"/>
              <a:t>). </a:t>
            </a:r>
          </a:p>
          <a:p>
            <a:endParaRPr lang="sv-SE" sz="1000" dirty="0" smtClean="0"/>
          </a:p>
          <a:p>
            <a:endParaRPr lang="sv-SE" sz="1000" dirty="0" smtClean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1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ID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0471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Mama Rara\Downloads\WhatsApp Image 2025-07-29 at 23.53.43.jpeg"/>
          <p:cNvPicPr>
            <a:picLocks noChangeAspect="1" noChangeArrowheads="1"/>
          </p:cNvPicPr>
          <p:nvPr/>
        </p:nvPicPr>
        <p:blipFill>
          <a:blip r:embed="rId2" cstate="print"/>
          <a:srcRect l="3851" t="11238" b="36381"/>
          <a:stretch>
            <a:fillRect/>
          </a:stretch>
        </p:blipFill>
        <p:spPr bwMode="auto">
          <a:xfrm>
            <a:off x="1828800" y="156756"/>
            <a:ext cx="8908869" cy="65314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205" y="548640"/>
            <a:ext cx="11273245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dirty="0" err="1" smtClean="0"/>
              <a:t>Kata</a:t>
            </a:r>
            <a:r>
              <a:rPr lang="en-US" sz="4000" dirty="0" smtClean="0"/>
              <a:t> </a:t>
            </a:r>
            <a:r>
              <a:rPr lang="en-US" sz="4000" dirty="0" err="1" smtClean="0"/>
              <a:t>sifat</a:t>
            </a:r>
            <a:endParaRPr lang="en-US" sz="4000" dirty="0" smtClean="0"/>
          </a:p>
          <a:p>
            <a:pPr algn="just"/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kata</a:t>
            </a:r>
            <a:r>
              <a:rPr lang="en-US" dirty="0" smtClean="0"/>
              <a:t> yang </a:t>
            </a:r>
            <a:r>
              <a:rPr lang="en-US" dirty="0" err="1" smtClean="0"/>
              <a:t>menerangkan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keadaan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benda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orang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err="1" smtClean="0"/>
              <a:t>Jenis-jenis</a:t>
            </a:r>
            <a:r>
              <a:rPr lang="en-US" dirty="0" smtClean="0"/>
              <a:t> </a:t>
            </a:r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</a:t>
            </a:r>
            <a:r>
              <a:rPr lang="en-US" dirty="0" err="1" smtClean="0"/>
              <a:t>berdasarkan</a:t>
            </a:r>
            <a:r>
              <a:rPr lang="en-US" dirty="0" smtClean="0"/>
              <a:t> </a:t>
            </a:r>
            <a:r>
              <a:rPr lang="en-US" dirty="0" err="1" smtClean="0"/>
              <a:t>klasifikasinya</a:t>
            </a:r>
            <a:r>
              <a:rPr lang="en-US" dirty="0" smtClean="0"/>
              <a:t>:</a:t>
            </a:r>
          </a:p>
          <a:p>
            <a:pPr algn="just"/>
            <a:r>
              <a:rPr lang="en-US" b="1" dirty="0" smtClean="0"/>
              <a:t>1. </a:t>
            </a:r>
            <a:r>
              <a:rPr lang="en-US" b="1" dirty="0" err="1" smtClean="0">
                <a:hlinkClick r:id="rId2"/>
              </a:rPr>
              <a:t>Kata</a:t>
            </a:r>
            <a:r>
              <a:rPr lang="en-US" b="1" dirty="0" smtClean="0">
                <a:hlinkClick r:id="rId2"/>
              </a:rPr>
              <a:t> </a:t>
            </a:r>
            <a:r>
              <a:rPr lang="en-US" b="1" dirty="0" err="1" smtClean="0">
                <a:hlinkClick r:id="rId2"/>
              </a:rPr>
              <a:t>Sifat</a:t>
            </a:r>
            <a:r>
              <a:rPr lang="en-US" b="1" dirty="0" smtClean="0">
                <a:hlinkClick r:id="rId2"/>
              </a:rPr>
              <a:t> </a:t>
            </a:r>
            <a:r>
              <a:rPr lang="en-US" b="1" dirty="0" err="1" smtClean="0">
                <a:hlinkClick r:id="rId2"/>
              </a:rPr>
              <a:t>Dasar</a:t>
            </a:r>
            <a:endParaRPr lang="en-US" dirty="0" smtClean="0"/>
          </a:p>
          <a:p>
            <a:pPr algn="just"/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mengalami</a:t>
            </a:r>
            <a:r>
              <a:rPr lang="en-US" dirty="0" smtClean="0"/>
              <a:t> </a:t>
            </a:r>
            <a:r>
              <a:rPr lang="en-US" dirty="0" err="1" smtClean="0"/>
              <a:t>perubahan</a:t>
            </a:r>
            <a:r>
              <a:rPr lang="en-US" dirty="0" smtClean="0"/>
              <a:t> </a:t>
            </a:r>
            <a:r>
              <a:rPr lang="en-US" dirty="0" err="1" smtClean="0"/>
              <a:t>bentuk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"</a:t>
            </a:r>
            <a:r>
              <a:rPr lang="en-US" dirty="0" err="1" smtClean="0"/>
              <a:t>manis</a:t>
            </a:r>
            <a:r>
              <a:rPr lang="en-US" dirty="0" smtClean="0"/>
              <a:t>", "</a:t>
            </a:r>
            <a:r>
              <a:rPr lang="en-US" dirty="0" err="1" smtClean="0"/>
              <a:t>tinggi</a:t>
            </a:r>
            <a:r>
              <a:rPr lang="en-US" dirty="0" smtClean="0"/>
              <a:t>", "</a:t>
            </a:r>
            <a:r>
              <a:rPr lang="en-US" dirty="0" err="1" smtClean="0"/>
              <a:t>cantik</a:t>
            </a:r>
            <a:r>
              <a:rPr lang="en-US" dirty="0" smtClean="0"/>
              <a:t>", "</a:t>
            </a:r>
            <a:r>
              <a:rPr lang="en-US" dirty="0" err="1" smtClean="0"/>
              <a:t>bersih</a:t>
            </a:r>
            <a:r>
              <a:rPr lang="en-US" dirty="0" smtClean="0"/>
              <a:t>", "</a:t>
            </a:r>
            <a:r>
              <a:rPr lang="en-US" dirty="0" err="1" smtClean="0"/>
              <a:t>kuat</a:t>
            </a:r>
            <a:r>
              <a:rPr lang="en-US" dirty="0" smtClean="0"/>
              <a:t>", "</a:t>
            </a:r>
            <a:r>
              <a:rPr lang="en-US" dirty="0" err="1" smtClean="0"/>
              <a:t>ramah</a:t>
            </a:r>
            <a:r>
              <a:rPr lang="en-US" dirty="0" smtClean="0"/>
              <a:t>", "</a:t>
            </a:r>
            <a:r>
              <a:rPr lang="en-US" dirty="0" err="1" smtClean="0"/>
              <a:t>baik</a:t>
            </a:r>
            <a:r>
              <a:rPr lang="en-US" dirty="0" smtClean="0"/>
              <a:t>", "</a:t>
            </a:r>
            <a:r>
              <a:rPr lang="en-US" dirty="0" err="1" smtClean="0"/>
              <a:t>besar</a:t>
            </a:r>
            <a:r>
              <a:rPr lang="en-US" dirty="0" smtClean="0"/>
              <a:t>", </a:t>
            </a:r>
            <a:r>
              <a:rPr lang="en-US" dirty="0" err="1" smtClean="0"/>
              <a:t>dan</a:t>
            </a:r>
            <a:r>
              <a:rPr lang="en-US" dirty="0" smtClean="0"/>
              <a:t> "</a:t>
            </a:r>
            <a:r>
              <a:rPr lang="en-US" dirty="0" err="1" smtClean="0"/>
              <a:t>kecil</a:t>
            </a:r>
            <a:r>
              <a:rPr lang="en-US" dirty="0" smtClean="0"/>
              <a:t>".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2. </a:t>
            </a:r>
            <a:r>
              <a:rPr lang="en-US" b="1" dirty="0" err="1" smtClean="0">
                <a:hlinkClick r:id="rId3"/>
              </a:rPr>
              <a:t>Kata</a:t>
            </a:r>
            <a:r>
              <a:rPr lang="en-US" b="1" dirty="0" smtClean="0">
                <a:hlinkClick r:id="rId3"/>
              </a:rPr>
              <a:t> </a:t>
            </a:r>
            <a:r>
              <a:rPr lang="en-US" b="1" dirty="0" err="1" smtClean="0">
                <a:hlinkClick r:id="rId3"/>
              </a:rPr>
              <a:t>Sifat</a:t>
            </a:r>
            <a:r>
              <a:rPr lang="en-US" b="1" dirty="0" smtClean="0">
                <a:hlinkClick r:id="rId3"/>
              </a:rPr>
              <a:t> </a:t>
            </a:r>
            <a:r>
              <a:rPr lang="en-US" b="1" dirty="0" err="1" smtClean="0">
                <a:hlinkClick r:id="rId3"/>
              </a:rPr>
              <a:t>Imbuhan</a:t>
            </a:r>
            <a:endParaRPr lang="en-US" dirty="0" smtClean="0"/>
          </a:p>
          <a:p>
            <a:pPr algn="just"/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yang </a:t>
            </a:r>
            <a:r>
              <a:rPr lang="en-US" dirty="0" err="1" smtClean="0"/>
              <a:t>dibentuk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menambahkan</a:t>
            </a:r>
            <a:r>
              <a:rPr lang="en-US" dirty="0" smtClean="0"/>
              <a:t> </a:t>
            </a:r>
            <a:r>
              <a:rPr lang="en-US" dirty="0" err="1" smtClean="0"/>
              <a:t>imbuhan</a:t>
            </a:r>
            <a:r>
              <a:rPr lang="en-US" dirty="0" smtClean="0"/>
              <a:t> (</a:t>
            </a:r>
            <a:r>
              <a:rPr lang="en-US" dirty="0" err="1" smtClean="0"/>
              <a:t>awalan</a:t>
            </a:r>
            <a:r>
              <a:rPr lang="en-US" dirty="0" smtClean="0"/>
              <a:t>, </a:t>
            </a:r>
            <a:r>
              <a:rPr lang="en-US" dirty="0" err="1" smtClean="0"/>
              <a:t>akhiran</a:t>
            </a:r>
            <a:r>
              <a:rPr lang="en-US" dirty="0" smtClean="0"/>
              <a:t>, </a:t>
            </a:r>
            <a:r>
              <a:rPr lang="en-US" dirty="0" err="1" smtClean="0"/>
              <a:t>sisipan</a:t>
            </a:r>
            <a:r>
              <a:rPr lang="en-US" dirty="0" smtClean="0"/>
              <a:t>,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gabungan</a:t>
            </a:r>
            <a:r>
              <a:rPr lang="en-US" dirty="0" smtClean="0"/>
              <a:t>)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dasar</a:t>
            </a:r>
            <a:r>
              <a:rPr lang="en-US" dirty="0" smtClean="0"/>
              <a:t>, </a:t>
            </a:r>
            <a:r>
              <a:rPr lang="en-US" dirty="0" err="1" smtClean="0"/>
              <a:t>contohnya</a:t>
            </a:r>
            <a:r>
              <a:rPr lang="en-US" dirty="0" smtClean="0"/>
              <a:t> "</a:t>
            </a:r>
            <a:r>
              <a:rPr lang="en-US" dirty="0" err="1" smtClean="0"/>
              <a:t>terkuat</a:t>
            </a:r>
            <a:r>
              <a:rPr lang="en-US" dirty="0" smtClean="0"/>
              <a:t>", "</a:t>
            </a:r>
            <a:r>
              <a:rPr lang="en-US" dirty="0" err="1" smtClean="0"/>
              <a:t>terpendek</a:t>
            </a:r>
            <a:r>
              <a:rPr lang="en-US" dirty="0" smtClean="0"/>
              <a:t>", "</a:t>
            </a:r>
            <a:r>
              <a:rPr lang="en-US" dirty="0" err="1" smtClean="0"/>
              <a:t>terlucu</a:t>
            </a:r>
            <a:r>
              <a:rPr lang="en-US" dirty="0" smtClean="0"/>
              <a:t>", "</a:t>
            </a:r>
            <a:r>
              <a:rPr lang="en-US" dirty="0" err="1" smtClean="0"/>
              <a:t>tercepat</a:t>
            </a:r>
            <a:r>
              <a:rPr lang="en-US" dirty="0" smtClean="0"/>
              <a:t>" (</a:t>
            </a:r>
            <a:r>
              <a:rPr lang="en-US" dirty="0" err="1" smtClean="0"/>
              <a:t>awalan</a:t>
            </a:r>
            <a:r>
              <a:rPr lang="en-US" dirty="0" smtClean="0"/>
              <a:t> "</a:t>
            </a:r>
            <a:r>
              <a:rPr lang="en-US" dirty="0" err="1" smtClean="0"/>
              <a:t>ter</a:t>
            </a:r>
            <a:r>
              <a:rPr lang="en-US" dirty="0" smtClean="0"/>
              <a:t>-" </a:t>
            </a:r>
            <a:r>
              <a:rPr lang="en-US" dirty="0" err="1" smtClean="0"/>
              <a:t>menunjukkan</a:t>
            </a:r>
            <a:r>
              <a:rPr lang="en-US" dirty="0" smtClean="0"/>
              <a:t> </a:t>
            </a:r>
            <a:r>
              <a:rPr lang="en-US" dirty="0" err="1" smtClean="0"/>
              <a:t>tingkatan</a:t>
            </a:r>
            <a:r>
              <a:rPr lang="en-US" dirty="0" smtClean="0"/>
              <a:t> paling).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3. </a:t>
            </a:r>
            <a:r>
              <a:rPr lang="en-US" b="1" dirty="0" err="1" smtClean="0">
                <a:hlinkClick r:id="rId4"/>
              </a:rPr>
              <a:t>Kata</a:t>
            </a:r>
            <a:r>
              <a:rPr lang="en-US" b="1" dirty="0" smtClean="0">
                <a:hlinkClick r:id="rId4"/>
              </a:rPr>
              <a:t> </a:t>
            </a:r>
            <a:r>
              <a:rPr lang="en-US" b="1" dirty="0" err="1" smtClean="0">
                <a:hlinkClick r:id="rId4"/>
              </a:rPr>
              <a:t>Sifat</a:t>
            </a:r>
            <a:r>
              <a:rPr lang="en-US" b="1" dirty="0" smtClean="0">
                <a:hlinkClick r:id="rId4"/>
              </a:rPr>
              <a:t> </a:t>
            </a:r>
            <a:r>
              <a:rPr lang="en-US" b="1" dirty="0" err="1" smtClean="0">
                <a:hlinkClick r:id="rId4"/>
              </a:rPr>
              <a:t>Serapan</a:t>
            </a:r>
            <a:endParaRPr lang="en-US" dirty="0" smtClean="0"/>
          </a:p>
          <a:p>
            <a:pPr algn="just"/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yang </a:t>
            </a:r>
            <a:r>
              <a:rPr lang="en-US" dirty="0" err="1" smtClean="0"/>
              <a:t>berasal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bahasa</a:t>
            </a:r>
            <a:r>
              <a:rPr lang="en-US" dirty="0" smtClean="0"/>
              <a:t> lain, </a:t>
            </a:r>
            <a:r>
              <a:rPr lang="en-US" dirty="0" err="1" smtClean="0"/>
              <a:t>seperti</a:t>
            </a:r>
            <a:r>
              <a:rPr lang="en-US" dirty="0" smtClean="0"/>
              <a:t> "</a:t>
            </a:r>
            <a:r>
              <a:rPr lang="en-US" dirty="0" err="1" smtClean="0"/>
              <a:t>amanah</a:t>
            </a:r>
            <a:r>
              <a:rPr lang="en-US" dirty="0" smtClean="0"/>
              <a:t>", "</a:t>
            </a:r>
            <a:r>
              <a:rPr lang="en-US" dirty="0" err="1" smtClean="0"/>
              <a:t>aktif</a:t>
            </a:r>
            <a:r>
              <a:rPr lang="en-US" dirty="0" smtClean="0"/>
              <a:t>", "</a:t>
            </a:r>
            <a:r>
              <a:rPr lang="en-US" dirty="0" err="1" smtClean="0"/>
              <a:t>egois</a:t>
            </a:r>
            <a:r>
              <a:rPr lang="en-US" dirty="0" smtClean="0"/>
              <a:t>", "</a:t>
            </a:r>
            <a:r>
              <a:rPr lang="en-US" dirty="0" err="1" smtClean="0"/>
              <a:t>abadi</a:t>
            </a:r>
            <a:r>
              <a:rPr lang="en-US" dirty="0" smtClean="0"/>
              <a:t>", "</a:t>
            </a:r>
            <a:r>
              <a:rPr lang="en-US" dirty="0" err="1" smtClean="0"/>
              <a:t>positif</a:t>
            </a:r>
            <a:r>
              <a:rPr lang="en-US" dirty="0" smtClean="0"/>
              <a:t>".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4. </a:t>
            </a:r>
            <a:r>
              <a:rPr lang="en-US" b="1" dirty="0" err="1" smtClean="0">
                <a:hlinkClick r:id="rId5"/>
              </a:rPr>
              <a:t>Kata</a:t>
            </a:r>
            <a:r>
              <a:rPr lang="en-US" b="1" dirty="0" smtClean="0">
                <a:hlinkClick r:id="rId5"/>
              </a:rPr>
              <a:t> </a:t>
            </a:r>
            <a:r>
              <a:rPr lang="en-US" b="1" dirty="0" err="1" smtClean="0">
                <a:hlinkClick r:id="rId5"/>
              </a:rPr>
              <a:t>Sifat</a:t>
            </a:r>
            <a:r>
              <a:rPr lang="en-US" b="1" dirty="0" smtClean="0">
                <a:hlinkClick r:id="rId5"/>
              </a:rPr>
              <a:t> </a:t>
            </a:r>
            <a:r>
              <a:rPr lang="en-US" b="1" dirty="0" err="1" smtClean="0">
                <a:hlinkClick r:id="rId5"/>
              </a:rPr>
              <a:t>Reduplikasi</a:t>
            </a:r>
            <a:r>
              <a:rPr lang="en-US" b="1" dirty="0" smtClean="0"/>
              <a:t>(</a:t>
            </a:r>
            <a:r>
              <a:rPr lang="en-US" b="1" dirty="0" err="1" smtClean="0"/>
              <a:t>Berulang-ulang</a:t>
            </a:r>
            <a:r>
              <a:rPr lang="en-US" b="1" dirty="0" smtClean="0"/>
              <a:t>)</a:t>
            </a:r>
            <a:endParaRPr lang="en-US" dirty="0" smtClean="0"/>
          </a:p>
          <a:p>
            <a:pPr algn="just"/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yang </a:t>
            </a:r>
            <a:r>
              <a:rPr lang="en-US" dirty="0" err="1" smtClean="0"/>
              <a:t>diulang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"</a:t>
            </a:r>
            <a:r>
              <a:rPr lang="en-US" dirty="0" err="1" smtClean="0"/>
              <a:t>selamban-lambannya</a:t>
            </a:r>
            <a:r>
              <a:rPr lang="en-US" dirty="0" smtClean="0"/>
              <a:t>", "</a:t>
            </a:r>
            <a:r>
              <a:rPr lang="en-US" dirty="0" err="1" smtClean="0"/>
              <a:t>sepintar-pintarnya</a:t>
            </a:r>
            <a:r>
              <a:rPr lang="en-US" dirty="0" smtClean="0"/>
              <a:t>", "</a:t>
            </a:r>
            <a:r>
              <a:rPr lang="en-US" dirty="0" err="1" smtClean="0"/>
              <a:t>semalas-malasnya</a:t>
            </a:r>
            <a:r>
              <a:rPr lang="en-US" dirty="0" smtClean="0"/>
              <a:t>".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5. </a:t>
            </a:r>
            <a:r>
              <a:rPr lang="en-US" b="1" dirty="0" err="1" smtClean="0">
                <a:solidFill>
                  <a:schemeClr val="accent1"/>
                </a:solidFill>
              </a:rPr>
              <a:t>Kata</a:t>
            </a:r>
            <a:r>
              <a:rPr lang="en-US" b="1" dirty="0" smtClean="0">
                <a:solidFill>
                  <a:schemeClr val="accent1"/>
                </a:solidFill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</a:rPr>
              <a:t>Sifat</a:t>
            </a:r>
            <a:r>
              <a:rPr lang="en-US" b="1" dirty="0" smtClean="0">
                <a:solidFill>
                  <a:schemeClr val="accent1"/>
                </a:solidFill>
              </a:rPr>
              <a:t> </a:t>
            </a:r>
            <a:r>
              <a:rPr lang="en-US" b="1" dirty="0" err="1" smtClean="0">
                <a:solidFill>
                  <a:schemeClr val="accent1"/>
                </a:solidFill>
              </a:rPr>
              <a:t>Majemuk</a:t>
            </a:r>
            <a:r>
              <a:rPr lang="en-US" b="1" dirty="0" smtClean="0">
                <a:solidFill>
                  <a:schemeClr val="accent1"/>
                </a:solidFill>
              </a:rPr>
              <a:t>:</a:t>
            </a:r>
            <a:endParaRPr lang="en-US" dirty="0" smtClean="0">
              <a:solidFill>
                <a:schemeClr val="accent1"/>
              </a:solidFill>
            </a:endParaRPr>
          </a:p>
          <a:p>
            <a:pPr algn="just"/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yang </a:t>
            </a:r>
            <a:r>
              <a:rPr lang="en-US" dirty="0" err="1" smtClean="0"/>
              <a:t>terdiri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dua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kata</a:t>
            </a:r>
            <a:r>
              <a:rPr lang="en-US" dirty="0" smtClean="0"/>
              <a:t> yang </a:t>
            </a:r>
            <a:r>
              <a:rPr lang="en-US" dirty="0" err="1" smtClean="0"/>
              <a:t>digabungkan</a:t>
            </a:r>
            <a:r>
              <a:rPr lang="en-US" dirty="0" smtClean="0"/>
              <a:t>, </a:t>
            </a:r>
            <a:r>
              <a:rPr lang="en-US" dirty="0" err="1" smtClean="0"/>
              <a:t>contohnya</a:t>
            </a:r>
            <a:r>
              <a:rPr lang="en-US" dirty="0" smtClean="0"/>
              <a:t> "</a:t>
            </a:r>
            <a:r>
              <a:rPr lang="en-US" dirty="0" err="1" smtClean="0"/>
              <a:t>panjang</a:t>
            </a:r>
            <a:r>
              <a:rPr lang="en-US" dirty="0" smtClean="0"/>
              <a:t> </a:t>
            </a:r>
            <a:r>
              <a:rPr lang="en-US" dirty="0" err="1" smtClean="0"/>
              <a:t>tangan</a:t>
            </a:r>
            <a:r>
              <a:rPr lang="en-US" dirty="0" smtClean="0"/>
              <a:t>", "</a:t>
            </a:r>
            <a:r>
              <a:rPr lang="en-US" dirty="0" err="1" smtClean="0"/>
              <a:t>kepala</a:t>
            </a:r>
            <a:r>
              <a:rPr lang="en-US" dirty="0" smtClean="0"/>
              <a:t> </a:t>
            </a:r>
            <a:r>
              <a:rPr lang="en-US" dirty="0" err="1" smtClean="0"/>
              <a:t>batu</a:t>
            </a:r>
            <a:r>
              <a:rPr lang="en-US" dirty="0" smtClean="0"/>
              <a:t>", "</a:t>
            </a:r>
            <a:r>
              <a:rPr lang="en-US" dirty="0" err="1" smtClean="0"/>
              <a:t>mulut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", "</a:t>
            </a:r>
            <a:r>
              <a:rPr lang="en-US" dirty="0" err="1" smtClean="0"/>
              <a:t>rendah</a:t>
            </a:r>
            <a:r>
              <a:rPr lang="en-US" dirty="0" smtClean="0"/>
              <a:t> </a:t>
            </a:r>
            <a:r>
              <a:rPr lang="en-US" dirty="0" err="1" smtClean="0"/>
              <a:t>hati</a:t>
            </a:r>
            <a:r>
              <a:rPr lang="en-US" dirty="0" smtClean="0"/>
              <a:t>", "</a:t>
            </a:r>
            <a:r>
              <a:rPr lang="en-US" dirty="0" err="1" smtClean="0"/>
              <a:t>berdarah</a:t>
            </a:r>
            <a:r>
              <a:rPr lang="en-US" dirty="0" smtClean="0"/>
              <a:t> </a:t>
            </a:r>
            <a:r>
              <a:rPr lang="en-US" dirty="0" err="1" smtClean="0"/>
              <a:t>dingin</a:t>
            </a:r>
            <a:r>
              <a:rPr lang="en-US" dirty="0" smtClean="0"/>
              <a:t>".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205" y="548640"/>
            <a:ext cx="11273245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4000" dirty="0" err="1" smtClean="0"/>
              <a:t>Kata</a:t>
            </a:r>
            <a:r>
              <a:rPr lang="en-US" sz="4000" dirty="0" smtClean="0"/>
              <a:t> </a:t>
            </a:r>
            <a:r>
              <a:rPr lang="en-US" sz="4000" dirty="0" err="1" smtClean="0"/>
              <a:t>sifat</a:t>
            </a:r>
            <a:endParaRPr lang="en-US" sz="4000" dirty="0" smtClean="0"/>
          </a:p>
          <a:p>
            <a:pPr algn="just"/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jenis</a:t>
            </a:r>
            <a:r>
              <a:rPr lang="en-US" dirty="0" smtClean="0"/>
              <a:t> </a:t>
            </a:r>
            <a:r>
              <a:rPr lang="en-US" dirty="0" err="1" smtClean="0"/>
              <a:t>kata</a:t>
            </a:r>
            <a:r>
              <a:rPr lang="en-US" dirty="0" smtClean="0"/>
              <a:t> yang </a:t>
            </a:r>
            <a:r>
              <a:rPr lang="en-US" dirty="0" err="1" smtClean="0"/>
              <a:t>menerangkan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keadaan</a:t>
            </a:r>
            <a:r>
              <a:rPr lang="en-US" dirty="0" smtClean="0"/>
              <a:t> </a:t>
            </a:r>
            <a:r>
              <a:rPr lang="en-US" dirty="0" err="1" smtClean="0"/>
              <a:t>suatu</a:t>
            </a:r>
            <a:r>
              <a:rPr lang="en-US" dirty="0" smtClean="0"/>
              <a:t> </a:t>
            </a:r>
            <a:r>
              <a:rPr lang="en-US" dirty="0" err="1" smtClean="0"/>
              <a:t>benda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orang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err="1" smtClean="0"/>
              <a:t>Jenis-jenis</a:t>
            </a:r>
            <a:r>
              <a:rPr lang="en-US" dirty="0" smtClean="0"/>
              <a:t> </a:t>
            </a:r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</a:t>
            </a:r>
            <a:r>
              <a:rPr lang="en-US" dirty="0" err="1" smtClean="0"/>
              <a:t>berdasarkan</a:t>
            </a:r>
            <a:r>
              <a:rPr lang="en-US" dirty="0" smtClean="0"/>
              <a:t> </a:t>
            </a:r>
            <a:r>
              <a:rPr lang="en-US" dirty="0" err="1" smtClean="0"/>
              <a:t>klasifikasinya</a:t>
            </a:r>
            <a:r>
              <a:rPr lang="en-US" dirty="0" smtClean="0"/>
              <a:t>:</a:t>
            </a:r>
          </a:p>
          <a:p>
            <a:pPr algn="just"/>
            <a:r>
              <a:rPr lang="en-US" b="1" dirty="0" smtClean="0"/>
              <a:t>1. </a:t>
            </a:r>
            <a:r>
              <a:rPr lang="en-US" b="1" dirty="0" err="1" smtClean="0">
                <a:hlinkClick r:id="rId2"/>
              </a:rPr>
              <a:t>Kata</a:t>
            </a:r>
            <a:r>
              <a:rPr lang="en-US" b="1" dirty="0" smtClean="0">
                <a:hlinkClick r:id="rId2"/>
              </a:rPr>
              <a:t> </a:t>
            </a:r>
            <a:r>
              <a:rPr lang="en-US" b="1" dirty="0" err="1" smtClean="0">
                <a:hlinkClick r:id="rId2"/>
              </a:rPr>
              <a:t>Sifat</a:t>
            </a:r>
            <a:r>
              <a:rPr lang="en-US" b="1" dirty="0" smtClean="0">
                <a:hlinkClick r:id="rId2"/>
              </a:rPr>
              <a:t> </a:t>
            </a:r>
            <a:r>
              <a:rPr lang="en-US" b="1" dirty="0" err="1" smtClean="0">
                <a:hlinkClick r:id="rId2"/>
              </a:rPr>
              <a:t>Dasar</a:t>
            </a:r>
            <a:endParaRPr lang="en-US" dirty="0" smtClean="0"/>
          </a:p>
          <a:p>
            <a:pPr algn="just"/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mengalami</a:t>
            </a:r>
            <a:r>
              <a:rPr lang="en-US" dirty="0" smtClean="0"/>
              <a:t> </a:t>
            </a:r>
            <a:r>
              <a:rPr lang="en-US" dirty="0" err="1" smtClean="0"/>
              <a:t>perubahan</a:t>
            </a:r>
            <a:r>
              <a:rPr lang="en-US" dirty="0" smtClean="0"/>
              <a:t> </a:t>
            </a:r>
            <a:r>
              <a:rPr lang="en-US" dirty="0" err="1" smtClean="0"/>
              <a:t>bentuk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"</a:t>
            </a:r>
            <a:r>
              <a:rPr lang="en-US" dirty="0" err="1" smtClean="0"/>
              <a:t>manis</a:t>
            </a:r>
            <a:r>
              <a:rPr lang="en-US" dirty="0" smtClean="0"/>
              <a:t>", "</a:t>
            </a:r>
            <a:r>
              <a:rPr lang="en-US" dirty="0" err="1" smtClean="0"/>
              <a:t>tinggi</a:t>
            </a:r>
            <a:r>
              <a:rPr lang="en-US" dirty="0" smtClean="0"/>
              <a:t>", "</a:t>
            </a:r>
            <a:r>
              <a:rPr lang="en-US" dirty="0" err="1" smtClean="0"/>
              <a:t>cantik</a:t>
            </a:r>
            <a:r>
              <a:rPr lang="en-US" dirty="0" smtClean="0"/>
              <a:t>", "</a:t>
            </a:r>
            <a:r>
              <a:rPr lang="en-US" dirty="0" err="1" smtClean="0"/>
              <a:t>bersih</a:t>
            </a:r>
            <a:r>
              <a:rPr lang="en-US" dirty="0" smtClean="0"/>
              <a:t>", "</a:t>
            </a:r>
            <a:r>
              <a:rPr lang="en-US" dirty="0" err="1" smtClean="0"/>
              <a:t>kuat</a:t>
            </a:r>
            <a:r>
              <a:rPr lang="en-US" dirty="0" smtClean="0"/>
              <a:t>", "</a:t>
            </a:r>
            <a:r>
              <a:rPr lang="en-US" dirty="0" err="1" smtClean="0"/>
              <a:t>ramah</a:t>
            </a:r>
            <a:r>
              <a:rPr lang="en-US" dirty="0" smtClean="0"/>
              <a:t>", "</a:t>
            </a:r>
            <a:r>
              <a:rPr lang="en-US" dirty="0" err="1" smtClean="0"/>
              <a:t>baik</a:t>
            </a:r>
            <a:r>
              <a:rPr lang="en-US" dirty="0" smtClean="0"/>
              <a:t>", "</a:t>
            </a:r>
            <a:r>
              <a:rPr lang="en-US" dirty="0" err="1" smtClean="0"/>
              <a:t>besar</a:t>
            </a:r>
            <a:r>
              <a:rPr lang="en-US" dirty="0" smtClean="0"/>
              <a:t>", </a:t>
            </a:r>
            <a:r>
              <a:rPr lang="en-US" dirty="0" err="1" smtClean="0"/>
              <a:t>dan</a:t>
            </a:r>
            <a:r>
              <a:rPr lang="en-US" dirty="0" smtClean="0"/>
              <a:t> "</a:t>
            </a:r>
            <a:r>
              <a:rPr lang="en-US" dirty="0" err="1" smtClean="0"/>
              <a:t>kecil</a:t>
            </a:r>
            <a:r>
              <a:rPr lang="en-US" dirty="0" smtClean="0"/>
              <a:t>".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2. </a:t>
            </a:r>
            <a:r>
              <a:rPr lang="en-US" b="1" dirty="0" err="1" smtClean="0">
                <a:hlinkClick r:id="rId3"/>
              </a:rPr>
              <a:t>Kata</a:t>
            </a:r>
            <a:r>
              <a:rPr lang="en-US" b="1" dirty="0" smtClean="0">
                <a:hlinkClick r:id="rId3"/>
              </a:rPr>
              <a:t> </a:t>
            </a:r>
            <a:r>
              <a:rPr lang="en-US" b="1" dirty="0" err="1" smtClean="0">
                <a:hlinkClick r:id="rId3"/>
              </a:rPr>
              <a:t>Sifat</a:t>
            </a:r>
            <a:r>
              <a:rPr lang="en-US" b="1" dirty="0" smtClean="0">
                <a:hlinkClick r:id="rId3"/>
              </a:rPr>
              <a:t> </a:t>
            </a:r>
            <a:r>
              <a:rPr lang="en-US" b="1" dirty="0" err="1" smtClean="0">
                <a:hlinkClick r:id="rId3"/>
              </a:rPr>
              <a:t>Imbuhan</a:t>
            </a:r>
            <a:endParaRPr lang="en-US" dirty="0" smtClean="0"/>
          </a:p>
          <a:p>
            <a:pPr algn="just"/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yang </a:t>
            </a:r>
            <a:r>
              <a:rPr lang="en-US" dirty="0" err="1" smtClean="0"/>
              <a:t>dibentuk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menambahkan</a:t>
            </a:r>
            <a:r>
              <a:rPr lang="en-US" dirty="0" smtClean="0"/>
              <a:t> </a:t>
            </a:r>
            <a:r>
              <a:rPr lang="en-US" dirty="0" err="1" smtClean="0"/>
              <a:t>imbuhan</a:t>
            </a:r>
            <a:r>
              <a:rPr lang="en-US" dirty="0" smtClean="0"/>
              <a:t> (</a:t>
            </a:r>
            <a:r>
              <a:rPr lang="en-US" dirty="0" err="1" smtClean="0"/>
              <a:t>awalan</a:t>
            </a:r>
            <a:r>
              <a:rPr lang="en-US" dirty="0" smtClean="0"/>
              <a:t>, </a:t>
            </a:r>
            <a:r>
              <a:rPr lang="en-US" dirty="0" err="1" smtClean="0"/>
              <a:t>akhiran</a:t>
            </a:r>
            <a:r>
              <a:rPr lang="en-US" dirty="0" smtClean="0"/>
              <a:t>, </a:t>
            </a:r>
            <a:r>
              <a:rPr lang="en-US" dirty="0" err="1" smtClean="0"/>
              <a:t>sisipan</a:t>
            </a:r>
            <a:r>
              <a:rPr lang="en-US" dirty="0" smtClean="0"/>
              <a:t>,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gabungan</a:t>
            </a:r>
            <a:r>
              <a:rPr lang="en-US" dirty="0" smtClean="0"/>
              <a:t>)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dasar</a:t>
            </a:r>
            <a:r>
              <a:rPr lang="en-US" dirty="0" smtClean="0"/>
              <a:t>, </a:t>
            </a:r>
            <a:r>
              <a:rPr lang="en-US" dirty="0" err="1" smtClean="0"/>
              <a:t>contohnya</a:t>
            </a:r>
            <a:r>
              <a:rPr lang="en-US" dirty="0" smtClean="0"/>
              <a:t> "</a:t>
            </a:r>
            <a:r>
              <a:rPr lang="en-US" dirty="0" err="1" smtClean="0"/>
              <a:t>terkuat</a:t>
            </a:r>
            <a:r>
              <a:rPr lang="en-US" dirty="0" smtClean="0"/>
              <a:t>", "</a:t>
            </a:r>
            <a:r>
              <a:rPr lang="en-US" dirty="0" err="1" smtClean="0"/>
              <a:t>terpendek</a:t>
            </a:r>
            <a:r>
              <a:rPr lang="en-US" dirty="0" smtClean="0"/>
              <a:t>", "</a:t>
            </a:r>
            <a:r>
              <a:rPr lang="en-US" dirty="0" err="1" smtClean="0"/>
              <a:t>terlucu</a:t>
            </a:r>
            <a:r>
              <a:rPr lang="en-US" dirty="0" smtClean="0"/>
              <a:t>", "</a:t>
            </a:r>
            <a:r>
              <a:rPr lang="en-US" dirty="0" err="1" smtClean="0"/>
              <a:t>tercepat</a:t>
            </a:r>
            <a:r>
              <a:rPr lang="en-US" dirty="0" smtClean="0"/>
              <a:t>" (</a:t>
            </a:r>
            <a:r>
              <a:rPr lang="en-US" dirty="0" err="1" smtClean="0"/>
              <a:t>awalan</a:t>
            </a:r>
            <a:r>
              <a:rPr lang="en-US" dirty="0" smtClean="0"/>
              <a:t> "</a:t>
            </a:r>
            <a:r>
              <a:rPr lang="en-US" dirty="0" err="1" smtClean="0"/>
              <a:t>ter</a:t>
            </a:r>
            <a:r>
              <a:rPr lang="en-US" dirty="0" smtClean="0"/>
              <a:t>-" </a:t>
            </a:r>
            <a:r>
              <a:rPr lang="en-US" dirty="0" err="1" smtClean="0"/>
              <a:t>menunjukkan</a:t>
            </a:r>
            <a:r>
              <a:rPr lang="en-US" dirty="0" smtClean="0"/>
              <a:t> </a:t>
            </a:r>
            <a:r>
              <a:rPr lang="en-US" dirty="0" err="1" smtClean="0"/>
              <a:t>tingkatan</a:t>
            </a:r>
            <a:r>
              <a:rPr lang="en-US" dirty="0" smtClean="0"/>
              <a:t> paling).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3. </a:t>
            </a:r>
            <a:r>
              <a:rPr lang="en-US" b="1" dirty="0" err="1" smtClean="0">
                <a:hlinkClick r:id="rId4"/>
              </a:rPr>
              <a:t>Kata</a:t>
            </a:r>
            <a:r>
              <a:rPr lang="en-US" b="1" dirty="0" smtClean="0">
                <a:hlinkClick r:id="rId4"/>
              </a:rPr>
              <a:t> </a:t>
            </a:r>
            <a:r>
              <a:rPr lang="en-US" b="1" dirty="0" err="1" smtClean="0">
                <a:hlinkClick r:id="rId4"/>
              </a:rPr>
              <a:t>Sifat</a:t>
            </a:r>
            <a:r>
              <a:rPr lang="en-US" b="1" dirty="0" smtClean="0">
                <a:hlinkClick r:id="rId4"/>
              </a:rPr>
              <a:t> </a:t>
            </a:r>
            <a:r>
              <a:rPr lang="en-US" b="1" dirty="0" err="1" smtClean="0">
                <a:hlinkClick r:id="rId4"/>
              </a:rPr>
              <a:t>Serapan</a:t>
            </a:r>
            <a:endParaRPr lang="en-US" dirty="0" smtClean="0"/>
          </a:p>
          <a:p>
            <a:pPr algn="just"/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yang </a:t>
            </a:r>
            <a:r>
              <a:rPr lang="en-US" dirty="0" err="1" smtClean="0"/>
              <a:t>berasal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bahasa</a:t>
            </a:r>
            <a:r>
              <a:rPr lang="en-US" dirty="0" smtClean="0"/>
              <a:t> lain, </a:t>
            </a:r>
            <a:r>
              <a:rPr lang="en-US" dirty="0" err="1" smtClean="0"/>
              <a:t>seperti</a:t>
            </a:r>
            <a:r>
              <a:rPr lang="en-US" dirty="0" smtClean="0"/>
              <a:t> "</a:t>
            </a:r>
            <a:r>
              <a:rPr lang="en-US" dirty="0" err="1" smtClean="0"/>
              <a:t>amanah</a:t>
            </a:r>
            <a:r>
              <a:rPr lang="en-US" dirty="0" smtClean="0"/>
              <a:t>", "</a:t>
            </a:r>
            <a:r>
              <a:rPr lang="en-US" dirty="0" err="1" smtClean="0"/>
              <a:t>aktif</a:t>
            </a:r>
            <a:r>
              <a:rPr lang="en-US" dirty="0" smtClean="0"/>
              <a:t>", "</a:t>
            </a:r>
            <a:r>
              <a:rPr lang="en-US" dirty="0" err="1" smtClean="0"/>
              <a:t>egois</a:t>
            </a:r>
            <a:r>
              <a:rPr lang="en-US" dirty="0" smtClean="0"/>
              <a:t>", "</a:t>
            </a:r>
            <a:r>
              <a:rPr lang="en-US" dirty="0" err="1" smtClean="0"/>
              <a:t>abadi</a:t>
            </a:r>
            <a:r>
              <a:rPr lang="en-US" dirty="0" smtClean="0"/>
              <a:t>", "</a:t>
            </a:r>
            <a:r>
              <a:rPr lang="en-US" dirty="0" err="1" smtClean="0"/>
              <a:t>positif</a:t>
            </a:r>
            <a:r>
              <a:rPr lang="en-US" dirty="0" smtClean="0"/>
              <a:t>".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4. </a:t>
            </a:r>
            <a:r>
              <a:rPr lang="en-US" b="1" dirty="0" err="1" smtClean="0">
                <a:hlinkClick r:id="rId5"/>
              </a:rPr>
              <a:t>Kata</a:t>
            </a:r>
            <a:r>
              <a:rPr lang="en-US" b="1" dirty="0" smtClean="0">
                <a:hlinkClick r:id="rId5"/>
              </a:rPr>
              <a:t> </a:t>
            </a:r>
            <a:r>
              <a:rPr lang="en-US" b="1" dirty="0" err="1" smtClean="0">
                <a:hlinkClick r:id="rId5"/>
              </a:rPr>
              <a:t>Sifat</a:t>
            </a:r>
            <a:r>
              <a:rPr lang="en-US" b="1" dirty="0" smtClean="0">
                <a:hlinkClick r:id="rId5"/>
              </a:rPr>
              <a:t> </a:t>
            </a:r>
            <a:r>
              <a:rPr lang="en-US" b="1" dirty="0" err="1" smtClean="0">
                <a:hlinkClick r:id="rId5"/>
              </a:rPr>
              <a:t>Reduplikasi</a:t>
            </a:r>
            <a:r>
              <a:rPr lang="en-US" b="1" dirty="0" smtClean="0"/>
              <a:t>(</a:t>
            </a:r>
            <a:r>
              <a:rPr lang="en-US" b="1" dirty="0" err="1" smtClean="0"/>
              <a:t>Berulang-ulang</a:t>
            </a:r>
            <a:r>
              <a:rPr lang="en-US" b="1" dirty="0" smtClean="0"/>
              <a:t>)</a:t>
            </a:r>
            <a:endParaRPr lang="en-US" dirty="0" smtClean="0"/>
          </a:p>
          <a:p>
            <a:pPr algn="just"/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yang </a:t>
            </a:r>
            <a:r>
              <a:rPr lang="en-US" dirty="0" err="1" smtClean="0"/>
              <a:t>diulang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"</a:t>
            </a:r>
            <a:r>
              <a:rPr lang="en-US" dirty="0" err="1" smtClean="0"/>
              <a:t>selamban-lambannya</a:t>
            </a:r>
            <a:r>
              <a:rPr lang="en-US" dirty="0" smtClean="0"/>
              <a:t>", "</a:t>
            </a:r>
            <a:r>
              <a:rPr lang="en-US" dirty="0" err="1" smtClean="0"/>
              <a:t>sepintar-pintarnya</a:t>
            </a:r>
            <a:r>
              <a:rPr lang="en-US" dirty="0" smtClean="0"/>
              <a:t>", "</a:t>
            </a:r>
            <a:r>
              <a:rPr lang="en-US" dirty="0" err="1" smtClean="0"/>
              <a:t>semalas-malasnya</a:t>
            </a:r>
            <a:r>
              <a:rPr lang="en-US" dirty="0" smtClean="0"/>
              <a:t>".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5. </a:t>
            </a:r>
            <a:r>
              <a:rPr lang="en-US" b="1" dirty="0" err="1" smtClean="0">
                <a:solidFill>
                  <a:srgbClr val="C00000"/>
                </a:solidFill>
              </a:rPr>
              <a:t>Kata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Sifat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Majemuk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  <a:endParaRPr lang="en-US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err="1" smtClean="0"/>
              <a:t>Kata</a:t>
            </a:r>
            <a:r>
              <a:rPr lang="en-US" dirty="0" smtClean="0"/>
              <a:t> </a:t>
            </a:r>
            <a:r>
              <a:rPr lang="en-US" dirty="0" err="1" smtClean="0"/>
              <a:t>sifat</a:t>
            </a:r>
            <a:r>
              <a:rPr lang="en-US" dirty="0" smtClean="0"/>
              <a:t> yang </a:t>
            </a:r>
            <a:r>
              <a:rPr lang="en-US" dirty="0" err="1" smtClean="0"/>
              <a:t>terdiri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dua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kata</a:t>
            </a:r>
            <a:r>
              <a:rPr lang="en-US" dirty="0" smtClean="0"/>
              <a:t> yang </a:t>
            </a:r>
            <a:r>
              <a:rPr lang="en-US" dirty="0" err="1" smtClean="0"/>
              <a:t>digabungkan</a:t>
            </a:r>
            <a:r>
              <a:rPr lang="en-US" dirty="0" smtClean="0"/>
              <a:t>, </a:t>
            </a:r>
            <a:r>
              <a:rPr lang="en-US" dirty="0" err="1" smtClean="0"/>
              <a:t>contohnya</a:t>
            </a:r>
            <a:r>
              <a:rPr lang="en-US" dirty="0" smtClean="0"/>
              <a:t> "</a:t>
            </a:r>
            <a:r>
              <a:rPr lang="en-US" dirty="0" err="1" smtClean="0"/>
              <a:t>panjang</a:t>
            </a:r>
            <a:r>
              <a:rPr lang="en-US" dirty="0" smtClean="0"/>
              <a:t> </a:t>
            </a:r>
            <a:r>
              <a:rPr lang="en-US" dirty="0" err="1" smtClean="0"/>
              <a:t>tangan</a:t>
            </a:r>
            <a:r>
              <a:rPr lang="en-US" dirty="0" smtClean="0"/>
              <a:t>", "</a:t>
            </a:r>
            <a:r>
              <a:rPr lang="en-US" dirty="0" err="1" smtClean="0"/>
              <a:t>kepala</a:t>
            </a:r>
            <a:r>
              <a:rPr lang="en-US" dirty="0" smtClean="0"/>
              <a:t> </a:t>
            </a:r>
            <a:r>
              <a:rPr lang="en-US" dirty="0" err="1" smtClean="0"/>
              <a:t>batu</a:t>
            </a:r>
            <a:r>
              <a:rPr lang="en-US" dirty="0" smtClean="0"/>
              <a:t>", "</a:t>
            </a:r>
            <a:r>
              <a:rPr lang="en-US" dirty="0" err="1" smtClean="0"/>
              <a:t>mulut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", "</a:t>
            </a:r>
            <a:r>
              <a:rPr lang="en-US" dirty="0" err="1" smtClean="0"/>
              <a:t>rendah</a:t>
            </a:r>
            <a:r>
              <a:rPr lang="en-US" dirty="0" smtClean="0"/>
              <a:t> </a:t>
            </a:r>
            <a:r>
              <a:rPr lang="en-US" dirty="0" err="1" smtClean="0"/>
              <a:t>hati</a:t>
            </a:r>
            <a:r>
              <a:rPr lang="en-US" dirty="0" smtClean="0"/>
              <a:t>", "</a:t>
            </a:r>
            <a:r>
              <a:rPr lang="en-US" dirty="0" err="1" smtClean="0"/>
              <a:t>berdarah</a:t>
            </a:r>
            <a:r>
              <a:rPr lang="en-US" dirty="0" smtClean="0"/>
              <a:t> </a:t>
            </a:r>
            <a:r>
              <a:rPr lang="en-US" dirty="0" err="1" smtClean="0"/>
              <a:t>dingin</a:t>
            </a:r>
            <a:r>
              <a:rPr lang="en-US" dirty="0" smtClean="0"/>
              <a:t>".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418011" y="726698"/>
            <a:ext cx="11325498" cy="545685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  <a:cs typeface="Arial" pitchFamily="34" charset="0"/>
              </a:rPr>
              <a:t>Berikut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  <a:cs typeface="Arial" pitchFamily="34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  <a:cs typeface="Arial" pitchFamily="34" charset="0"/>
              </a:rPr>
              <a:t>adalah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  <a:cs typeface="Arial" pitchFamily="34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  <a:cs typeface="Arial" pitchFamily="34" charset="0"/>
              </a:rPr>
              <a:t>ciri-ciri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  <a:cs typeface="Arial" pitchFamily="34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  <a:cs typeface="Arial" pitchFamily="34" charset="0"/>
              </a:rPr>
              <a:t>kata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  <a:cs typeface="Arial" pitchFamily="34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  <a:cs typeface="Arial" pitchFamily="34" charset="0"/>
              </a:rPr>
              <a:t>sifat</a:t>
            </a:r>
            <a:r>
              <a:rPr lang="en-US" sz="2800" dirty="0" smtClean="0">
                <a:solidFill>
                  <a:srgbClr val="001D35"/>
                </a:solidFill>
                <a:latin typeface="Google Sans"/>
                <a:cs typeface="Arial" pitchFamily="34" charset="0"/>
              </a:rPr>
              <a:t> :</a:t>
            </a: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ditambahkan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keterangan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pembanding</a:t>
            </a:r>
            <a:endParaRPr lang="en-US" sz="1400" dirty="0" smtClean="0">
              <a:solidFill>
                <a:srgbClr val="001D35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digabungkan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lebih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"paling",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atau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kurang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untuk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menunjukkan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tingkatan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. 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Contoh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lebih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tinggi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"paling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indah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kurang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menyenangkan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". 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 smtClean="0">
                <a:solidFill>
                  <a:srgbClr val="001D35"/>
                </a:solidFill>
                <a:latin typeface="Times New Roman" pitchFamily="18" charset="0"/>
                <a:cs typeface="Times New Roman" pitchFamily="18" charset="0"/>
              </a:rPr>
              <a:t>2. 	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ditambahkan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keterangan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penguat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 smtClean="0">
                <a:solidFill>
                  <a:srgbClr val="001D35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juga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digabungkan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sangat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terlalu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amat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agak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atau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sekali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untuk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memperkuat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atau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melebih-lebihkan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tersebut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. 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Contoh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sangat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cantik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terlalu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mahal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amat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baik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". 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 smtClean="0">
                <a:solidFill>
                  <a:srgbClr val="001D35"/>
                </a:solidFill>
                <a:latin typeface="Times New Roman" pitchFamily="18" charset="0"/>
                <a:cs typeface="Times New Roman" pitchFamily="18" charset="0"/>
              </a:rPr>
              <a:t>3. 	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diingkari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tidak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 smtClean="0">
                <a:solidFill>
                  <a:srgbClr val="001D35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dinegasikan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menambahkan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tidak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depannya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. 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Contoh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tidak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bersih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tidak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mahal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tidak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menyenangkan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". 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 smtClean="0">
                <a:solidFill>
                  <a:srgbClr val="001D35"/>
                </a:solidFill>
                <a:latin typeface="Times New Roman" pitchFamily="18" charset="0"/>
                <a:cs typeface="Times New Roman" pitchFamily="18" charset="0"/>
              </a:rPr>
              <a:t>4.  	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diulang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diulang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imbuhan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"se-"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awal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"-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nya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akhir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untuk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membentuk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makna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"paling"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atau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"se-...",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seperti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". 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Contoh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sebaik-baiknya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setinggi-tingginya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seindah-indahnya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". 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 smtClean="0">
                <a:solidFill>
                  <a:srgbClr val="001D35"/>
                </a:solidFill>
                <a:latin typeface="Times New Roman" pitchFamily="18" charset="0"/>
                <a:cs typeface="Times New Roman" pitchFamily="18" charset="0"/>
              </a:rPr>
              <a:t>5.   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diawali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imbuhan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ter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-"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diawali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imbuhan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ter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-"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untuk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menunjukkan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paling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atau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superlatif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. 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Contoh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terbaik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tertinggi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termanis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". 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400" dirty="0" smtClean="0">
                <a:solidFill>
                  <a:srgbClr val="001D35"/>
                </a:solidFill>
                <a:latin typeface="Times New Roman" pitchFamily="18" charset="0"/>
                <a:cs typeface="Times New Roman" pitchFamily="18" charset="0"/>
              </a:rPr>
              <a:t>6.   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membentuk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benda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abstrak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Beberapa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diubah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menjadi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benda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abstrak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dengan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menambahkan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imbuhan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ke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-an". 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Contoh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indah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menjadi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keindahan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tinggi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menjadi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ketinggian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". 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7.  	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berfungsi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sebagai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predikat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berfungsi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sebagai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predikat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dalam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kalimat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terutama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untuk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menjelaskan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keadaan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atau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subjek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. 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Contoh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Bunga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itu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indah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". 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8. 	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Dapat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berfungsi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sebagai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atribut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1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benda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sifat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juga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sering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digunakan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untuk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memberikan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keterangan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tambahan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pada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kata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benda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. 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Contoh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: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rumah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besar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buku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baru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", "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pria</a:t>
            </a:r>
            <a:r>
              <a:rPr kumimoji="0" lang="en-US" sz="1400" b="0" i="0" u="none" strike="noStrike" cap="none" normalizeH="0" baseline="0" dirty="0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en-US" sz="1400" b="0" i="0" u="none" strike="noStrike" cap="none" normalizeH="0" baseline="0" dirty="0" err="1" smtClean="0">
                <a:ln>
                  <a:noFill/>
                </a:ln>
                <a:solidFill>
                  <a:srgbClr val="001D35"/>
                </a:solidFill>
                <a:effectLst/>
                <a:latin typeface="Times New Roman" pitchFamily="18" charset="0"/>
                <a:cs typeface="Times New Roman" pitchFamily="18" charset="0"/>
              </a:rPr>
              <a:t>tampan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rgbClr val="001D35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" descr="40 Kata-Kata Terima kasih atas Semuanya - Ragam Bol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32" name="AutoShape 4" descr="40 Kata-Kata Terima kasih atas Semuanya - Ragam Bol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34" name="AutoShape 6" descr="40 Kata-Kata Terima kasih atas Semuanya - Ragam Bol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36" name="AutoShape 8" descr="40 Kata-Kata Terima kasih atas Semuanya - Ragam Bol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38" name="AutoShape 10" descr="40 Kata-Kata Terima kasih atas Semuanya - Ragam Bol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40" name="AutoShape 12" descr="40 Kata-Kata Terima kasih atas Semuanya - Ragam Bol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42" name="AutoShape 14" descr="40 Kata-Kata Terima kasih atas Semuanya - Ragam Bola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44" name="AutoShape 16" descr="Ilustrasi terima kasi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546" name="AutoShape 18" descr="Ilustrasi terima kasi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508000" y="666206"/>
            <a:ext cx="11277600" cy="5409581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6000" dirty="0" err="1" smtClean="0"/>
              <a:t>Terima</a:t>
            </a:r>
            <a:r>
              <a:rPr lang="en-US" sz="6000" dirty="0" smtClean="0"/>
              <a:t> </a:t>
            </a:r>
            <a:r>
              <a:rPr lang="en-US" sz="6000" dirty="0" err="1" smtClean="0"/>
              <a:t>kasih</a:t>
            </a:r>
            <a:endParaRPr 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410</TotalTime>
  <Words>329</Words>
  <Application>Microsoft Office PowerPoint</Application>
  <PresentationFormat>Custom</PresentationFormat>
  <Paragraphs>106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Trek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    Terima kasih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Bilqis Salwa Pranata</dc:creator>
  <cp:lastModifiedBy>Mama Rara</cp:lastModifiedBy>
  <cp:revision>31</cp:revision>
  <dcterms:created xsi:type="dcterms:W3CDTF">2022-11-18T13:10:32Z</dcterms:created>
  <dcterms:modified xsi:type="dcterms:W3CDTF">2025-08-04T02:34:58Z</dcterms:modified>
</cp:coreProperties>
</file>