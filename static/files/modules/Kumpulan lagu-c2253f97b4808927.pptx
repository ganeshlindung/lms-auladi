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gP-LmWdGB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FI8hx3Ii0s&amp;t=84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9FC0-5FED-4972-85A1-90C2B853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Kumpulan </a:t>
            </a:r>
            <a:r>
              <a:rPr lang="en-US" dirty="0" err="1"/>
              <a:t>lagu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AA076-9EAD-416A-89B0-27532D294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36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934A-4145-4AD1-B343-674AB0BF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pPr algn="ctr"/>
            <a:r>
              <a:rPr lang="en-US" dirty="0" err="1"/>
              <a:t>Sios-sios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1613E-3A93-47B5-8E4D-6A4A43D43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91656"/>
            <a:ext cx="9603275" cy="407468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Sios-sios</a:t>
            </a:r>
            <a:endParaRPr lang="en-US" dirty="0"/>
          </a:p>
          <a:p>
            <a:pPr algn="ctr"/>
            <a:r>
              <a:rPr lang="en-US" dirty="0"/>
              <a:t>Kulo </a:t>
            </a:r>
            <a:r>
              <a:rPr lang="en-US" dirty="0" err="1"/>
              <a:t>sayang</a:t>
            </a:r>
            <a:r>
              <a:rPr lang="en-US" dirty="0"/>
              <a:t> </a:t>
            </a:r>
            <a:r>
              <a:rPr lang="en-US" dirty="0" err="1"/>
              <a:t>ibo</a:t>
            </a:r>
            <a:r>
              <a:rPr lang="en-US" dirty="0"/>
              <a:t>’</a:t>
            </a:r>
          </a:p>
          <a:p>
            <a:pPr algn="ctr"/>
            <a:r>
              <a:rPr lang="en-US" dirty="0"/>
              <a:t>Kale-kale</a:t>
            </a:r>
          </a:p>
          <a:p>
            <a:pPr algn="ctr"/>
            <a:r>
              <a:rPr lang="en-US" dirty="0"/>
              <a:t>Jugo </a:t>
            </a:r>
            <a:r>
              <a:rPr lang="en-US" dirty="0" err="1"/>
              <a:t>sayang</a:t>
            </a:r>
            <a:r>
              <a:rPr lang="en-US" dirty="0"/>
              <a:t> aba</a:t>
            </a:r>
          </a:p>
          <a:p>
            <a:pPr algn="ctr"/>
            <a:r>
              <a:rPr lang="en-US" dirty="0" err="1"/>
              <a:t>Tigo-tigo</a:t>
            </a:r>
            <a:endParaRPr lang="en-US" dirty="0"/>
          </a:p>
          <a:p>
            <a:pPr algn="ctr"/>
            <a:r>
              <a:rPr lang="en-US" dirty="0" err="1"/>
              <a:t>Sayang</a:t>
            </a:r>
            <a:r>
              <a:rPr lang="en-US" dirty="0"/>
              <a:t> </a:t>
            </a:r>
            <a:r>
              <a:rPr lang="en-US" dirty="0" err="1"/>
              <a:t>ade</a:t>
            </a:r>
            <a:r>
              <a:rPr lang="en-US" dirty="0"/>
              <a:t>’ </a:t>
            </a:r>
            <a:r>
              <a:rPr lang="en-US" dirty="0" err="1"/>
              <a:t>ka’ce</a:t>
            </a:r>
            <a:r>
              <a:rPr lang="en-US" dirty="0"/>
              <a:t>’</a:t>
            </a:r>
          </a:p>
          <a:p>
            <a:pPr algn="ctr"/>
            <a:r>
              <a:rPr lang="en-US" dirty="0"/>
              <a:t>Sios kale </a:t>
            </a:r>
            <a:r>
              <a:rPr lang="en-US" dirty="0" err="1"/>
              <a:t>tigo</a:t>
            </a:r>
            <a:r>
              <a:rPr lang="en-US" dirty="0"/>
              <a:t> </a:t>
            </a:r>
            <a:r>
              <a:rPr lang="en-US" dirty="0" err="1"/>
              <a:t>sayang</a:t>
            </a:r>
            <a:r>
              <a:rPr lang="en-US" dirty="0"/>
              <a:t> </a:t>
            </a:r>
            <a:r>
              <a:rPr lang="en-US" dirty="0" err="1"/>
              <a:t>sedantennyo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2970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FC88-9B34-4FDD-97EE-FB304ACA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Nanem</a:t>
            </a:r>
            <a:r>
              <a:rPr lang="en-US" dirty="0"/>
              <a:t> </a:t>
            </a:r>
            <a:r>
              <a:rPr lang="en-US" dirty="0" err="1"/>
              <a:t>jagung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B52F-AE4F-41A8-B083-5D3C6BC92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Majeng</a:t>
            </a:r>
            <a:r>
              <a:rPr lang="en-US" dirty="0"/>
              <a:t> </a:t>
            </a:r>
            <a:r>
              <a:rPr lang="en-US" dirty="0" err="1"/>
              <a:t>rencang</a:t>
            </a:r>
            <a:r>
              <a:rPr lang="en-US" dirty="0"/>
              <a:t> </a:t>
            </a:r>
            <a:r>
              <a:rPr lang="en-US" dirty="0" err="1"/>
              <a:t>kito</a:t>
            </a:r>
            <a:r>
              <a:rPr lang="en-US" dirty="0"/>
              <a:t> </a:t>
            </a:r>
            <a:r>
              <a:rPr lang="en-US" dirty="0" err="1"/>
              <a:t>besami</a:t>
            </a:r>
            <a:r>
              <a:rPr lang="en-US" dirty="0"/>
              <a:t>, </a:t>
            </a:r>
            <a:r>
              <a:rPr lang="en-US" dirty="0" err="1"/>
              <a:t>Nanemi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 di </a:t>
            </a:r>
            <a:r>
              <a:rPr lang="en-US" dirty="0" err="1"/>
              <a:t>kebon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pPr algn="ctr"/>
            <a:r>
              <a:rPr lang="en-US" dirty="0" err="1"/>
              <a:t>Embil</a:t>
            </a:r>
            <a:r>
              <a:rPr lang="en-US" dirty="0"/>
              <a:t> </a:t>
            </a:r>
            <a:r>
              <a:rPr lang="en-US" dirty="0" err="1"/>
              <a:t>paculnyo</a:t>
            </a:r>
            <a:r>
              <a:rPr lang="en-US" dirty="0"/>
              <a:t> </a:t>
            </a:r>
            <a:r>
              <a:rPr lang="en-US" dirty="0" err="1"/>
              <a:t>embil</a:t>
            </a:r>
            <a:r>
              <a:rPr lang="en-US" dirty="0"/>
              <a:t> </a:t>
            </a:r>
            <a:r>
              <a:rPr lang="en-US" dirty="0" err="1"/>
              <a:t>paculnyo</a:t>
            </a:r>
            <a:r>
              <a:rPr lang="en-US" dirty="0"/>
              <a:t>, </a:t>
            </a:r>
            <a:r>
              <a:rPr lang="en-US" dirty="0" err="1"/>
              <a:t>Kito</a:t>
            </a:r>
            <a:r>
              <a:rPr lang="en-US" dirty="0"/>
              <a:t> </a:t>
            </a:r>
            <a:r>
              <a:rPr lang="en-US" dirty="0" err="1"/>
              <a:t>bedamel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</a:t>
            </a:r>
            <a:r>
              <a:rPr lang="en-US" dirty="0" err="1"/>
              <a:t>malek</a:t>
            </a:r>
            <a:endParaRPr lang="en-US" dirty="0"/>
          </a:p>
          <a:p>
            <a:pPr algn="ctr"/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yen </a:t>
            </a:r>
            <a:r>
              <a:rPr lang="en-US" dirty="0" err="1"/>
              <a:t>jero</a:t>
            </a:r>
            <a:r>
              <a:rPr lang="en-US" dirty="0"/>
              <a:t>, </a:t>
            </a:r>
            <a:r>
              <a:rPr lang="en-US" dirty="0" err="1"/>
              <a:t>Lema</a:t>
            </a:r>
            <a:r>
              <a:rPr lang="en-US" dirty="0"/>
              <a:t> yen  </a:t>
            </a:r>
            <a:r>
              <a:rPr lang="en-US" dirty="0" err="1"/>
              <a:t>jagung</a:t>
            </a:r>
            <a:r>
              <a:rPr lang="en-US" dirty="0"/>
              <a:t> </a:t>
            </a:r>
            <a:r>
              <a:rPr lang="en-US" dirty="0" err="1"/>
              <a:t>ditanem</a:t>
            </a:r>
            <a:endParaRPr lang="en-US" dirty="0"/>
          </a:p>
          <a:p>
            <a:pPr algn="ctr"/>
            <a:r>
              <a:rPr lang="en-US" dirty="0"/>
              <a:t>Di sung </a:t>
            </a:r>
            <a:r>
              <a:rPr lang="en-US" dirty="0" err="1"/>
              <a:t>pupuk</a:t>
            </a:r>
            <a:r>
              <a:rPr lang="en-US" dirty="0"/>
              <a:t> </a:t>
            </a:r>
            <a:r>
              <a:rPr lang="en-US" dirty="0" err="1"/>
              <a:t>supayo</a:t>
            </a:r>
            <a:r>
              <a:rPr lang="en-US" dirty="0"/>
              <a:t> </a:t>
            </a:r>
            <a:r>
              <a:rPr lang="en-US" dirty="0" err="1"/>
              <a:t>subur</a:t>
            </a:r>
            <a:r>
              <a:rPr lang="en-US" dirty="0"/>
              <a:t>, </a:t>
            </a:r>
            <a:r>
              <a:rPr lang="en-US" dirty="0" err="1"/>
              <a:t>Cucu’ke</a:t>
            </a:r>
            <a:r>
              <a:rPr lang="en-US" dirty="0"/>
              <a:t> </a:t>
            </a:r>
            <a:r>
              <a:rPr lang="en-US" dirty="0" err="1"/>
              <a:t>bibit</a:t>
            </a:r>
            <a:r>
              <a:rPr lang="en-US" dirty="0"/>
              <a:t> </a:t>
            </a:r>
            <a:r>
              <a:rPr lang="en-US" dirty="0" err="1"/>
              <a:t>dengen</a:t>
            </a:r>
            <a:r>
              <a:rPr lang="en-US" dirty="0"/>
              <a:t> </a:t>
            </a:r>
            <a:r>
              <a:rPr lang="en-US" dirty="0" err="1"/>
              <a:t>teratur</a:t>
            </a:r>
            <a:endParaRPr lang="en-US" dirty="0"/>
          </a:p>
          <a:p>
            <a:pPr algn="ctr"/>
            <a:r>
              <a:rPr lang="en-US" dirty="0" err="1"/>
              <a:t>Jagungny</a:t>
            </a:r>
            <a:r>
              <a:rPr lang="en-US" dirty="0"/>
              <a:t> </a:t>
            </a:r>
            <a:r>
              <a:rPr lang="en-US" dirty="0" err="1"/>
              <a:t>ageng</a:t>
            </a:r>
            <a:r>
              <a:rPr lang="en-US" dirty="0"/>
              <a:t>, </a:t>
            </a:r>
            <a:r>
              <a:rPr lang="en-US" dirty="0" err="1"/>
              <a:t>Lebet</a:t>
            </a:r>
            <a:r>
              <a:rPr lang="en-US" dirty="0"/>
              <a:t> </a:t>
            </a:r>
            <a:r>
              <a:rPr lang="en-US" dirty="0" err="1"/>
              <a:t>buanyo</a:t>
            </a:r>
            <a:r>
              <a:rPr lang="en-US" dirty="0"/>
              <a:t>, </a:t>
            </a:r>
            <a:r>
              <a:rPr lang="en-US" dirty="0" err="1"/>
              <a:t>Cengngki</a:t>
            </a:r>
            <a:r>
              <a:rPr lang="en-US" dirty="0"/>
              <a:t> </a:t>
            </a:r>
            <a:r>
              <a:rPr lang="en-US" dirty="0" err="1"/>
              <a:t>beguno</a:t>
            </a:r>
            <a:r>
              <a:rPr lang="en-US" dirty="0"/>
              <a:t> </a:t>
            </a:r>
            <a:r>
              <a:rPr lang="en-US" dirty="0" err="1"/>
              <a:t>peranti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pPr algn="ctr"/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yen </a:t>
            </a:r>
            <a:r>
              <a:rPr lang="en-US" dirty="0" err="1"/>
              <a:t>jero</a:t>
            </a:r>
            <a:r>
              <a:rPr lang="en-US" dirty="0"/>
              <a:t>, </a:t>
            </a:r>
            <a:r>
              <a:rPr lang="en-US" dirty="0" err="1"/>
              <a:t>Nanem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 di </a:t>
            </a:r>
            <a:r>
              <a:rPr lang="en-US" dirty="0" err="1"/>
              <a:t>kebon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057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6A69-EDAC-4B84-A7C9-E39FA9F1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Burung</a:t>
            </a:r>
            <a:r>
              <a:rPr lang="en-US" dirty="0"/>
              <a:t> </a:t>
            </a:r>
            <a:r>
              <a:rPr lang="en-US" dirty="0" err="1"/>
              <a:t>ka’ce</a:t>
            </a:r>
            <a:r>
              <a:rPr lang="en-US" dirty="0"/>
              <a:t>’ </a:t>
            </a:r>
            <a:r>
              <a:rPr lang="en-US" dirty="0" err="1"/>
              <a:t>sepu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82789-773F-4CEB-A7AD-8EEC3836D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err="1"/>
              <a:t>Burung</a:t>
            </a:r>
            <a:r>
              <a:rPr lang="en-US" dirty="0"/>
              <a:t> </a:t>
            </a:r>
            <a:r>
              <a:rPr lang="en-US" dirty="0" err="1"/>
              <a:t>ka’ce</a:t>
            </a:r>
            <a:r>
              <a:rPr lang="en-US" dirty="0"/>
              <a:t>’ </a:t>
            </a:r>
            <a:r>
              <a:rPr lang="en-US" dirty="0" err="1"/>
              <a:t>sepu</a:t>
            </a:r>
            <a:endParaRPr lang="en-US" dirty="0"/>
          </a:p>
          <a:p>
            <a:pPr algn="ctr"/>
            <a:r>
              <a:rPr lang="en-US" dirty="0" err="1"/>
              <a:t>Nyingki</a:t>
            </a:r>
            <a:r>
              <a:rPr lang="en-US" dirty="0"/>
              <a:t>’ di </a:t>
            </a:r>
            <a:r>
              <a:rPr lang="en-US" dirty="0" err="1"/>
              <a:t>jendelo</a:t>
            </a:r>
            <a:endParaRPr lang="en-US" dirty="0"/>
          </a:p>
          <a:p>
            <a:pPr algn="ctr"/>
            <a:r>
              <a:rPr lang="en-US" dirty="0" err="1"/>
              <a:t>Nyai</a:t>
            </a:r>
            <a:r>
              <a:rPr lang="en-US" dirty="0"/>
              <a:t>’ </a:t>
            </a:r>
            <a:r>
              <a:rPr lang="en-US" dirty="0" err="1"/>
              <a:t>sampun</a:t>
            </a:r>
            <a:r>
              <a:rPr lang="en-US" dirty="0"/>
              <a:t> </a:t>
            </a:r>
            <a:r>
              <a:rPr lang="en-US" dirty="0" err="1"/>
              <a:t>sepu</a:t>
            </a:r>
            <a:endParaRPr lang="en-US" dirty="0"/>
          </a:p>
          <a:p>
            <a:pPr algn="ctr"/>
            <a:r>
              <a:rPr lang="en-US" dirty="0" err="1"/>
              <a:t>Giginyo</a:t>
            </a:r>
            <a:r>
              <a:rPr lang="en-US" dirty="0"/>
              <a:t> </a:t>
            </a:r>
            <a:r>
              <a:rPr lang="en-US" dirty="0" err="1"/>
              <a:t>maler</a:t>
            </a:r>
            <a:r>
              <a:rPr lang="en-US" dirty="0"/>
              <a:t> kale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6682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407C-26B4-4AC4-912B-7541A3D7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Nenggung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BE0D3-EC2F-4C30-B497-53337E747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https://www.youtube.com/watch?v=ugP-LmWdGB0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622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2168-5303-4AFA-AEEA-A436297A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Legenda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mulo</a:t>
            </a:r>
            <a:r>
              <a:rPr lang="en-US" dirty="0"/>
              <a:t> </a:t>
            </a:r>
            <a:r>
              <a:rPr lang="en-US" dirty="0" err="1"/>
              <a:t>lumban</a:t>
            </a:r>
            <a:r>
              <a:rPr lang="en-US" dirty="0"/>
              <a:t> </a:t>
            </a:r>
            <a:r>
              <a:rPr lang="en-US" dirty="0" err="1"/>
              <a:t>bidar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553D-E363-4986-A55C-F32AC4D21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https://www.youtube.com/watch?v=oFI8hx3Ii0s&amp;t=84s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241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969E-4168-4DE3-94EE-C9FE370C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454FF-4ED7-4959-ACD3-78671339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 </a:t>
            </a:r>
          </a:p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 </a:t>
            </a:r>
          </a:p>
          <a:p>
            <a:r>
              <a:rPr lang="en-ID" dirty="0"/>
              <a:t>Mato, </a:t>
            </a:r>
            <a:r>
              <a:rPr lang="en-ID" dirty="0" err="1"/>
              <a:t>kuping</a:t>
            </a:r>
            <a:r>
              <a:rPr lang="en-ID" dirty="0"/>
              <a:t>,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cungur</a:t>
            </a:r>
            <a:r>
              <a:rPr lang="en-ID" dirty="0"/>
              <a:t> </a:t>
            </a:r>
            <a:r>
              <a:rPr lang="en-ID" dirty="0" err="1"/>
              <a:t>serto</a:t>
            </a:r>
            <a:r>
              <a:rPr lang="en-ID" dirty="0"/>
              <a:t> pipi</a:t>
            </a:r>
          </a:p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590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413A-E265-44DA-8600-64F2D04C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pPr algn="ctr"/>
            <a:r>
              <a:rPr lang="en-US" dirty="0"/>
              <a:t>Kale </a:t>
            </a:r>
            <a:r>
              <a:rPr lang="en-US" dirty="0" err="1"/>
              <a:t>mato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752B-51B0-428E-95F4-D9CE45938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91656"/>
            <a:ext cx="9603275" cy="4074689"/>
          </a:xfrm>
        </p:spPr>
        <p:txBody>
          <a:bodyPr/>
          <a:lstStyle/>
          <a:p>
            <a:pPr algn="ctr"/>
            <a:r>
              <a:rPr lang="en-US" dirty="0"/>
              <a:t>Kale </a:t>
            </a:r>
            <a:r>
              <a:rPr lang="en-US" dirty="0" err="1"/>
              <a:t>mato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US" dirty="0"/>
          </a:p>
          <a:p>
            <a:pPr algn="ctr"/>
            <a:r>
              <a:rPr lang="en-US" dirty="0" err="1"/>
              <a:t>Cungur</a:t>
            </a:r>
            <a:r>
              <a:rPr lang="en-US" dirty="0"/>
              <a:t> </a:t>
            </a:r>
            <a:r>
              <a:rPr lang="en-US" dirty="0" err="1"/>
              <a:t>kulo</a:t>
            </a:r>
            <a:r>
              <a:rPr lang="en-US" dirty="0"/>
              <a:t> </a:t>
            </a:r>
            <a:r>
              <a:rPr lang="en-US" dirty="0" err="1"/>
              <a:t>sios</a:t>
            </a:r>
            <a:endParaRPr lang="en-US" dirty="0"/>
          </a:p>
          <a:p>
            <a:pPr algn="ctr"/>
            <a:r>
              <a:rPr lang="en-US" dirty="0"/>
              <a:t>Kale </a:t>
            </a:r>
            <a:r>
              <a:rPr lang="en-US" dirty="0" err="1"/>
              <a:t>sikil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US" dirty="0"/>
          </a:p>
          <a:p>
            <a:pPr algn="ctr"/>
            <a:r>
              <a:rPr lang="en-US" dirty="0" err="1"/>
              <a:t>Pake</a:t>
            </a:r>
            <a:r>
              <a:rPr lang="en-US" dirty="0"/>
              <a:t> </a:t>
            </a:r>
            <a:r>
              <a:rPr lang="en-US" dirty="0" err="1"/>
              <a:t>sepatu</a:t>
            </a:r>
            <a:r>
              <a:rPr lang="en-US" dirty="0"/>
              <a:t> </a:t>
            </a:r>
            <a:r>
              <a:rPr lang="en-US" dirty="0" err="1"/>
              <a:t>daru</a:t>
            </a:r>
            <a:endParaRPr lang="en-US" dirty="0"/>
          </a:p>
          <a:p>
            <a:pPr algn="ctr"/>
            <a:r>
              <a:rPr lang="en-US" dirty="0"/>
              <a:t>Kale </a:t>
            </a:r>
            <a:r>
              <a:rPr lang="en-US" dirty="0" err="1"/>
              <a:t>kuping</a:t>
            </a:r>
            <a:r>
              <a:rPr lang="en-US" dirty="0"/>
              <a:t> </a:t>
            </a:r>
            <a:r>
              <a:rPr lang="en-US" dirty="0" err="1"/>
              <a:t>kulo</a:t>
            </a:r>
            <a:r>
              <a:rPr lang="en-US" dirty="0"/>
              <a:t> yen </a:t>
            </a:r>
            <a:r>
              <a:rPr lang="en-US" dirty="0" err="1"/>
              <a:t>keri</a:t>
            </a:r>
            <a:r>
              <a:rPr lang="en-US" dirty="0"/>
              <a:t> yen </a:t>
            </a:r>
            <a:r>
              <a:rPr lang="en-US" dirty="0" err="1"/>
              <a:t>kanan</a:t>
            </a:r>
            <a:endParaRPr lang="en-US" dirty="0"/>
          </a:p>
          <a:p>
            <a:pPr algn="ctr"/>
            <a:r>
              <a:rPr lang="en-US"/>
              <a:t>Sios </a:t>
            </a:r>
            <a:r>
              <a:rPr lang="en-US" dirty="0" err="1"/>
              <a:t>mulut</a:t>
            </a:r>
            <a:endParaRPr lang="en-US" dirty="0"/>
          </a:p>
          <a:p>
            <a:pPr algn="ctr"/>
            <a:r>
              <a:rPr lang="en-US" dirty="0"/>
              <a:t>Nano </a:t>
            </a:r>
            <a:r>
              <a:rPr lang="en-US" dirty="0" err="1"/>
              <a:t>leren</a:t>
            </a:r>
            <a:r>
              <a:rPr lang="en-US" dirty="0"/>
              <a:t> </a:t>
            </a:r>
            <a:r>
              <a:rPr lang="en-US" dirty="0" err="1"/>
              <a:t>nedo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97277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44</TotalTime>
  <Words>220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Kumpulan lagu</vt:lpstr>
      <vt:lpstr>Sios-sios</vt:lpstr>
      <vt:lpstr>Nanem jagung</vt:lpstr>
      <vt:lpstr>Burung ka’ce’ sepu</vt:lpstr>
      <vt:lpstr>Nenggung</vt:lpstr>
      <vt:lpstr>Legenda asal mulo lumban bidar</vt:lpstr>
      <vt:lpstr>Sira, bau, jengku, sikil, jengku, sikil</vt:lpstr>
      <vt:lpstr>Kale mato kulo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Kumpulan lagu</dc:title>
  <dc:creator>ASUS</dc:creator>
  <cp:lastModifiedBy>mifta33110@gmail.com</cp:lastModifiedBy>
  <cp:revision>5</cp:revision>
  <dcterms:created xsi:type="dcterms:W3CDTF">2025-07-18T23:35:59Z</dcterms:created>
  <dcterms:modified xsi:type="dcterms:W3CDTF">2025-08-07T02:39:07Z</dcterms:modified>
</cp:coreProperties>
</file>