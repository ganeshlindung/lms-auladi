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E59CB-F251-15D0-3F1B-A5CA6C8E1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B828C-7050-E404-2A22-922ED60C9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3DBE-3A08-FA78-A37F-F98BC0F99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351F6-9935-F9E1-936C-0E52B308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3913E-5938-93B6-A00E-A6B0014B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5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5D9C-5759-58D8-5D88-F81173B9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013F3-8740-54C7-1202-CCB27E5C5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DC0A3-0070-EDFE-644A-0B571FB1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19F5B-BB40-EC6D-62D7-0DC79BA45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F49BB-D3FC-586F-59C7-0D0A4650A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2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60AB-57CA-CE01-BA81-BE27033D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08F0D-A86C-5144-E4C7-854EC083B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94A26-65C6-630A-5D61-2C4A0B02F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C8B06-212E-ABA1-AC4E-951E9399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1A751-B685-B516-A02C-72DC4CB3B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68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CF32-75EA-BCBD-B8DE-1704EEDC4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E8219-7451-9589-1C9B-845F3A733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B5621-84AB-5A4E-51CC-6A59072DB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51EBE-FA91-9D0D-2345-007A9CC8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20C44-D8B8-BB23-8A70-83D3611C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CE124-E59A-9F85-2A36-8FF8A5F7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9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AD3A-046D-2D85-0222-A65845BE5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B9FC9-9552-2EB4-7BC0-B5284D962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42B1A-37BE-56C3-B8CF-C8842C322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3E62D1-EA04-79ED-B65F-CE9D0EDD0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828A1-390D-9B44-BDB4-B6E240A10B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2DD2F-F78A-A27A-6983-C56423AD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21183D-23C0-F942-1DFA-D4CADC95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7B91A-A04B-FC6B-0734-A6988133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39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AD12-EBE5-88F5-F29F-F8F341BA0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78848-94C3-1BF4-6057-0493915D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D3679-AD20-4BAF-EB72-5AB86C3E9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1FB57-57AD-5094-1187-250D1A5F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15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E517D-36C8-DCC6-C3B2-A4B91B98F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8BE56-6476-21D3-70A1-95915BB0B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E75A7-4B09-7983-5B0E-5B680F10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78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DB8E-1976-40D6-D22C-8EDEEB2CA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C52EA-1310-1AB8-5886-0E608BB1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3ED51-6DDC-C162-C74B-9745BAAD8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CE01B-78F8-BEE0-7E5B-2261C756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C4ECC-CC6F-1096-74F8-7F8D6A08B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3E27B-FE07-1ED2-661F-62B1E4BE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7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0745-A709-F235-822F-2AC7EDAF6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6258AC-4E24-8EBF-94F4-824B13054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0C19C-83DF-5D14-B088-24B3BFF5A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D4048-3E74-917B-B825-AC6A397D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AFEBB8-D066-7A81-74EF-9774FADD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5543B-4100-B7F6-B015-1111D854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2EB15-BFB4-ACA3-8F68-DDB427723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41AC0-84EF-7C22-A635-4F4F1A85D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96F1A-FA05-43D4-C0A3-48818448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A878-EBD9-4A10-5B90-90170729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3F32-4686-FC9B-6158-1FF49CCD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9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2C132-A7DD-DBA3-0C58-E8D8271AF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F7851-13D6-265E-A8E1-6085B5825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A55BD-2F91-5123-D36D-735BA76FA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91995-8633-78E5-DEEE-E28BFE55A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B625A-E1D2-6CAC-19B3-9C4DE78D4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4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29DD9-7C01-2DB6-1537-BDF6D2606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3BDA-95B5-2678-F5AB-22DF5DD07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52B1F-054E-5AEB-B475-30C072E5B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CF5042-2A45-4DF8-B13A-A1C73A69A18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3E73D-F8AC-6011-9C72-73FE9AE0A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0DE40-67F4-BED9-2FC1-0260B60F7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6C35E-9B23-471B-A0B9-E878DD212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82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CE5-7C4F-3194-DE9F-7EC12B6833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latin typeface="Arial Black" panose="020B0A04020102020204" pitchFamily="34" charset="0"/>
              </a:rPr>
              <a:t>ENTERPRENEURSHIP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13FC3-54C8-D5C3-9F04-1B7CB93BC1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80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3C21-F9B1-DD01-029A-82C67C85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A7187-C3AF-944F-E640-71E59AB92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Kata </a:t>
            </a:r>
            <a:r>
              <a:rPr lang="en-US" i="1" dirty="0"/>
              <a:t>entrepreneur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Bahasa </a:t>
            </a:r>
            <a:r>
              <a:rPr lang="en-US" dirty="0" err="1"/>
              <a:t>Perancis</a:t>
            </a:r>
            <a:r>
              <a:rPr lang="en-US" dirty="0"/>
              <a:t>, </a:t>
            </a:r>
            <a:r>
              <a:rPr lang="en-US" i="1" dirty="0"/>
              <a:t>entre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‘</a:t>
            </a:r>
            <a:r>
              <a:rPr lang="en-US" dirty="0" err="1"/>
              <a:t>antara</a:t>
            </a:r>
            <a:r>
              <a:rPr lang="en-US" dirty="0"/>
              <a:t>’ dan </a:t>
            </a:r>
            <a:r>
              <a:rPr lang="en-US" i="1" dirty="0"/>
              <a:t>prendre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‘</a:t>
            </a:r>
            <a:r>
              <a:rPr lang="en-US" dirty="0" err="1"/>
              <a:t>mengambil</a:t>
            </a:r>
            <a:r>
              <a:rPr lang="en-US" dirty="0"/>
              <a:t>’.</a:t>
            </a:r>
          </a:p>
          <a:p>
            <a:pPr marL="0" indent="0">
              <a:buNone/>
            </a:pPr>
            <a:r>
              <a:rPr lang="en-US" dirty="0"/>
              <a:t>Kata </a:t>
            </a:r>
            <a:r>
              <a:rPr lang="en-US" dirty="0" err="1"/>
              <a:t>ini</a:t>
            </a:r>
            <a:r>
              <a:rPr lang="en-US" dirty="0"/>
              <a:t> pada </a:t>
            </a:r>
            <a:r>
              <a:rPr lang="en-US" dirty="0" err="1"/>
              <a:t>dasarnya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menggambarkan</a:t>
            </a:r>
            <a:r>
              <a:rPr lang="en-US" dirty="0"/>
              <a:t> orang-orang yang </a:t>
            </a:r>
            <a:r>
              <a:rPr lang="en-US" u="sng" dirty="0" err="1"/>
              <a:t>mengambil</a:t>
            </a:r>
            <a:r>
              <a:rPr lang="en-US" u="sng" dirty="0"/>
              <a:t> </a:t>
            </a:r>
            <a:r>
              <a:rPr lang="en-US" u="sng" dirty="0" err="1"/>
              <a:t>resiko</a:t>
            </a:r>
            <a:r>
              <a:rPr lang="en-US" u="sng" dirty="0"/>
              <a:t> </a:t>
            </a:r>
            <a:r>
              <a:rPr lang="en-US" dirty="0"/>
              <a:t>dan </a:t>
            </a:r>
            <a:r>
              <a:rPr lang="en-US" u="sng" dirty="0" err="1"/>
              <a:t>memulai</a:t>
            </a:r>
            <a:r>
              <a:rPr lang="en-US" u="sng" dirty="0"/>
              <a:t> </a:t>
            </a:r>
            <a:r>
              <a:rPr lang="en-US" u="sng" dirty="0" err="1"/>
              <a:t>sesuatu</a:t>
            </a:r>
            <a:r>
              <a:rPr lang="en-US" u="sng" dirty="0"/>
              <a:t> yang </a:t>
            </a:r>
            <a:r>
              <a:rPr lang="en-US" u="sng" dirty="0" err="1"/>
              <a:t>baru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430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EE49-AF6B-6DB2-031C-A82FB004E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545E5-B35C-2B17-19BD-98465348F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Kewirausahaan</a:t>
            </a:r>
            <a:r>
              <a:rPr lang="en-US" dirty="0"/>
              <a:t> </a:t>
            </a:r>
            <a:r>
              <a:rPr lang="en-US" dirty="0" err="1"/>
              <a:t>sebenarnya</a:t>
            </a:r>
            <a:r>
              <a:rPr lang="en-US" dirty="0"/>
              <a:t> </a:t>
            </a:r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kata </a:t>
            </a:r>
            <a:r>
              <a:rPr lang="en-US" dirty="0" err="1"/>
              <a:t>wira-usaha</a:t>
            </a:r>
            <a:r>
              <a:rPr lang="en-US" dirty="0"/>
              <a:t> yang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orang yang </a:t>
            </a:r>
            <a:r>
              <a:rPr lang="en-US" dirty="0" err="1"/>
              <a:t>berani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resiko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usaha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kesempatan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Jadi </a:t>
            </a:r>
            <a:r>
              <a:rPr lang="en-US" dirty="0" err="1"/>
              <a:t>kewirausahaan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berani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resiko</a:t>
            </a:r>
            <a:r>
              <a:rPr lang="en-US" dirty="0"/>
              <a:t> dan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baru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81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3D592-0D05-7ED7-FE7D-3C3F82A3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PENGEMBANGAN KEWIRAUSAHAAN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0132-9A5A-4360-263F-BDA53D444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</a:t>
            </a:r>
            <a:r>
              <a:rPr lang="en-US" dirty="0" err="1"/>
              <a:t>Technopreneurship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Proses dan </a:t>
            </a:r>
            <a:r>
              <a:rPr lang="en-US" dirty="0" err="1"/>
              <a:t>pembentukan</a:t>
            </a:r>
            <a:r>
              <a:rPr lang="en-US" dirty="0"/>
              <a:t> </a:t>
            </a:r>
            <a:r>
              <a:rPr lang="en-US" dirty="0" err="1"/>
              <a:t>usaha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yang </a:t>
            </a:r>
            <a:r>
              <a:rPr lang="en-US" dirty="0" err="1"/>
              <a:t>melibatkan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basisnya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harapan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penciptaan</a:t>
            </a:r>
            <a:r>
              <a:rPr lang="en-US" dirty="0"/>
              <a:t> strategi dan </a:t>
            </a:r>
            <a:r>
              <a:rPr lang="en-US" dirty="0" err="1"/>
              <a:t>inovasi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kelak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factor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pengembangan</a:t>
            </a:r>
            <a:r>
              <a:rPr lang="en-US" dirty="0"/>
              <a:t> </a:t>
            </a:r>
            <a:r>
              <a:rPr lang="en-US" dirty="0" err="1"/>
              <a:t>ekonomi</a:t>
            </a:r>
            <a:r>
              <a:rPr lang="en-US" dirty="0"/>
              <a:t> </a:t>
            </a:r>
            <a:r>
              <a:rPr lang="en-US" dirty="0" err="1"/>
              <a:t>nasional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: Gojek, Traveloka, </a:t>
            </a:r>
            <a:r>
              <a:rPr lang="en-US" dirty="0" err="1"/>
              <a:t>Ruangguru</a:t>
            </a:r>
            <a:r>
              <a:rPr lang="en-US" dirty="0"/>
              <a:t>, Tokopedia, Microsoft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8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1A749-3172-2325-1694-F333AA5B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1036F-C14A-4FDA-D8BD-5A63BD3E4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Social Entrepreneurship</a:t>
            </a:r>
          </a:p>
          <a:p>
            <a:pPr marL="0" indent="0">
              <a:buNone/>
            </a:pP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kewirausahaan</a:t>
            </a:r>
            <a:r>
              <a:rPr lang="en-US" dirty="0"/>
              <a:t> yang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misi</a:t>
            </a:r>
            <a:r>
              <a:rPr lang="en-US" dirty="0"/>
              <a:t> social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Masyarakat.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Tujuan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social entrepreneurship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masalah</a:t>
            </a:r>
            <a:r>
              <a:rPr lang="en-US" dirty="0"/>
              <a:t> social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04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BCB7-0869-0982-4B7F-101595245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D43A4-59B0-30A9-19CA-094E74DC4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3. Lead </a:t>
            </a:r>
            <a:r>
              <a:rPr lang="en-US" dirty="0" err="1"/>
              <a:t>Preneurship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Istilah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merujuk</a:t>
            </a:r>
            <a:r>
              <a:rPr lang="en-US" dirty="0"/>
              <a:t> pada </a:t>
            </a:r>
            <a:r>
              <a:rPr lang="en-US" dirty="0" err="1"/>
              <a:t>individu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 </a:t>
            </a:r>
            <a:r>
              <a:rPr lang="en-US" dirty="0" err="1"/>
              <a:t>memulai</a:t>
            </a:r>
            <a:r>
              <a:rPr lang="en-US" dirty="0"/>
              <a:t> dan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proaktif</a:t>
            </a:r>
            <a:r>
              <a:rPr lang="en-US" dirty="0"/>
              <a:t> </a:t>
            </a:r>
            <a:r>
              <a:rPr lang="en-US" dirty="0" err="1"/>
              <a:t>memimpin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di </a:t>
            </a:r>
            <a:r>
              <a:rPr lang="en-US" dirty="0" err="1"/>
              <a:t>industri</a:t>
            </a:r>
            <a:r>
              <a:rPr lang="en-US" dirty="0"/>
              <a:t>, Masyarakat,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mereka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49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6F4B-8938-AE37-7A51-31E5B9F2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D1E5C-53DA-436B-EC89-66ACF7C1A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4. Beauty </a:t>
            </a:r>
            <a:r>
              <a:rPr lang="en-US" dirty="0" err="1"/>
              <a:t>Preneurship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Istilah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mengacu</a:t>
            </a:r>
            <a:r>
              <a:rPr lang="en-US" dirty="0"/>
              <a:t> pada </a:t>
            </a:r>
            <a:r>
              <a:rPr lang="en-US" dirty="0" err="1"/>
              <a:t>kegiatan</a:t>
            </a:r>
            <a:r>
              <a:rPr lang="en-US" dirty="0"/>
              <a:t> </a:t>
            </a:r>
            <a:r>
              <a:rPr lang="en-US" dirty="0" err="1"/>
              <a:t>berbisnis</a:t>
            </a:r>
            <a:r>
              <a:rPr lang="en-US" dirty="0"/>
              <a:t> di industry </a:t>
            </a:r>
            <a:r>
              <a:rPr lang="en-US" dirty="0" err="1"/>
              <a:t>kecantikan</a:t>
            </a:r>
            <a:r>
              <a:rPr lang="en-US" dirty="0"/>
              <a:t> dan </a:t>
            </a:r>
            <a:r>
              <a:rPr lang="en-US" dirty="0" err="1"/>
              <a:t>perawatan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beautypreneur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menjual</a:t>
            </a:r>
            <a:r>
              <a:rPr lang="en-US" dirty="0"/>
              <a:t> </a:t>
            </a:r>
            <a:r>
              <a:rPr lang="en-US" dirty="0" err="1"/>
              <a:t>produk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kecantikan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juga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merek</a:t>
            </a:r>
            <a:r>
              <a:rPr lang="en-US" dirty="0"/>
              <a:t> yang </a:t>
            </a:r>
            <a:r>
              <a:rPr lang="en-US" dirty="0" err="1"/>
              <a:t>inovatif</a:t>
            </a:r>
            <a:r>
              <a:rPr lang="en-US" dirty="0"/>
              <a:t>,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pasar, dan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tambah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konsumennya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4532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6E5F-DAAD-6974-6770-37DCDE1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0E5AD-28A4-BF84-1F7A-7E725E34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en-US" dirty="0" err="1"/>
              <a:t>Cyberpreneurship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bisnis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digital </a:t>
            </a:r>
            <a:r>
              <a:rPr lang="en-US" dirty="0" err="1"/>
              <a:t>sebagai</a:t>
            </a:r>
            <a:r>
              <a:rPr lang="en-US" dirty="0"/>
              <a:t> media </a:t>
            </a:r>
            <a:r>
              <a:rPr lang="en-US" dirty="0" err="1"/>
              <a:t>utama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870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B971-FEEA-9A8F-111A-FC799F47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Wirausaha</a:t>
            </a:r>
            <a:r>
              <a:rPr lang="en-US" dirty="0"/>
              <a:t> </a:t>
            </a:r>
            <a:r>
              <a:rPr lang="en-US" dirty="0" err="1"/>
              <a:t>dilahirkan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diciptakan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A85A-2B36-2DE0-E2A3-19F414879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Wirausaha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diciptakan</a:t>
            </a:r>
            <a:r>
              <a:rPr lang="en-US" dirty="0"/>
              <a:t>,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pengusaha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melalui</a:t>
            </a:r>
            <a:r>
              <a:rPr lang="en-US" dirty="0"/>
              <a:t> Pendidikan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bisnisnya</a:t>
            </a:r>
            <a:r>
              <a:rPr lang="en-US" dirty="0"/>
              <a:t> </a:t>
            </a:r>
            <a:r>
              <a:rPr lang="en-US" dirty="0" err="1"/>
              <a:t>nanti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dicapai</a:t>
            </a:r>
            <a:endParaRPr lang="en-US" dirty="0"/>
          </a:p>
          <a:p>
            <a:r>
              <a:rPr lang="en-US" dirty="0" err="1"/>
              <a:t>Wirausaha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dilahirkan</a:t>
            </a:r>
            <a:r>
              <a:rPr lang="en-US" dirty="0"/>
              <a:t>, </a:t>
            </a:r>
            <a:r>
              <a:rPr lang="en-US" dirty="0" err="1"/>
              <a:t>artinya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pengusaha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sendirinya</a:t>
            </a:r>
            <a:r>
              <a:rPr lang="en-US" dirty="0"/>
              <a:t>,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sekolah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Lembaga Pendidikan </a:t>
            </a:r>
            <a:r>
              <a:rPr lang="en-US" dirty="0" err="1"/>
              <a:t>tertentu</a:t>
            </a:r>
            <a:r>
              <a:rPr lang="en-US" dirty="0"/>
              <a:t>. Sifat </a:t>
            </a:r>
            <a:r>
              <a:rPr lang="en-US" dirty="0" err="1"/>
              <a:t>wirausahanya</a:t>
            </a:r>
            <a:r>
              <a:rPr lang="en-US" dirty="0"/>
              <a:t> </a:t>
            </a:r>
            <a:r>
              <a:rPr lang="en-US" dirty="0" err="1"/>
              <a:t>dibawanya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lahir</a:t>
            </a:r>
            <a:r>
              <a:rPr lang="en-US" dirty="0"/>
              <a:t>,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lataran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Pendidikan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tampil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wirausaha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296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E21C-C79D-AD2E-444E-B27B0232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86DF-B926-A65B-E7B2-D562275DA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Yang </a:t>
            </a:r>
            <a:r>
              <a:rPr lang="en-US" dirty="0" err="1"/>
              <a:t>mendorong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wirausaha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adalah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Sifat </a:t>
            </a:r>
            <a:r>
              <a:rPr lang="en-US" dirty="0" err="1"/>
              <a:t>bawaan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 err="1"/>
              <a:t>Dukungan</a:t>
            </a:r>
            <a:r>
              <a:rPr lang="en-US" dirty="0"/>
              <a:t> </a:t>
            </a:r>
            <a:r>
              <a:rPr lang="en-US" dirty="0" err="1"/>
              <a:t>pendidikan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535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ECA6-95A3-5354-F4F1-1B268DD3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Peranan</a:t>
            </a:r>
            <a:r>
              <a:rPr lang="en-US" dirty="0"/>
              <a:t> Sifat </a:t>
            </a:r>
            <a:r>
              <a:rPr lang="en-US" dirty="0" err="1"/>
              <a:t>Wirausaha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2626-16D5-FDE8-AE64-7B11194D0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lphaLcPeriod"/>
            </a:pPr>
            <a:r>
              <a:rPr lang="en-US" u="sng" dirty="0" err="1"/>
              <a:t>Berani</a:t>
            </a:r>
            <a:r>
              <a:rPr lang="en-US" u="sng" dirty="0"/>
              <a:t> </a:t>
            </a:r>
            <a:r>
              <a:rPr lang="en-US" u="sng" dirty="0" err="1"/>
              <a:t>mengambil</a:t>
            </a:r>
            <a:r>
              <a:rPr lang="en-US" u="sng" dirty="0"/>
              <a:t> </a:t>
            </a:r>
            <a:r>
              <a:rPr lang="en-US" u="sng" dirty="0" err="1"/>
              <a:t>risiko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: Tidak </a:t>
            </a:r>
            <a:r>
              <a:rPr lang="en-US" dirty="0" err="1"/>
              <a:t>takut</a:t>
            </a:r>
            <a:r>
              <a:rPr lang="en-US" dirty="0"/>
              <a:t> </a:t>
            </a:r>
            <a:r>
              <a:rPr lang="en-US" dirty="0" err="1"/>
              <a:t>mencoba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baru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b. </a:t>
            </a:r>
            <a:r>
              <a:rPr lang="en-US" u="sng" dirty="0" err="1"/>
              <a:t>Kegiatan</a:t>
            </a:r>
            <a:r>
              <a:rPr lang="en-US" u="sng" dirty="0"/>
              <a:t> yang </a:t>
            </a:r>
            <a:r>
              <a:rPr lang="en-US" u="sng" dirty="0" err="1"/>
              <a:t>penuh</a:t>
            </a:r>
            <a:r>
              <a:rPr lang="en-US" u="sng" dirty="0"/>
              <a:t> </a:t>
            </a:r>
            <a:r>
              <a:rPr lang="en-US" u="sng" dirty="0" err="1"/>
              <a:t>semangat</a:t>
            </a:r>
            <a:r>
              <a:rPr lang="en-US" u="sng" dirty="0"/>
              <a:t> dan </a:t>
            </a:r>
            <a:r>
              <a:rPr lang="en-US" u="sng" dirty="0" err="1"/>
              <a:t>berdaya</a:t>
            </a:r>
            <a:r>
              <a:rPr lang="en-US" u="sng" dirty="0"/>
              <a:t> </a:t>
            </a:r>
            <a:r>
              <a:rPr lang="en-US" u="sng" dirty="0" err="1"/>
              <a:t>cipta</a:t>
            </a:r>
            <a:r>
              <a:rPr lang="en-US" u="sng" dirty="0"/>
              <a:t> (</a:t>
            </a:r>
            <a:r>
              <a:rPr lang="en-US" u="sng" dirty="0" err="1"/>
              <a:t>inovasi</a:t>
            </a:r>
            <a:r>
              <a:rPr lang="en-US" u="sng" dirty="0"/>
              <a:t>)</a:t>
            </a:r>
          </a:p>
          <a:p>
            <a:pPr marL="0" indent="0">
              <a:buNone/>
            </a:pPr>
            <a:r>
              <a:rPr lang="en-US" dirty="0"/>
              <a:t>: </a:t>
            </a:r>
            <a:r>
              <a:rPr lang="en-US" dirty="0" err="1"/>
              <a:t>Selalu</a:t>
            </a:r>
            <a:r>
              <a:rPr lang="en-US" dirty="0"/>
              <a:t> punya ide </a:t>
            </a:r>
            <a:r>
              <a:rPr lang="en-US" dirty="0" err="1"/>
              <a:t>baru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c. </a:t>
            </a:r>
            <a:r>
              <a:rPr lang="en-US" u="sng" dirty="0" err="1"/>
              <a:t>Tanggung</a:t>
            </a:r>
            <a:r>
              <a:rPr lang="en-US" u="sng" dirty="0"/>
              <a:t> </a:t>
            </a:r>
            <a:r>
              <a:rPr lang="en-US" u="sng" dirty="0" err="1"/>
              <a:t>jawab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: Bisa </a:t>
            </a:r>
            <a:r>
              <a:rPr lang="en-US" dirty="0" err="1"/>
              <a:t>mengorganisasi</a:t>
            </a:r>
            <a:r>
              <a:rPr lang="en-US" dirty="0"/>
              <a:t> dan </a:t>
            </a:r>
            <a:r>
              <a:rPr lang="en-US" dirty="0" err="1"/>
              <a:t>mengatur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d. </a:t>
            </a:r>
            <a:r>
              <a:rPr lang="en-US" u="sng" dirty="0" err="1"/>
              <a:t>Pengetahuan</a:t>
            </a:r>
            <a:r>
              <a:rPr lang="en-US" u="sng" dirty="0"/>
              <a:t> </a:t>
            </a:r>
            <a:r>
              <a:rPr lang="en-US" u="sng" dirty="0" err="1"/>
              <a:t>tentang</a:t>
            </a:r>
            <a:r>
              <a:rPr lang="en-US" u="sng" dirty="0"/>
              <a:t> </a:t>
            </a:r>
            <a:r>
              <a:rPr lang="en-US" u="sng" dirty="0" err="1"/>
              <a:t>hasil-hasil</a:t>
            </a:r>
            <a:r>
              <a:rPr lang="en-US" u="sng" dirty="0"/>
              <a:t> Keputusan</a:t>
            </a:r>
          </a:p>
          <a:p>
            <a:pPr marL="0" indent="0">
              <a:buNone/>
            </a:pPr>
            <a:r>
              <a:rPr lang="en-US" dirty="0"/>
              <a:t>: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wirausaha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dampak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Keputusan yang </a:t>
            </a:r>
            <a:r>
              <a:rPr lang="en-US" dirty="0" err="1"/>
              <a:t>diambil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kelangsungan</a:t>
            </a:r>
            <a:r>
              <a:rPr lang="en-US" dirty="0"/>
              <a:t> </a:t>
            </a:r>
            <a:r>
              <a:rPr lang="en-US" dirty="0" err="1"/>
              <a:t>bisnisnya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pengusaha</a:t>
            </a:r>
            <a:r>
              <a:rPr lang="en-US" dirty="0"/>
              <a:t> juga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dan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karyawannya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kinerja</a:t>
            </a:r>
            <a:r>
              <a:rPr lang="en-US" dirty="0"/>
              <a:t> yang </a:t>
            </a:r>
            <a:r>
              <a:rPr lang="en-US" dirty="0" err="1"/>
              <a:t>diinginkan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567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5AE0-6BC0-F612-FADF-807E51E3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Sifat dan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Wirausaha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06669-C64B-D516-F06F-69EFEDC99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Shane (2003) </a:t>
            </a:r>
            <a:r>
              <a:rPr lang="en-US" dirty="0" err="1"/>
              <a:t>dalam</a:t>
            </a:r>
            <a:r>
              <a:rPr lang="en-US" dirty="0"/>
              <a:t> Helmi dan </a:t>
            </a:r>
            <a:r>
              <a:rPr lang="en-US" dirty="0" err="1"/>
              <a:t>Megasari</a:t>
            </a:r>
            <a:r>
              <a:rPr lang="en-US" dirty="0"/>
              <a:t> (2009) </a:t>
            </a:r>
            <a:r>
              <a:rPr lang="en-US" dirty="0" err="1"/>
              <a:t>mengelompokkan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psikologis</a:t>
            </a:r>
            <a:r>
              <a:rPr lang="en-US" dirty="0"/>
              <a:t> yang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yang lain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4 </a:t>
            </a:r>
            <a:r>
              <a:rPr lang="en-US" dirty="0" err="1"/>
              <a:t>aspek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:</a:t>
            </a:r>
          </a:p>
          <a:p>
            <a:pPr marL="514350" indent="-514350">
              <a:buAutoNum type="arabicPeriod"/>
            </a:pPr>
            <a:r>
              <a:rPr lang="en-US" dirty="0" err="1"/>
              <a:t>Kepribadian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Kepribadian</a:t>
            </a:r>
            <a:r>
              <a:rPr lang="en-US" dirty="0"/>
              <a:t> dan </a:t>
            </a:r>
            <a:r>
              <a:rPr lang="en-US" dirty="0" err="1"/>
              <a:t>motivasi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berpengaruh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Keputusan yang </a:t>
            </a:r>
            <a:r>
              <a:rPr lang="en-US" dirty="0" err="1"/>
              <a:t>berkaitan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Tindakan </a:t>
            </a:r>
            <a:r>
              <a:rPr lang="en-US" dirty="0" err="1"/>
              <a:t>memanfaatkan</a:t>
            </a:r>
            <a:r>
              <a:rPr lang="en-US" dirty="0"/>
              <a:t> </a:t>
            </a:r>
            <a:r>
              <a:rPr lang="en-US" dirty="0" err="1"/>
              <a:t>peluang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79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659F-1FFD-B854-322E-59A1F64B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F31E-BA03-80FF-F60B-A77B46DC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dirty="0" err="1"/>
              <a:t>Motivasi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Ada 2 factor yang </a:t>
            </a:r>
            <a:r>
              <a:rPr lang="en-US" dirty="0" err="1"/>
              <a:t>melandasi</a:t>
            </a:r>
            <a:r>
              <a:rPr lang="en-US" dirty="0"/>
              <a:t> </a:t>
            </a:r>
            <a:r>
              <a:rPr lang="en-US" dirty="0" err="1"/>
              <a:t>motivasi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</a:t>
            </a:r>
            <a:r>
              <a:rPr lang="en-US" dirty="0" err="1"/>
              <a:t>wirausaha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:</a:t>
            </a:r>
          </a:p>
          <a:p>
            <a:pPr>
              <a:buFontTx/>
              <a:buChar char="-"/>
            </a:pP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berprestasi</a:t>
            </a:r>
            <a:endParaRPr lang="en-US" dirty="0"/>
          </a:p>
          <a:p>
            <a:pPr>
              <a:buFontTx/>
              <a:buChar char="-"/>
            </a:pP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independent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dirty="0" err="1"/>
              <a:t>Evaluasi</a:t>
            </a:r>
            <a:r>
              <a:rPr lang="en-US" dirty="0"/>
              <a:t> Diri</a:t>
            </a:r>
          </a:p>
          <a:p>
            <a:pPr marL="0" indent="0">
              <a:buNone/>
            </a:pPr>
            <a:r>
              <a:rPr lang="en-US" dirty="0" err="1"/>
              <a:t>Elemen</a:t>
            </a:r>
            <a:r>
              <a:rPr lang="en-US" dirty="0"/>
              <a:t> yang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:</a:t>
            </a:r>
          </a:p>
          <a:p>
            <a:pPr>
              <a:buFontTx/>
              <a:buChar char="-"/>
            </a:pPr>
            <a:r>
              <a:rPr lang="en-US" i="1" dirty="0"/>
              <a:t>Locus of Control</a:t>
            </a:r>
            <a:r>
              <a:rPr lang="en-US" dirty="0"/>
              <a:t>, </a:t>
            </a:r>
            <a:r>
              <a:rPr lang="en-US" dirty="0" err="1"/>
              <a:t>kepercayaan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ia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mengendalikan</a:t>
            </a:r>
            <a:r>
              <a:rPr lang="en-US" dirty="0"/>
              <a:t> </a:t>
            </a:r>
            <a:r>
              <a:rPr lang="en-US" dirty="0" err="1"/>
              <a:t>lingkungan</a:t>
            </a:r>
            <a:r>
              <a:rPr lang="en-US" dirty="0"/>
              <a:t> </a:t>
            </a:r>
            <a:r>
              <a:rPr lang="en-US" dirty="0" err="1"/>
              <a:t>sekitarnya</a:t>
            </a:r>
            <a:endParaRPr lang="en-US" dirty="0"/>
          </a:p>
          <a:p>
            <a:pPr>
              <a:buFontTx/>
              <a:buChar char="-"/>
            </a:pPr>
            <a:r>
              <a:rPr lang="en-US" i="1" dirty="0"/>
              <a:t>Self efficacy</a:t>
            </a:r>
            <a:r>
              <a:rPr lang="en-US" dirty="0"/>
              <a:t>, </a:t>
            </a:r>
            <a:r>
              <a:rPr lang="en-US" dirty="0" err="1"/>
              <a:t>kepercayaan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pada </a:t>
            </a:r>
            <a:r>
              <a:rPr lang="en-US" dirty="0" err="1"/>
              <a:t>kekuatan</a:t>
            </a:r>
            <a:r>
              <a:rPr lang="en-US" dirty="0"/>
              <a:t> </a:t>
            </a:r>
            <a:r>
              <a:rPr lang="en-US" dirty="0" err="1"/>
              <a:t>dirinya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ertentu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7664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1986-F8D6-D877-9A25-E533F2A6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1A5B8-2114-A178-43E8-F23022C1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Kognitif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: Faktor yang </a:t>
            </a:r>
            <a:r>
              <a:rPr lang="en-US" dirty="0" err="1"/>
              <a:t>mempengaruhi</a:t>
            </a:r>
            <a:r>
              <a:rPr lang="en-US" dirty="0"/>
              <a:t>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seseorang</a:t>
            </a:r>
            <a:r>
              <a:rPr lang="en-US" dirty="0"/>
              <a:t> </a:t>
            </a:r>
            <a:r>
              <a:rPr lang="en-US" dirty="0" err="1"/>
              <a:t>berfikir</a:t>
            </a:r>
            <a:r>
              <a:rPr lang="en-US" dirty="0"/>
              <a:t> dan </a:t>
            </a:r>
            <a:r>
              <a:rPr lang="en-US" dirty="0" err="1"/>
              <a:t>membuat</a:t>
            </a:r>
            <a:r>
              <a:rPr lang="en-US" dirty="0"/>
              <a:t> Keputusan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mengembangkan</a:t>
            </a:r>
            <a:r>
              <a:rPr lang="en-US" dirty="0"/>
              <a:t> </a:t>
            </a:r>
            <a:r>
              <a:rPr lang="en-US" dirty="0" err="1"/>
              <a:t>peluang</a:t>
            </a:r>
            <a:r>
              <a:rPr lang="en-US" dirty="0"/>
              <a:t> </a:t>
            </a:r>
            <a:r>
              <a:rPr lang="en-US" dirty="0" err="1"/>
              <a:t>kewirausahaan</a:t>
            </a:r>
            <a:r>
              <a:rPr lang="en-US" dirty="0"/>
              <a:t>,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kognitif</a:t>
            </a:r>
            <a:r>
              <a:rPr lang="en-US" dirty="0"/>
              <a:t> yang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>
              <a:buFontTx/>
              <a:buChar char="-"/>
            </a:pPr>
            <a:r>
              <a:rPr lang="en-US" i="1" dirty="0"/>
              <a:t>Over confidence</a:t>
            </a:r>
            <a:r>
              <a:rPr lang="en-US" dirty="0"/>
              <a:t>, </a:t>
            </a:r>
            <a:r>
              <a:rPr lang="en-US" dirty="0" err="1"/>
              <a:t>kepercayaan</a:t>
            </a:r>
            <a:r>
              <a:rPr lang="en-US" dirty="0"/>
              <a:t> pada </a:t>
            </a:r>
            <a:r>
              <a:rPr lang="en-US" dirty="0" err="1"/>
              <a:t>pernyataan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yang </a:t>
            </a:r>
            <a:r>
              <a:rPr lang="en-US" dirty="0" err="1"/>
              <a:t>melebihi</a:t>
            </a:r>
            <a:r>
              <a:rPr lang="en-US" dirty="0"/>
              <a:t> </a:t>
            </a:r>
            <a:r>
              <a:rPr lang="en-US" dirty="0" err="1"/>
              <a:t>keakuratan</a:t>
            </a:r>
            <a:r>
              <a:rPr lang="en-US" dirty="0"/>
              <a:t> </a:t>
            </a:r>
            <a:r>
              <a:rPr lang="en-US" dirty="0" err="1"/>
              <a:t>diri</a:t>
            </a:r>
            <a:r>
              <a:rPr lang="en-US" dirty="0"/>
              <a:t> data yang </a:t>
            </a:r>
            <a:r>
              <a:rPr lang="en-US" dirty="0" err="1"/>
              <a:t>diberikan</a:t>
            </a:r>
            <a:endParaRPr lang="en-US" dirty="0"/>
          </a:p>
          <a:p>
            <a:pPr>
              <a:buFontTx/>
              <a:buChar char="-"/>
            </a:pPr>
            <a:r>
              <a:rPr lang="en-US" i="1" dirty="0" err="1"/>
              <a:t>Representatif</a:t>
            </a:r>
            <a:r>
              <a:rPr lang="en-US" i="1" dirty="0"/>
              <a:t>,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menggeneralisasi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populasi</a:t>
            </a:r>
            <a:endParaRPr lang="en-US" dirty="0"/>
          </a:p>
          <a:p>
            <a:pPr>
              <a:buFontTx/>
              <a:buChar char="-"/>
            </a:pPr>
            <a:r>
              <a:rPr lang="en-US" i="1" dirty="0" err="1"/>
              <a:t>Intuisi</a:t>
            </a:r>
            <a:r>
              <a:rPr lang="en-US" dirty="0"/>
              <a:t>, </a:t>
            </a:r>
            <a:r>
              <a:rPr lang="en-US" dirty="0" err="1"/>
              <a:t>penggunaan</a:t>
            </a:r>
            <a:r>
              <a:rPr lang="en-US" dirty="0"/>
              <a:t> </a:t>
            </a:r>
            <a:r>
              <a:rPr lang="en-US" dirty="0" err="1"/>
              <a:t>perasaan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keputusan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88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579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Office Theme</vt:lpstr>
      <vt:lpstr>ENTERPRENEURSHIP</vt:lpstr>
      <vt:lpstr>PowerPoint Presentation</vt:lpstr>
      <vt:lpstr>PowerPoint Presentation</vt:lpstr>
      <vt:lpstr>PENGEMBANGAN KEWIRAUSAHAAN</vt:lpstr>
      <vt:lpstr>PowerPoint Presentation</vt:lpstr>
      <vt:lpstr>PowerPoint Presentation</vt:lpstr>
      <vt:lpstr>PowerPoint Presentation</vt:lpstr>
      <vt:lpstr>PowerPoint Presentation</vt:lpstr>
      <vt:lpstr>Wirausaha dilahirkan atau diciptakan?</vt:lpstr>
      <vt:lpstr>PowerPoint Presentation</vt:lpstr>
      <vt:lpstr>Peranan Sifat Wirausaha</vt:lpstr>
      <vt:lpstr>Sifat dan Karakteristik Wirausaha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mifta33110@gmail.com</dc:creator>
  <cp:lastModifiedBy>mifta33110@gmail.com</cp:lastModifiedBy>
  <cp:revision>2</cp:revision>
  <dcterms:created xsi:type="dcterms:W3CDTF">2025-09-15T03:47:03Z</dcterms:created>
  <dcterms:modified xsi:type="dcterms:W3CDTF">2025-09-15T06:33:43Z</dcterms:modified>
</cp:coreProperties>
</file>