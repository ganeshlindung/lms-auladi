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DM Sans" panose="020B0604020202020204" charset="0"/>
      <p:regular r:id="rId12"/>
    </p:embeddedFont>
    <p:embeddedFont>
      <p:font typeface="Chewy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00171" y="1334784"/>
            <a:ext cx="11859303" cy="258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7"/>
              </a:lnSpc>
            </a:pPr>
            <a:r>
              <a:rPr lang="en-US" sz="14862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CHAPTER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15824" y="4124722"/>
            <a:ext cx="13256353" cy="23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32"/>
              </a:lnSpc>
            </a:pPr>
            <a:r>
              <a:rPr lang="en-US" sz="13808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C’MON, GUYS!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708084" y="1668593"/>
            <a:ext cx="9358974" cy="7558170"/>
            <a:chOff x="0" y="0"/>
            <a:chExt cx="1006457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457" cy="812800"/>
            </a:xfrm>
            <a:custGeom>
              <a:avLst/>
              <a:gdLst/>
              <a:ahLst/>
              <a:cxnLst/>
              <a:rect l="l" t="t" r="r" b="b"/>
              <a:pathLst>
                <a:path w="1006457" h="812800">
                  <a:moveTo>
                    <a:pt x="82722" y="0"/>
                  </a:moveTo>
                  <a:lnTo>
                    <a:pt x="923735" y="0"/>
                  </a:lnTo>
                  <a:cubicBezTo>
                    <a:pt x="969421" y="0"/>
                    <a:pt x="1006457" y="37036"/>
                    <a:pt x="1006457" y="82722"/>
                  </a:cubicBezTo>
                  <a:lnTo>
                    <a:pt x="1006457" y="730078"/>
                  </a:lnTo>
                  <a:cubicBezTo>
                    <a:pt x="1006457" y="752017"/>
                    <a:pt x="997742" y="773058"/>
                    <a:pt x="982228" y="788571"/>
                  </a:cubicBezTo>
                  <a:cubicBezTo>
                    <a:pt x="966715" y="804085"/>
                    <a:pt x="945674" y="812800"/>
                    <a:pt x="923735" y="812800"/>
                  </a:cubicBezTo>
                  <a:lnTo>
                    <a:pt x="82722" y="812800"/>
                  </a:lnTo>
                  <a:cubicBezTo>
                    <a:pt x="37036" y="812800"/>
                    <a:pt x="0" y="775764"/>
                    <a:pt x="0" y="730078"/>
                  </a:cubicBezTo>
                  <a:lnTo>
                    <a:pt x="0" y="82722"/>
                  </a:lnTo>
                  <a:cubicBezTo>
                    <a:pt x="0" y="37036"/>
                    <a:pt x="37036" y="0"/>
                    <a:pt x="82722" y="0"/>
                  </a:cubicBezTo>
                  <a:close/>
                </a:path>
              </a:pathLst>
            </a:custGeom>
            <a:blipFill>
              <a:blip r:embed="rId28"/>
              <a:stretch>
                <a:fillRect l="-9272" r="-9272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15687" y="2182323"/>
            <a:ext cx="7490177" cy="495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71"/>
              </a:lnSpc>
            </a:pPr>
            <a:r>
              <a:rPr lang="en-US" sz="7051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In what situations do people make request and ask for permission?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34216" y="2749876"/>
            <a:ext cx="14397058" cy="341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04"/>
              </a:lnSpc>
            </a:pPr>
            <a:r>
              <a:rPr lang="en-US" sz="9717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MAKING REQUEST AND ASKING FOR PERMISSION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73448" y="1814523"/>
            <a:ext cx="7492821" cy="74928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03324" y="0"/>
                  </a:moveTo>
                  <a:lnTo>
                    <a:pt x="709475" y="0"/>
                  </a:lnTo>
                  <a:cubicBezTo>
                    <a:pt x="766540" y="0"/>
                    <a:pt x="812800" y="46260"/>
                    <a:pt x="812800" y="103324"/>
                  </a:cubicBezTo>
                  <a:lnTo>
                    <a:pt x="812800" y="709475"/>
                  </a:lnTo>
                  <a:cubicBezTo>
                    <a:pt x="812800" y="766540"/>
                    <a:pt x="766540" y="812800"/>
                    <a:pt x="709475" y="812800"/>
                  </a:cubicBezTo>
                  <a:lnTo>
                    <a:pt x="103324" y="812800"/>
                  </a:lnTo>
                  <a:cubicBezTo>
                    <a:pt x="46260" y="812800"/>
                    <a:pt x="0" y="766540"/>
                    <a:pt x="0" y="709475"/>
                  </a:cubicBezTo>
                  <a:lnTo>
                    <a:pt x="0" y="103324"/>
                  </a:lnTo>
                  <a:cubicBezTo>
                    <a:pt x="0" y="46260"/>
                    <a:pt x="46260" y="0"/>
                    <a:pt x="103324" y="0"/>
                  </a:cubicBezTo>
                  <a:close/>
                </a:path>
              </a:pathLst>
            </a:custGeom>
            <a:blipFill>
              <a:blip r:embed="rId28"/>
              <a:stretch>
                <a:fillRect l="-24906" r="-2490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505821" y="3131965"/>
            <a:ext cx="9373384" cy="4724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9"/>
              </a:lnSpc>
            </a:pPr>
            <a:r>
              <a:rPr lang="en-US" sz="6742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What specific language do you use when you make request or  ask for permission?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659945" y="1549481"/>
            <a:ext cx="13907663" cy="7708819"/>
          </a:xfrm>
          <a:custGeom>
            <a:avLst/>
            <a:gdLst/>
            <a:ahLst/>
            <a:cxnLst/>
            <a:rect l="l" t="t" r="r" b="b"/>
            <a:pathLst>
              <a:path w="13907663" h="7708819">
                <a:moveTo>
                  <a:pt x="0" y="0"/>
                </a:moveTo>
                <a:lnTo>
                  <a:pt x="13907663" y="0"/>
                </a:lnTo>
                <a:lnTo>
                  <a:pt x="13907663" y="7708819"/>
                </a:lnTo>
                <a:lnTo>
                  <a:pt x="0" y="77088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36130" y="2752877"/>
            <a:ext cx="8527884" cy="558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May I close the window?</a:t>
            </a: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Can I open the door, please?</a:t>
            </a: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Do you mind If I sit here?</a:t>
            </a: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Is it ok If I use your dictionary?</a:t>
            </a:r>
          </a:p>
          <a:p>
            <a:pPr algn="l">
              <a:lnSpc>
                <a:spcPts val="6422"/>
              </a:lnSpc>
            </a:pPr>
            <a:endParaRPr lang="en-US" sz="4587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230001" y="1536552"/>
            <a:ext cx="13358681" cy="12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3"/>
              </a:lnSpc>
            </a:pPr>
            <a:r>
              <a:rPr lang="en-US" sz="9717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ASKING FOR PERMISSION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83934" y="2721170"/>
            <a:ext cx="8115191" cy="6904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Please let me go to the restroom, sir?</a:t>
            </a:r>
          </a:p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Permit me to shut down the projector, sir?</a:t>
            </a:r>
          </a:p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May I have your permission to enter the classroom?</a:t>
            </a:r>
          </a:p>
          <a:p>
            <a:pPr algn="l">
              <a:lnSpc>
                <a:spcPts val="6882"/>
              </a:lnSpc>
            </a:pPr>
            <a:endParaRPr lang="en-US" sz="4916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</Words>
  <Application>Microsoft Office PowerPoint</Application>
  <PresentationFormat>Custom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DM Sans</vt:lpstr>
      <vt:lpstr>Chewy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Krem Hijau Abstrak Ilustrasi Presentasi Tugas Kelompok</dc:title>
  <dc:creator>User</dc:creator>
  <cp:lastModifiedBy>User</cp:lastModifiedBy>
  <cp:revision>3</cp:revision>
  <dcterms:created xsi:type="dcterms:W3CDTF">2006-08-16T00:00:00Z</dcterms:created>
  <dcterms:modified xsi:type="dcterms:W3CDTF">2025-10-10T03:39:18Z</dcterms:modified>
  <dc:identifier>DAG1WlyHnDM</dc:identifier>
</cp:coreProperties>
</file>