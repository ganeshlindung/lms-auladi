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sldIdLst>
    <p:sldId id="256" r:id="rId2"/>
    <p:sldId id="288" r:id="rId3"/>
    <p:sldId id="289" r:id="rId4"/>
    <p:sldId id="290" r:id="rId5"/>
    <p:sldId id="291" r:id="rId6"/>
    <p:sldId id="292" r:id="rId7"/>
    <p:sldId id="261" r:id="rId8"/>
    <p:sldId id="295" r:id="rId9"/>
    <p:sldId id="297" r:id="rId10"/>
    <p:sldId id="296" r:id="rId11"/>
    <p:sldId id="302" r:id="rId12"/>
    <p:sldId id="298" r:id="rId13"/>
    <p:sldId id="299" r:id="rId14"/>
    <p:sldId id="300" r:id="rId15"/>
    <p:sldId id="301" r:id="rId16"/>
    <p:sldId id="303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D0065BE-0657-4A47-90AD-C21C55E16B19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7BB8AF-C16A-4836-A92D-61834B5F0BA5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47D2193-4505-4A75-99BB-880C6989A757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3A18F4-33C3-445B-924C-31108C51719C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F7543A-E259-478F-9E0D-57BA40E442B7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FB012D-77A1-44B0-BB26-329BA1EE55C9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4B7499E-3031-413E-B01E-B94970708CAA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C7EAB0C-2220-4D0E-A0DD-DB7FA0F742F4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3416D63-31BF-4B94-B6C5-E20B2C63F515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6C3AA4-67BE-44F7-809A-3582401494AF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172EEB-1769-4776-AD69-E7C1260563EB}" type="datetime4">
              <a:rPr lang="en-US" smtClean="0"/>
              <a:pPr/>
              <a:t>August 17,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2B1B13E-D5AF-485E-81A1-82A140076526}" type="datetime4">
              <a:rPr lang="en-US" smtClean="0"/>
              <a:pPr/>
              <a:t>August 17, 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 smtClean="0"/>
              <a:t>Sains</a:t>
            </a:r>
            <a:r>
              <a:rPr lang="en-US" sz="4400" dirty="0" smtClean="0"/>
              <a:t> </a:t>
            </a:r>
            <a:r>
              <a:rPr lang="en-US" sz="4400" dirty="0" err="1" smtClean="0"/>
              <a:t>dan</a:t>
            </a:r>
            <a:r>
              <a:rPr lang="en-US" sz="4400" dirty="0" smtClean="0"/>
              <a:t> </a:t>
            </a:r>
            <a:r>
              <a:rPr lang="en-US" sz="4400" dirty="0" err="1" smtClean="0"/>
              <a:t>Pengamatannya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8964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9214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Sains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Ruang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Lingkupnya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552" y="853852"/>
            <a:ext cx="8064896" cy="5239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Sains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didefinisikan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sistematis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mengenai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alam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berdasarkan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bukti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fisik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melalui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percobaan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analisis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Adapun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cabang-cabang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sains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berikut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kehidupan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Cabang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Anatomi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struktur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bagian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tubuh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keanekaragaman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hewan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Botani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keanekaragaman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tumbuhan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Mikrobiologi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sangat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kecil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Mikologi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jamur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Fisika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gejala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fenomena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serta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benda-benda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disekitar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seperti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energi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panas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cahaya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listrik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magnet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Cabang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fisika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diantaranya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Mekanika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gerak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benda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Elektronika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arus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listrik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magnet</a:t>
            </a:r>
          </a:p>
        </p:txBody>
      </p:sp>
    </p:spTree>
    <p:extLst>
      <p:ext uri="{BB962C8B-B14F-4D97-AF65-F5344CB8AC3E}">
        <p14:creationId xmlns:p14="http://schemas.microsoft.com/office/powerpoint/2010/main" val="547378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552" y="332656"/>
            <a:ext cx="8064896" cy="5760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susunan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struktur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reaksi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Cabang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diantaranya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organik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struktur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komposisi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reaksi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sintesis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senyawa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organik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anorganik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sifat-sifat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struktur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sintesis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reaksi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senyawa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unsur-unsur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periodik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bumi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perubahannya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Cabang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diantaranya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Vulkanologi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gunung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berapi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Seismologi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gempa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bumi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Astronomi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planet,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semesta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Cabang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astronomi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diantaranya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Astrofisika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hukum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fisika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diluar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angkasa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Astrometri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mempelajari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pemetaan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benda-benda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langit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0913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552" y="332656"/>
            <a:ext cx="8064896" cy="1872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Sains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beberapa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ciri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antara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lain: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Objektif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Sesuai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logika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masuk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akal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Dinamis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berkembang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Objeknya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berupa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benda-benda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nyata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langkah-langkah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sistematis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417738"/>
            <a:ext cx="8229600" cy="57921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Sains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Ilmiah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9552" y="2996952"/>
            <a:ext cx="8064896" cy="2520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penelitian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ilmuwan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harus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sesuai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prosedur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tata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sistematis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ilmiah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Berikut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langkah-langkah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ilmiah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merumuskan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masalah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Mengumpulkan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informasi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Menyusun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hipotesis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eksperimen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Membuat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kesimpulan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8431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552" y="332656"/>
            <a:ext cx="8064896" cy="5760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merumuskan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masalah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Bertujuan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memperjelas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membatasi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masalah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dipecahkan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Kegiatan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maupun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ukur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kualitatif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ukur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satuan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baku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kuantitatif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Mengumpulkan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informasi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Setelah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merumuskan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masalah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langkah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selanjutnya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mengumpulkan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berkaitan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permasalahan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melalui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berbagai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literatur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seperti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buku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karya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ilmiah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internet,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maupun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bertanya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narasumber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saintis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lain</a:t>
            </a: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Menyusun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hipotesis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Merumuskan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dugaan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sementara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Hipotesis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menjadi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dasar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penyusunan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eksperimen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percobaan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984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9552" y="332656"/>
            <a:ext cx="8064896" cy="24482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percobaan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Dugaan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telah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dibuat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harus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dicari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kebenarannya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melalui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percobaan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Membuat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kesimpulan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Setelah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mengolah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menganalisis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data,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selanjutnya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penarikan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kesimpulan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Penarikan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kesimpulan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harus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berdasarkan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hasil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penelitian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tetap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berpedoman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pandangan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objektif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363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7975" y="274638"/>
            <a:ext cx="8378825" cy="7060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Laboratorium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IPA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0375" y="908720"/>
            <a:ext cx="8216081" cy="5472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Alat-alat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laboratrium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IPA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Gelas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melarutkan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penyimpanan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memanaskan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Erlenmeyer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tempat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litrat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proses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literasi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Tabung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reaksi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tabung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mereaksikan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lebih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Penjepit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pemanasan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tabung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reaksi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Gelas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ukur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mengukur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volume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Pipet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ukur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mengambil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jumlah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tertentu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ketelitian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tinggi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Pipet volume/pipet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gondok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mengambil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volume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tertentu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ketelitian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tinggi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383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7975" y="312738"/>
            <a:ext cx="8656513" cy="5780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Pipet filler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bantu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menghisap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Pipet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tetes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memindahkan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cairan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lain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jumlah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kecil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Labu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volumetrik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membuat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mengencerkan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volume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tertentu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Termometer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mengukur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suhu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Batang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pengaduk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membantu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mencampurkan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Spatula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sendok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kecil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mengambil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berupa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kristal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Bunsen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pemanas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Kaki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tiga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kawat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kasa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memanaskan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cairan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alas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gelas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diletakkan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kaki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tiga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467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7975" y="312738"/>
            <a:ext cx="8512497" cy="5708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Cawan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poselin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tempat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penguapan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zat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arloji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tempat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menimbang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berbentuk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Mortir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stamper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menghaluskan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Buret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menghentikan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titrasi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klem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menjepit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menyokong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buret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proses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titrasi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Corong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bantu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memindahkan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larutan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lain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khususnya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bermulut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kecil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Plat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tetes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melihat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hasil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endapan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reaksi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Lup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pembesar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Mikrometer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sekrup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Mikroskop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Neraca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pegas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50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60375" y="312738"/>
            <a:ext cx="8216081" cy="4988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Keselamatan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Kerja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Laboratorium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Prosedur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keselamatan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kerja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harus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ditaati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siapa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pun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laboratorium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Berikut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beberapa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prosedur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keselamatan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laboratorium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Mengenakan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perlengkapan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pelindung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secara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lengkap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seperti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laboratoium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safety goggles,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sarung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masker,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khusus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laboratorium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harus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sesuai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petunjuk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praktikum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Dilarang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minum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laboratorium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Berhati-hari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memanaskan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mencampurkan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Tidak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mencicipi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menghirup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secara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langsung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Membiasakan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mencuci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air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bersih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sebelum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setelah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praktikum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kulit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terkena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segera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cuci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air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mengalir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digaruk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agar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tidak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menyebar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Menjaga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kebersihan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meja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praktikum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lingkungan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laboratorium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030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60375" y="312738"/>
            <a:ext cx="8216081" cy="451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Beberapa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simbol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bahaya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kimia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https://lsi.fleischhacker-asia.biz/wp-content/uploads/2022/08/0bc0e60b9ca1b01d71867192dece1ab1-material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618" b="4277"/>
          <a:stretch/>
        </p:blipFill>
        <p:spPr bwMode="auto">
          <a:xfrm>
            <a:off x="971600" y="764704"/>
            <a:ext cx="6768752" cy="583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7738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7975" y="274638"/>
            <a:ext cx="8378825" cy="7060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Pengukuran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0375" y="908720"/>
            <a:ext cx="8216081" cy="2736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Pengukuran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kegiatan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penentuan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nilai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membandingkan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diukur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lain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sejenis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standar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ukuran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baku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sesuatu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diukur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dinyatakan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angka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nilai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Satuan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sesuatu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menyatakan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nilai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membandingkan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sesuatu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angka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tertentu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Satuan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baku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satuan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siapa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pun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menghasilkan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hasil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pengukuran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sama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314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60375" y="312738"/>
                <a:ext cx="8216081" cy="58525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Wingdings" pitchFamily="2" charset="2"/>
                  <a:buChar char="v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Besaran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pokok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satuannya</a:t>
                </a:r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buFont typeface="Courier New" pitchFamily="49" charset="0"/>
                  <a:buChar char="o"/>
                </a:pP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Panjang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inci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2,54 cm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kaki = 30,48 cm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mil = 1,852 km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yard = 0,9144 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parsec = 3,08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m</a:t>
                </a:r>
              </a:p>
              <a:p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Alat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ukur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besaran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panjang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biasa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digunakan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saat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ini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adalah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mistar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atau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penggaris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pita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ukur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jangka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sorong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mikrometer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sekrup</a:t>
                </a:r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75" y="312738"/>
                <a:ext cx="8216081" cy="5852566"/>
              </a:xfrm>
              <a:prstGeom prst="rect">
                <a:avLst/>
              </a:prstGeom>
              <a:blipFill rotWithShape="1">
                <a:blip r:embed="rId2"/>
                <a:stretch>
                  <a:fillRect l="-817" t="-729" b="-21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302660"/>
              </p:ext>
            </p:extLst>
          </p:nvPr>
        </p:nvGraphicFramePr>
        <p:xfrm>
          <a:off x="581372" y="692696"/>
          <a:ext cx="7775649" cy="2895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91883"/>
                <a:gridCol w="2591883"/>
                <a:gridCol w="2591883"/>
              </a:tblGrid>
              <a:tr h="2751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Nama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Besaran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Satuan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Dasar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Lambang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Satuan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01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Panjang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Meter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01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Massa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Kilometer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01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Waktu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Sekon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atau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detik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01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Suhu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Kelvin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01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Kuat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arus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Ampere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01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Intensitas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cahaya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Candela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Cd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01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Jumlah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zat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Mol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3683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7975" y="312738"/>
            <a:ext cx="8656513" cy="5780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Massa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ton = 1.000 kg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kuintal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100 kg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0,1 kg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ukut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massa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biasa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neraca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Courier New" pitchFamily="49" charset="0"/>
              <a:buChar char="o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Waktu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menit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60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sekon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jam = 60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menit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3.600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sekon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24 jam = 86.400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sekon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tahun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365,24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hari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dekade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10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tahun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abad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100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tahun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milenium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1.000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tahun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ukur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besaran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biasa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jam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stopwatch</a:t>
            </a:r>
          </a:p>
        </p:txBody>
      </p:sp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20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460375" y="312738"/>
                <a:ext cx="8216081" cy="58525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Wingdings" pitchFamily="2" charset="2"/>
                  <a:buChar char="v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Besaran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turunan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satuannya</a:t>
                </a:r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buFont typeface="Courier New" pitchFamily="49" charset="0"/>
                  <a:buChar char="o"/>
                </a:pP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Luas</a:t>
                </a:r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Luas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(L) =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panjang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(p) x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lebar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(l)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are = 100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hektare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10.000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75" y="312738"/>
                <a:ext cx="8216081" cy="5852566"/>
              </a:xfrm>
              <a:prstGeom prst="rect">
                <a:avLst/>
              </a:prstGeom>
              <a:blipFill rotWithShape="1">
                <a:blip r:embed="rId2"/>
                <a:stretch>
                  <a:fillRect l="-817" t="-7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9501134"/>
                  </p:ext>
                </p:extLst>
              </p:nvPr>
            </p:nvGraphicFramePr>
            <p:xfrm>
              <a:off x="581372" y="692696"/>
              <a:ext cx="7775649" cy="326136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591883"/>
                    <a:gridCol w="2591883"/>
                    <a:gridCol w="2591883"/>
                  </a:tblGrid>
                  <a:tr h="2751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Nama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Besaran</a:t>
                          </a:r>
                          <a:endParaRPr lang="en-US" sz="16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Satuan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Dasar</a:t>
                          </a:r>
                          <a:endParaRPr lang="en-US" sz="16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Lambang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Satuan</a:t>
                          </a:r>
                          <a:endParaRPr lang="en-US" sz="16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Luas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 </a:t>
                          </a:r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persegi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Volume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kubik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Kecepatan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per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sekon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m/s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Percepatan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per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sekon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kuadrat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/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Massa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jenis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Kilogram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per meter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kubik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𝑘𝑔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/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Gaya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Newton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Daya</a:t>
                          </a:r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Watt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W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00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Energi</a:t>
                          </a:r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Joule 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J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9501134"/>
                  </p:ext>
                </p:extLst>
              </p:nvPr>
            </p:nvGraphicFramePr>
            <p:xfrm>
              <a:off x="581372" y="692696"/>
              <a:ext cx="7775649" cy="326136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591883"/>
                    <a:gridCol w="2591883"/>
                    <a:gridCol w="2591883"/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Nama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Besaran</a:t>
                          </a:r>
                          <a:endParaRPr lang="en-US" sz="16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Satuan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Dasar</a:t>
                          </a:r>
                          <a:endParaRPr lang="en-US" sz="16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Lambang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Satuan</a:t>
                          </a:r>
                          <a:endParaRPr lang="en-US" sz="16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Luas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 </a:t>
                          </a:r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persegi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235" t="-93333" b="-7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Volume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kubik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235" t="-193333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Kecepatan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per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sekon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m/s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Percepatan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Meter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per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sekon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kuadrat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235" t="-393333" b="-4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Massa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jenis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Kilogram</a:t>
                          </a:r>
                          <a:r>
                            <a:rPr lang="en-US" sz="1800" baseline="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per meter </a:t>
                          </a:r>
                          <a:r>
                            <a:rPr lang="en-US" sz="1800" baseline="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kubik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235" t="-493333" b="-3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Gaya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Newton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N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Daya</a:t>
                          </a:r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Watt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W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err="1" smtClean="0">
                              <a:latin typeface="Times New Roman" pitchFamily="18" charset="0"/>
                              <a:cs typeface="Times New Roman" pitchFamily="18" charset="0"/>
                            </a:rPr>
                            <a:t>Energi</a:t>
                          </a:r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 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Joule 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>
                              <a:latin typeface="Times New Roman" pitchFamily="18" charset="0"/>
                              <a:cs typeface="Times New Roman" pitchFamily="18" charset="0"/>
                            </a:rPr>
                            <a:t>J</a:t>
                          </a:r>
                          <a:endParaRPr lang="en-US" sz="18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671882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07975" y="312738"/>
                <a:ext cx="8656513" cy="57805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Courier New" pitchFamily="49" charset="0"/>
                  <a:buChar char="o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Volume</a:t>
                </a:r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Volume (V) 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panjang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(p) x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lebar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(l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 x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tinggi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(t)</a:t>
                </a:r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liter 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1.000 c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liter 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1.000 ml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liter = 1.000 cc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barel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158,9873 liter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000" dirty="0" err="1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galon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= 3,78541 liter</a:t>
                </a:r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312738"/>
                <a:ext cx="8656513" cy="5780558"/>
              </a:xfrm>
              <a:prstGeom prst="rect">
                <a:avLst/>
              </a:prstGeom>
              <a:blipFill rotWithShape="1">
                <a:blip r:embed="rId2"/>
                <a:stretch>
                  <a:fillRect l="-7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6" descr="Apa Itu Gelas Kimia? Berikut Penjelasan Lengkapnya - Kompasian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8" descr="Fungsi Labu Ukur Volumetrik : Deskripsi - Aplikasi - Cara Pengguna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427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76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1102</TotalTime>
  <Words>1263</Words>
  <Application>Microsoft Office PowerPoint</Application>
  <PresentationFormat>On-screen Show (4:3)</PresentationFormat>
  <Paragraphs>231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Concourse</vt:lpstr>
      <vt:lpstr>Sains dan Pengamatannya</vt:lpstr>
      <vt:lpstr>A. Sains dan Ruang Lingkupnya</vt:lpstr>
      <vt:lpstr>PowerPoint Presentation</vt:lpstr>
      <vt:lpstr>B. Pengamatan Sains dengan Metode Ilmiah</vt:lpstr>
      <vt:lpstr>PowerPoint Presentation</vt:lpstr>
      <vt:lpstr>PowerPoint Presentation</vt:lpstr>
      <vt:lpstr>C. Laboratorium IPA</vt:lpstr>
      <vt:lpstr>PowerPoint Presentation</vt:lpstr>
      <vt:lpstr>PowerPoint Presentation</vt:lpstr>
      <vt:lpstr>PowerPoint Presentation</vt:lpstr>
      <vt:lpstr>PowerPoint Presentation</vt:lpstr>
      <vt:lpstr>D. Pengukuran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Gerak Pada Manusia</dc:title>
  <dc:creator>User</dc:creator>
  <cp:lastModifiedBy>User</cp:lastModifiedBy>
  <cp:revision>95</cp:revision>
  <dcterms:created xsi:type="dcterms:W3CDTF">2023-07-16T21:27:36Z</dcterms:created>
  <dcterms:modified xsi:type="dcterms:W3CDTF">2024-08-17T16:51:04Z</dcterms:modified>
</cp:coreProperties>
</file>