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ira Sans Bold" charset="1" panose="020B0803050000020004"/>
      <p:regular r:id="rId18"/>
    </p:embeddedFont>
    <p:embeddedFont>
      <p:font typeface="Be Vietnam" charset="1" panose="00000500000000000000"/>
      <p:regular r:id="rId19"/>
    </p:embeddedFont>
    <p:embeddedFont>
      <p:font typeface="Be Vietnam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5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5588" y="9967518"/>
            <a:ext cx="21867399" cy="3086100"/>
            <a:chOff x="0" y="0"/>
            <a:chExt cx="575931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9315" cy="812800"/>
            </a:xfrm>
            <a:custGeom>
              <a:avLst/>
              <a:gdLst/>
              <a:ahLst/>
              <a:cxnLst/>
              <a:rect r="r" b="b" t="t" l="l"/>
              <a:pathLst>
                <a:path h="812800" w="5759315">
                  <a:moveTo>
                    <a:pt x="18056" y="0"/>
                  </a:moveTo>
                  <a:lnTo>
                    <a:pt x="5741259" y="0"/>
                  </a:lnTo>
                  <a:cubicBezTo>
                    <a:pt x="5751231" y="0"/>
                    <a:pt x="5759315" y="8084"/>
                    <a:pt x="5759315" y="18056"/>
                  </a:cubicBezTo>
                  <a:lnTo>
                    <a:pt x="5759315" y="794744"/>
                  </a:lnTo>
                  <a:cubicBezTo>
                    <a:pt x="5759315" y="799533"/>
                    <a:pt x="5757413" y="804125"/>
                    <a:pt x="5754027" y="807512"/>
                  </a:cubicBezTo>
                  <a:cubicBezTo>
                    <a:pt x="5750640" y="810898"/>
                    <a:pt x="5746048" y="812800"/>
                    <a:pt x="5741259" y="812800"/>
                  </a:cubicBezTo>
                  <a:lnTo>
                    <a:pt x="18056" y="812800"/>
                  </a:lnTo>
                  <a:cubicBezTo>
                    <a:pt x="8084" y="812800"/>
                    <a:pt x="0" y="804716"/>
                    <a:pt x="0" y="794744"/>
                  </a:cubicBezTo>
                  <a:lnTo>
                    <a:pt x="0" y="18056"/>
                  </a:lnTo>
                  <a:cubicBezTo>
                    <a:pt x="0" y="8084"/>
                    <a:pt x="8084" y="0"/>
                    <a:pt x="18056" y="0"/>
                  </a:cubicBezTo>
                  <a:close/>
                </a:path>
              </a:pathLst>
            </a:custGeom>
            <a:solidFill>
              <a:srgbClr val="4239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759315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548626">
            <a:off x="5884056" y="5364587"/>
            <a:ext cx="14151095" cy="14038658"/>
          </a:xfrm>
          <a:custGeom>
            <a:avLst/>
            <a:gdLst/>
            <a:ahLst/>
            <a:cxnLst/>
            <a:rect r="r" b="b" t="t" l="l"/>
            <a:pathLst>
              <a:path h="14038658" w="14151095">
                <a:moveTo>
                  <a:pt x="0" y="0"/>
                </a:moveTo>
                <a:lnTo>
                  <a:pt x="14151096" y="0"/>
                </a:lnTo>
                <a:lnTo>
                  <a:pt x="14151096" y="14038657"/>
                </a:lnTo>
                <a:lnTo>
                  <a:pt x="0" y="14038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32946" y="3042046"/>
            <a:ext cx="9463300" cy="6730772"/>
          </a:xfrm>
          <a:custGeom>
            <a:avLst/>
            <a:gdLst/>
            <a:ahLst/>
            <a:cxnLst/>
            <a:rect r="r" b="b" t="t" l="l"/>
            <a:pathLst>
              <a:path h="6730772" w="9463300">
                <a:moveTo>
                  <a:pt x="0" y="0"/>
                </a:moveTo>
                <a:lnTo>
                  <a:pt x="9463300" y="0"/>
                </a:lnTo>
                <a:lnTo>
                  <a:pt x="9463300" y="6730772"/>
                </a:lnTo>
                <a:lnTo>
                  <a:pt x="0" y="6730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77858" y="7765710"/>
            <a:ext cx="3657600" cy="2007108"/>
          </a:xfrm>
          <a:custGeom>
            <a:avLst/>
            <a:gdLst/>
            <a:ahLst/>
            <a:cxnLst/>
            <a:rect r="r" b="b" t="t" l="l"/>
            <a:pathLst>
              <a:path h="2007108" w="3657600">
                <a:moveTo>
                  <a:pt x="0" y="0"/>
                </a:moveTo>
                <a:lnTo>
                  <a:pt x="3657600" y="0"/>
                </a:lnTo>
                <a:lnTo>
                  <a:pt x="3657600" y="2007108"/>
                </a:lnTo>
                <a:lnTo>
                  <a:pt x="0" y="2007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5050" y="5828910"/>
            <a:ext cx="7413856" cy="772161"/>
            <a:chOff x="0" y="0"/>
            <a:chExt cx="1952620" cy="203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2621" cy="203368"/>
            </a:xfrm>
            <a:custGeom>
              <a:avLst/>
              <a:gdLst/>
              <a:ahLst/>
              <a:cxnLst/>
              <a:rect r="r" b="b" t="t" l="l"/>
              <a:pathLst>
                <a:path h="203368" w="1952621">
                  <a:moveTo>
                    <a:pt x="25062" y="0"/>
                  </a:moveTo>
                  <a:lnTo>
                    <a:pt x="1927559" y="0"/>
                  </a:lnTo>
                  <a:cubicBezTo>
                    <a:pt x="1934205" y="0"/>
                    <a:pt x="1940580" y="2640"/>
                    <a:pt x="1945280" y="7340"/>
                  </a:cubicBezTo>
                  <a:cubicBezTo>
                    <a:pt x="1949980" y="12041"/>
                    <a:pt x="1952621" y="18415"/>
                    <a:pt x="1952621" y="25062"/>
                  </a:cubicBezTo>
                  <a:lnTo>
                    <a:pt x="1952621" y="178306"/>
                  </a:lnTo>
                  <a:cubicBezTo>
                    <a:pt x="1952621" y="184952"/>
                    <a:pt x="1949980" y="191327"/>
                    <a:pt x="1945280" y="196027"/>
                  </a:cubicBezTo>
                  <a:cubicBezTo>
                    <a:pt x="1940580" y="200727"/>
                    <a:pt x="1934205" y="203368"/>
                    <a:pt x="1927559" y="203368"/>
                  </a:cubicBezTo>
                  <a:lnTo>
                    <a:pt x="25062" y="203368"/>
                  </a:lnTo>
                  <a:cubicBezTo>
                    <a:pt x="18415" y="203368"/>
                    <a:pt x="12041" y="200727"/>
                    <a:pt x="7340" y="196027"/>
                  </a:cubicBezTo>
                  <a:cubicBezTo>
                    <a:pt x="2640" y="191327"/>
                    <a:pt x="0" y="184952"/>
                    <a:pt x="0" y="178306"/>
                  </a:cubicBezTo>
                  <a:lnTo>
                    <a:pt x="0" y="25062"/>
                  </a:lnTo>
                  <a:cubicBezTo>
                    <a:pt x="0" y="18415"/>
                    <a:pt x="2640" y="12041"/>
                    <a:pt x="7340" y="7340"/>
                  </a:cubicBezTo>
                  <a:cubicBezTo>
                    <a:pt x="12041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52620" cy="231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738955" y="6880501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69146" y="-2080963"/>
            <a:ext cx="4151122" cy="4114800"/>
          </a:xfrm>
          <a:custGeom>
            <a:avLst/>
            <a:gdLst/>
            <a:ahLst/>
            <a:cxnLst/>
            <a:rect r="r" b="b" t="t" l="l"/>
            <a:pathLst>
              <a:path h="4114800" w="4151122">
                <a:moveTo>
                  <a:pt x="0" y="0"/>
                </a:moveTo>
                <a:lnTo>
                  <a:pt x="4151122" y="0"/>
                </a:lnTo>
                <a:lnTo>
                  <a:pt x="41511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25295" y="-2080963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08112" y="2351845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41298" y="5632224"/>
            <a:ext cx="192752" cy="196685"/>
          </a:xfrm>
          <a:custGeom>
            <a:avLst/>
            <a:gdLst/>
            <a:ahLst/>
            <a:cxnLst/>
            <a:rect r="r" b="b" t="t" l="l"/>
            <a:pathLst>
              <a:path h="196685" w="192752">
                <a:moveTo>
                  <a:pt x="0" y="0"/>
                </a:moveTo>
                <a:lnTo>
                  <a:pt x="192752" y="0"/>
                </a:lnTo>
                <a:lnTo>
                  <a:pt x="192752" y="196686"/>
                </a:lnTo>
                <a:lnTo>
                  <a:pt x="0" y="19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75749" y="3282618"/>
            <a:ext cx="165918" cy="202339"/>
          </a:xfrm>
          <a:custGeom>
            <a:avLst/>
            <a:gdLst/>
            <a:ahLst/>
            <a:cxnLst/>
            <a:rect r="r" b="b" t="t" l="l"/>
            <a:pathLst>
              <a:path h="202339" w="165918">
                <a:moveTo>
                  <a:pt x="0" y="0"/>
                </a:moveTo>
                <a:lnTo>
                  <a:pt x="165918" y="0"/>
                </a:lnTo>
                <a:lnTo>
                  <a:pt x="165918" y="202338"/>
                </a:lnTo>
                <a:lnTo>
                  <a:pt x="0" y="2023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2118" y="524119"/>
            <a:ext cx="7980828" cy="495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9"/>
              </a:lnSpc>
            </a:pPr>
            <a:r>
              <a:rPr lang="en-US" sz="9399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LEMBAR KERJA</a:t>
            </a:r>
          </a:p>
          <a:p>
            <a:pPr algn="l" marL="0" indent="0" lvl="0">
              <a:lnSpc>
                <a:spcPts val="13159"/>
              </a:lnSpc>
              <a:spcBef>
                <a:spcPct val="0"/>
              </a:spcBef>
            </a:pPr>
            <a:r>
              <a:rPr lang="en-US" b="true" sz="9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PENGELOLAAN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3172" y="5909878"/>
            <a:ext cx="75983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Kelas 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58641" y="-1012061"/>
            <a:ext cx="11135962" cy="12311122"/>
            <a:chOff x="0" y="0"/>
            <a:chExt cx="2932928" cy="3242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2928" cy="3242435"/>
            </a:xfrm>
            <a:custGeom>
              <a:avLst/>
              <a:gdLst/>
              <a:ahLst/>
              <a:cxnLst/>
              <a:rect r="r" b="b" t="t" l="l"/>
              <a:pathLst>
                <a:path h="3242435" w="2932928">
                  <a:moveTo>
                    <a:pt x="35456" y="0"/>
                  </a:moveTo>
                  <a:lnTo>
                    <a:pt x="2897472" y="0"/>
                  </a:lnTo>
                  <a:cubicBezTo>
                    <a:pt x="2906876" y="0"/>
                    <a:pt x="2915894" y="3736"/>
                    <a:pt x="2922544" y="10385"/>
                  </a:cubicBezTo>
                  <a:cubicBezTo>
                    <a:pt x="2929193" y="17034"/>
                    <a:pt x="2932928" y="26053"/>
                    <a:pt x="2932928" y="35456"/>
                  </a:cubicBezTo>
                  <a:lnTo>
                    <a:pt x="2932928" y="3206979"/>
                  </a:lnTo>
                  <a:cubicBezTo>
                    <a:pt x="2932928" y="3216383"/>
                    <a:pt x="2929193" y="3225401"/>
                    <a:pt x="2922544" y="3232051"/>
                  </a:cubicBezTo>
                  <a:cubicBezTo>
                    <a:pt x="2915894" y="3238700"/>
                    <a:pt x="2906876" y="3242435"/>
                    <a:pt x="2897472" y="3242435"/>
                  </a:cubicBezTo>
                  <a:lnTo>
                    <a:pt x="35456" y="3242435"/>
                  </a:lnTo>
                  <a:cubicBezTo>
                    <a:pt x="26053" y="3242435"/>
                    <a:pt x="17034" y="3238700"/>
                    <a:pt x="10385" y="3232051"/>
                  </a:cubicBezTo>
                  <a:cubicBezTo>
                    <a:pt x="3736" y="3225401"/>
                    <a:pt x="0" y="3216383"/>
                    <a:pt x="0" y="3206979"/>
                  </a:cubicBezTo>
                  <a:lnTo>
                    <a:pt x="0" y="35456"/>
                  </a:lnTo>
                  <a:cubicBezTo>
                    <a:pt x="0" y="26053"/>
                    <a:pt x="3736" y="17034"/>
                    <a:pt x="10385" y="10385"/>
                  </a:cubicBezTo>
                  <a:cubicBezTo>
                    <a:pt x="17034" y="3736"/>
                    <a:pt x="26053" y="0"/>
                    <a:pt x="35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2928" cy="327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1744850" y="3678007"/>
            <a:ext cx="8639864" cy="5749109"/>
          </a:xfrm>
          <a:custGeom>
            <a:avLst/>
            <a:gdLst/>
            <a:ahLst/>
            <a:cxnLst/>
            <a:rect r="r" b="b" t="t" l="l"/>
            <a:pathLst>
              <a:path h="5749109" w="8639864">
                <a:moveTo>
                  <a:pt x="8639863" y="0"/>
                </a:moveTo>
                <a:lnTo>
                  <a:pt x="0" y="0"/>
                </a:lnTo>
                <a:lnTo>
                  <a:pt x="0" y="5749110"/>
                </a:lnTo>
                <a:lnTo>
                  <a:pt x="8639863" y="5749110"/>
                </a:lnTo>
                <a:lnTo>
                  <a:pt x="86398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4937" y="367495"/>
            <a:ext cx="7828692" cy="910085"/>
          </a:xfrm>
          <a:custGeom>
            <a:avLst/>
            <a:gdLst/>
            <a:ahLst/>
            <a:cxnLst/>
            <a:rect r="r" b="b" t="t" l="l"/>
            <a:pathLst>
              <a:path h="910085" w="7828692">
                <a:moveTo>
                  <a:pt x="0" y="0"/>
                </a:moveTo>
                <a:lnTo>
                  <a:pt x="7828692" y="0"/>
                </a:lnTo>
                <a:lnTo>
                  <a:pt x="7828692" y="910085"/>
                </a:lnTo>
                <a:lnTo>
                  <a:pt x="0" y="910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91287" y="1859512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6" y="0"/>
                </a:lnTo>
                <a:lnTo>
                  <a:pt x="41934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88490" y="-2255288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7" y="0"/>
                </a:lnTo>
                <a:lnTo>
                  <a:pt x="419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27182" y="649861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8223" y="3678007"/>
            <a:ext cx="11221792" cy="6298683"/>
          </a:xfrm>
          <a:custGeom>
            <a:avLst/>
            <a:gdLst/>
            <a:ahLst/>
            <a:cxnLst/>
            <a:rect r="r" b="b" t="t" l="l"/>
            <a:pathLst>
              <a:path h="6298683" w="11221792">
                <a:moveTo>
                  <a:pt x="0" y="0"/>
                </a:moveTo>
                <a:lnTo>
                  <a:pt x="11221793" y="0"/>
                </a:lnTo>
                <a:lnTo>
                  <a:pt x="11221793" y="6298684"/>
                </a:lnTo>
                <a:lnTo>
                  <a:pt x="0" y="6298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35305" y="272669"/>
            <a:ext cx="7598324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Pertanyaan Pemantik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8223" y="1492337"/>
            <a:ext cx="73848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Pernakah kalian membaca data atau grafik di media seperti surat kabar atau media di internet?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51578" y="6130467"/>
            <a:ext cx="13993765" cy="7762666"/>
            <a:chOff x="0" y="0"/>
            <a:chExt cx="1141331" cy="633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1331" cy="633123"/>
            </a:xfrm>
            <a:custGeom>
              <a:avLst/>
              <a:gdLst/>
              <a:ahLst/>
              <a:cxnLst/>
              <a:rect r="r" b="b" t="t" l="l"/>
              <a:pathLst>
                <a:path h="633123" w="1141331">
                  <a:moveTo>
                    <a:pt x="570666" y="0"/>
                  </a:moveTo>
                  <a:cubicBezTo>
                    <a:pt x="255496" y="0"/>
                    <a:pt x="0" y="141729"/>
                    <a:pt x="0" y="316561"/>
                  </a:cubicBezTo>
                  <a:cubicBezTo>
                    <a:pt x="0" y="491394"/>
                    <a:pt x="255496" y="633123"/>
                    <a:pt x="570666" y="633123"/>
                  </a:cubicBezTo>
                  <a:cubicBezTo>
                    <a:pt x="885836" y="633123"/>
                    <a:pt x="1141331" y="491394"/>
                    <a:pt x="1141331" y="316561"/>
                  </a:cubicBezTo>
                  <a:cubicBezTo>
                    <a:pt x="1141331" y="141729"/>
                    <a:pt x="885836" y="0"/>
                    <a:pt x="57066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7000" y="30780"/>
              <a:ext cx="927332" cy="54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33034" y="2100517"/>
            <a:ext cx="7828692" cy="910085"/>
          </a:xfrm>
          <a:custGeom>
            <a:avLst/>
            <a:gdLst/>
            <a:ahLst/>
            <a:cxnLst/>
            <a:rect r="r" b="b" t="t" l="l"/>
            <a:pathLst>
              <a:path h="910085" w="7828692">
                <a:moveTo>
                  <a:pt x="0" y="0"/>
                </a:moveTo>
                <a:lnTo>
                  <a:pt x="7828692" y="0"/>
                </a:lnTo>
                <a:lnTo>
                  <a:pt x="7828692" y="910086"/>
                </a:lnTo>
                <a:lnTo>
                  <a:pt x="0" y="910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9621" y="5751628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40" y="0"/>
                </a:lnTo>
                <a:lnTo>
                  <a:pt x="378840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94399" y="5292599"/>
            <a:ext cx="6147708" cy="4929344"/>
          </a:xfrm>
          <a:custGeom>
            <a:avLst/>
            <a:gdLst/>
            <a:ahLst/>
            <a:cxnLst/>
            <a:rect r="r" b="b" t="t" l="l"/>
            <a:pathLst>
              <a:path h="4929344" w="6147708">
                <a:moveTo>
                  <a:pt x="0" y="0"/>
                </a:moveTo>
                <a:lnTo>
                  <a:pt x="6147708" y="0"/>
                </a:lnTo>
                <a:lnTo>
                  <a:pt x="6147708" y="4929344"/>
                </a:lnTo>
                <a:lnTo>
                  <a:pt x="0" y="49293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257224"/>
            <a:ext cx="9893815" cy="450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9"/>
              </a:lnSpc>
            </a:pPr>
            <a:r>
              <a:rPr lang="en-US" sz="4292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Setelah mempelajari BAB ini diharapkan mampu mengakses, mengolah, mengelola, dan menganalisis data secara efisien dari situasi konkret dikehidupan sehari-sehari.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15819" y="-1103249"/>
            <a:ext cx="2206499" cy="2206499"/>
          </a:xfrm>
          <a:custGeom>
            <a:avLst/>
            <a:gdLst/>
            <a:ahLst/>
            <a:cxnLst/>
            <a:rect r="r" b="b" t="t" l="l"/>
            <a:pathLst>
              <a:path h="2206499" w="2206499">
                <a:moveTo>
                  <a:pt x="0" y="0"/>
                </a:moveTo>
                <a:lnTo>
                  <a:pt x="2206499" y="0"/>
                </a:lnTo>
                <a:lnTo>
                  <a:pt x="2206499" y="2206498"/>
                </a:lnTo>
                <a:lnTo>
                  <a:pt x="0" y="2206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046192" y="6390268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28563" y="2087895"/>
            <a:ext cx="7598324" cy="8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Tujuan Pembelajaran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8F86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2832" y="3355023"/>
            <a:ext cx="3635709" cy="2841387"/>
            <a:chOff x="0" y="0"/>
            <a:chExt cx="957553" cy="748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7553" cy="748349"/>
            </a:xfrm>
            <a:custGeom>
              <a:avLst/>
              <a:gdLst/>
              <a:ahLst/>
              <a:cxnLst/>
              <a:rect r="r" b="b" t="t" l="l"/>
              <a:pathLst>
                <a:path h="748349" w="957553">
                  <a:moveTo>
                    <a:pt x="108600" y="0"/>
                  </a:moveTo>
                  <a:lnTo>
                    <a:pt x="848953" y="0"/>
                  </a:lnTo>
                  <a:cubicBezTo>
                    <a:pt x="877755" y="0"/>
                    <a:pt x="905378" y="11442"/>
                    <a:pt x="925745" y="31808"/>
                  </a:cubicBezTo>
                  <a:cubicBezTo>
                    <a:pt x="946111" y="52175"/>
                    <a:pt x="957553" y="79797"/>
                    <a:pt x="957553" y="108600"/>
                  </a:cubicBezTo>
                  <a:lnTo>
                    <a:pt x="957553" y="639749"/>
                  </a:lnTo>
                  <a:cubicBezTo>
                    <a:pt x="957553" y="699727"/>
                    <a:pt x="908931" y="748349"/>
                    <a:pt x="848953" y="748349"/>
                  </a:cubicBezTo>
                  <a:lnTo>
                    <a:pt x="108600" y="748349"/>
                  </a:lnTo>
                  <a:cubicBezTo>
                    <a:pt x="48622" y="748349"/>
                    <a:pt x="0" y="699727"/>
                    <a:pt x="0" y="639749"/>
                  </a:cubicBezTo>
                  <a:lnTo>
                    <a:pt x="0" y="108600"/>
                  </a:lnTo>
                  <a:cubicBezTo>
                    <a:pt x="0" y="48622"/>
                    <a:pt x="48622" y="0"/>
                    <a:pt x="108600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57553" cy="776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6341" y="3222553"/>
            <a:ext cx="3618817" cy="2748963"/>
            <a:chOff x="0" y="0"/>
            <a:chExt cx="953104" cy="7240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3104" cy="724007"/>
            </a:xfrm>
            <a:custGeom>
              <a:avLst/>
              <a:gdLst/>
              <a:ahLst/>
              <a:cxnLst/>
              <a:rect r="r" b="b" t="t" l="l"/>
              <a:pathLst>
                <a:path h="724007" w="953104">
                  <a:moveTo>
                    <a:pt x="109107" y="0"/>
                  </a:moveTo>
                  <a:lnTo>
                    <a:pt x="843997" y="0"/>
                  </a:lnTo>
                  <a:cubicBezTo>
                    <a:pt x="872934" y="0"/>
                    <a:pt x="900686" y="11495"/>
                    <a:pt x="921147" y="31957"/>
                  </a:cubicBezTo>
                  <a:cubicBezTo>
                    <a:pt x="941609" y="52418"/>
                    <a:pt x="953104" y="80170"/>
                    <a:pt x="953104" y="109107"/>
                  </a:cubicBezTo>
                  <a:lnTo>
                    <a:pt x="953104" y="614900"/>
                  </a:lnTo>
                  <a:cubicBezTo>
                    <a:pt x="953104" y="643837"/>
                    <a:pt x="941609" y="671589"/>
                    <a:pt x="921147" y="692050"/>
                  </a:cubicBezTo>
                  <a:cubicBezTo>
                    <a:pt x="900686" y="712512"/>
                    <a:pt x="872934" y="724007"/>
                    <a:pt x="843997" y="724007"/>
                  </a:cubicBezTo>
                  <a:lnTo>
                    <a:pt x="109107" y="724007"/>
                  </a:lnTo>
                  <a:cubicBezTo>
                    <a:pt x="80170" y="724007"/>
                    <a:pt x="52418" y="712512"/>
                    <a:pt x="31957" y="692050"/>
                  </a:cubicBezTo>
                  <a:cubicBezTo>
                    <a:pt x="11495" y="671589"/>
                    <a:pt x="0" y="643837"/>
                    <a:pt x="0" y="614900"/>
                  </a:cubicBezTo>
                  <a:lnTo>
                    <a:pt x="0" y="109107"/>
                  </a:lnTo>
                  <a:cubicBezTo>
                    <a:pt x="0" y="80170"/>
                    <a:pt x="11495" y="52418"/>
                    <a:pt x="31957" y="31957"/>
                  </a:cubicBezTo>
                  <a:cubicBezTo>
                    <a:pt x="52418" y="11495"/>
                    <a:pt x="80170" y="0"/>
                    <a:pt x="109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53104" cy="7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2832" y="7156236"/>
            <a:ext cx="3680954" cy="2841387"/>
            <a:chOff x="0" y="0"/>
            <a:chExt cx="969469" cy="748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469" cy="748349"/>
            </a:xfrm>
            <a:custGeom>
              <a:avLst/>
              <a:gdLst/>
              <a:ahLst/>
              <a:cxnLst/>
              <a:rect r="r" b="b" t="t" l="l"/>
              <a:pathLst>
                <a:path h="748349" w="969469">
                  <a:moveTo>
                    <a:pt x="107265" y="0"/>
                  </a:moveTo>
                  <a:lnTo>
                    <a:pt x="862204" y="0"/>
                  </a:lnTo>
                  <a:cubicBezTo>
                    <a:pt x="921445" y="0"/>
                    <a:pt x="969469" y="48024"/>
                    <a:pt x="969469" y="107265"/>
                  </a:cubicBezTo>
                  <a:lnTo>
                    <a:pt x="969469" y="641084"/>
                  </a:lnTo>
                  <a:cubicBezTo>
                    <a:pt x="969469" y="669532"/>
                    <a:pt x="958168" y="696816"/>
                    <a:pt x="938052" y="716932"/>
                  </a:cubicBezTo>
                  <a:cubicBezTo>
                    <a:pt x="917936" y="737048"/>
                    <a:pt x="890653" y="748349"/>
                    <a:pt x="862204" y="748349"/>
                  </a:cubicBezTo>
                  <a:lnTo>
                    <a:pt x="107265" y="748349"/>
                  </a:lnTo>
                  <a:cubicBezTo>
                    <a:pt x="48024" y="748349"/>
                    <a:pt x="0" y="700325"/>
                    <a:pt x="0" y="641084"/>
                  </a:cubicBezTo>
                  <a:lnTo>
                    <a:pt x="0" y="107265"/>
                  </a:lnTo>
                  <a:cubicBezTo>
                    <a:pt x="0" y="78817"/>
                    <a:pt x="11301" y="51533"/>
                    <a:pt x="31417" y="31417"/>
                  </a:cubicBezTo>
                  <a:cubicBezTo>
                    <a:pt x="51533" y="11301"/>
                    <a:pt x="78817" y="0"/>
                    <a:pt x="107265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69469" cy="776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6341" y="7049953"/>
            <a:ext cx="3618817" cy="2748963"/>
            <a:chOff x="0" y="0"/>
            <a:chExt cx="953104" cy="7240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3104" cy="724007"/>
            </a:xfrm>
            <a:custGeom>
              <a:avLst/>
              <a:gdLst/>
              <a:ahLst/>
              <a:cxnLst/>
              <a:rect r="r" b="b" t="t" l="l"/>
              <a:pathLst>
                <a:path h="724007" w="953104">
                  <a:moveTo>
                    <a:pt x="109107" y="0"/>
                  </a:moveTo>
                  <a:lnTo>
                    <a:pt x="843997" y="0"/>
                  </a:lnTo>
                  <a:cubicBezTo>
                    <a:pt x="872934" y="0"/>
                    <a:pt x="900686" y="11495"/>
                    <a:pt x="921147" y="31957"/>
                  </a:cubicBezTo>
                  <a:cubicBezTo>
                    <a:pt x="941609" y="52418"/>
                    <a:pt x="953104" y="80170"/>
                    <a:pt x="953104" y="109107"/>
                  </a:cubicBezTo>
                  <a:lnTo>
                    <a:pt x="953104" y="614900"/>
                  </a:lnTo>
                  <a:cubicBezTo>
                    <a:pt x="953104" y="643837"/>
                    <a:pt x="941609" y="671589"/>
                    <a:pt x="921147" y="692050"/>
                  </a:cubicBezTo>
                  <a:cubicBezTo>
                    <a:pt x="900686" y="712512"/>
                    <a:pt x="872934" y="724007"/>
                    <a:pt x="843997" y="724007"/>
                  </a:cubicBezTo>
                  <a:lnTo>
                    <a:pt x="109107" y="724007"/>
                  </a:lnTo>
                  <a:cubicBezTo>
                    <a:pt x="80170" y="724007"/>
                    <a:pt x="52418" y="712512"/>
                    <a:pt x="31957" y="692050"/>
                  </a:cubicBezTo>
                  <a:cubicBezTo>
                    <a:pt x="11495" y="671589"/>
                    <a:pt x="0" y="643837"/>
                    <a:pt x="0" y="614900"/>
                  </a:cubicBezTo>
                  <a:lnTo>
                    <a:pt x="0" y="109107"/>
                  </a:lnTo>
                  <a:cubicBezTo>
                    <a:pt x="0" y="80170"/>
                    <a:pt x="11495" y="52418"/>
                    <a:pt x="31957" y="31957"/>
                  </a:cubicBezTo>
                  <a:cubicBezTo>
                    <a:pt x="52418" y="11495"/>
                    <a:pt x="80170" y="0"/>
                    <a:pt x="109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53104" cy="7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74157" y="7118924"/>
            <a:ext cx="3635709" cy="2841387"/>
            <a:chOff x="0" y="0"/>
            <a:chExt cx="957553" cy="7483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7553" cy="748349"/>
            </a:xfrm>
            <a:custGeom>
              <a:avLst/>
              <a:gdLst/>
              <a:ahLst/>
              <a:cxnLst/>
              <a:rect r="r" b="b" t="t" l="l"/>
              <a:pathLst>
                <a:path h="748349" w="957553">
                  <a:moveTo>
                    <a:pt x="108600" y="0"/>
                  </a:moveTo>
                  <a:lnTo>
                    <a:pt x="848953" y="0"/>
                  </a:lnTo>
                  <a:cubicBezTo>
                    <a:pt x="877755" y="0"/>
                    <a:pt x="905378" y="11442"/>
                    <a:pt x="925745" y="31808"/>
                  </a:cubicBezTo>
                  <a:cubicBezTo>
                    <a:pt x="946111" y="52175"/>
                    <a:pt x="957553" y="79797"/>
                    <a:pt x="957553" y="108600"/>
                  </a:cubicBezTo>
                  <a:lnTo>
                    <a:pt x="957553" y="639749"/>
                  </a:lnTo>
                  <a:cubicBezTo>
                    <a:pt x="957553" y="699727"/>
                    <a:pt x="908931" y="748349"/>
                    <a:pt x="848953" y="748349"/>
                  </a:cubicBezTo>
                  <a:lnTo>
                    <a:pt x="108600" y="748349"/>
                  </a:lnTo>
                  <a:cubicBezTo>
                    <a:pt x="48622" y="748349"/>
                    <a:pt x="0" y="699727"/>
                    <a:pt x="0" y="639749"/>
                  </a:cubicBezTo>
                  <a:lnTo>
                    <a:pt x="0" y="108600"/>
                  </a:lnTo>
                  <a:cubicBezTo>
                    <a:pt x="0" y="48622"/>
                    <a:pt x="48622" y="0"/>
                    <a:pt x="108600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57553" cy="776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74876" y="7035572"/>
            <a:ext cx="3618817" cy="2748963"/>
            <a:chOff x="0" y="0"/>
            <a:chExt cx="953104" cy="7240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3104" cy="724007"/>
            </a:xfrm>
            <a:custGeom>
              <a:avLst/>
              <a:gdLst/>
              <a:ahLst/>
              <a:cxnLst/>
              <a:rect r="r" b="b" t="t" l="l"/>
              <a:pathLst>
                <a:path h="724007" w="953104">
                  <a:moveTo>
                    <a:pt x="109107" y="0"/>
                  </a:moveTo>
                  <a:lnTo>
                    <a:pt x="843997" y="0"/>
                  </a:lnTo>
                  <a:cubicBezTo>
                    <a:pt x="872934" y="0"/>
                    <a:pt x="900686" y="11495"/>
                    <a:pt x="921147" y="31957"/>
                  </a:cubicBezTo>
                  <a:cubicBezTo>
                    <a:pt x="941609" y="52418"/>
                    <a:pt x="953104" y="80170"/>
                    <a:pt x="953104" y="109107"/>
                  </a:cubicBezTo>
                  <a:lnTo>
                    <a:pt x="953104" y="614900"/>
                  </a:lnTo>
                  <a:cubicBezTo>
                    <a:pt x="953104" y="643837"/>
                    <a:pt x="941609" y="671589"/>
                    <a:pt x="921147" y="692050"/>
                  </a:cubicBezTo>
                  <a:cubicBezTo>
                    <a:pt x="900686" y="712512"/>
                    <a:pt x="872934" y="724007"/>
                    <a:pt x="843997" y="724007"/>
                  </a:cubicBezTo>
                  <a:lnTo>
                    <a:pt x="109107" y="724007"/>
                  </a:lnTo>
                  <a:cubicBezTo>
                    <a:pt x="80170" y="724007"/>
                    <a:pt x="52418" y="712512"/>
                    <a:pt x="31957" y="692050"/>
                  </a:cubicBezTo>
                  <a:cubicBezTo>
                    <a:pt x="11495" y="671589"/>
                    <a:pt x="0" y="643837"/>
                    <a:pt x="0" y="614900"/>
                  </a:cubicBezTo>
                  <a:lnTo>
                    <a:pt x="0" y="109107"/>
                  </a:lnTo>
                  <a:cubicBezTo>
                    <a:pt x="0" y="80170"/>
                    <a:pt x="11495" y="52418"/>
                    <a:pt x="31957" y="31957"/>
                  </a:cubicBezTo>
                  <a:cubicBezTo>
                    <a:pt x="52418" y="11495"/>
                    <a:pt x="80170" y="0"/>
                    <a:pt x="109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953104" cy="7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696280" y="7721707"/>
            <a:ext cx="8178237" cy="8024895"/>
          </a:xfrm>
          <a:custGeom>
            <a:avLst/>
            <a:gdLst/>
            <a:ahLst/>
            <a:cxnLst/>
            <a:rect r="r" b="b" t="t" l="l"/>
            <a:pathLst>
              <a:path h="8024895" w="8178237">
                <a:moveTo>
                  <a:pt x="0" y="0"/>
                </a:moveTo>
                <a:lnTo>
                  <a:pt x="8178237" y="0"/>
                </a:lnTo>
                <a:lnTo>
                  <a:pt x="8178237" y="8024895"/>
                </a:lnTo>
                <a:lnTo>
                  <a:pt x="0" y="8024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874517" y="3228134"/>
            <a:ext cx="3635709" cy="3033169"/>
            <a:chOff x="0" y="0"/>
            <a:chExt cx="957553" cy="7988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7553" cy="798859"/>
            </a:xfrm>
            <a:custGeom>
              <a:avLst/>
              <a:gdLst/>
              <a:ahLst/>
              <a:cxnLst/>
              <a:rect r="r" b="b" t="t" l="l"/>
              <a:pathLst>
                <a:path h="798859" w="957553">
                  <a:moveTo>
                    <a:pt x="108600" y="0"/>
                  </a:moveTo>
                  <a:lnTo>
                    <a:pt x="848953" y="0"/>
                  </a:lnTo>
                  <a:cubicBezTo>
                    <a:pt x="877755" y="0"/>
                    <a:pt x="905378" y="11442"/>
                    <a:pt x="925745" y="31808"/>
                  </a:cubicBezTo>
                  <a:cubicBezTo>
                    <a:pt x="946111" y="52175"/>
                    <a:pt x="957553" y="79797"/>
                    <a:pt x="957553" y="108600"/>
                  </a:cubicBezTo>
                  <a:lnTo>
                    <a:pt x="957553" y="690259"/>
                  </a:lnTo>
                  <a:cubicBezTo>
                    <a:pt x="957553" y="750237"/>
                    <a:pt x="908931" y="798859"/>
                    <a:pt x="848953" y="798859"/>
                  </a:cubicBezTo>
                  <a:lnTo>
                    <a:pt x="108600" y="798859"/>
                  </a:lnTo>
                  <a:cubicBezTo>
                    <a:pt x="48622" y="798859"/>
                    <a:pt x="0" y="750237"/>
                    <a:pt x="0" y="690259"/>
                  </a:cubicBezTo>
                  <a:lnTo>
                    <a:pt x="0" y="108600"/>
                  </a:lnTo>
                  <a:cubicBezTo>
                    <a:pt x="0" y="48622"/>
                    <a:pt x="48622" y="0"/>
                    <a:pt x="108600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57553" cy="827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068417" y="3198015"/>
            <a:ext cx="3618817" cy="2748963"/>
            <a:chOff x="0" y="0"/>
            <a:chExt cx="953104" cy="7240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3104" cy="724007"/>
            </a:xfrm>
            <a:custGeom>
              <a:avLst/>
              <a:gdLst/>
              <a:ahLst/>
              <a:cxnLst/>
              <a:rect r="r" b="b" t="t" l="l"/>
              <a:pathLst>
                <a:path h="724007" w="953104">
                  <a:moveTo>
                    <a:pt x="109107" y="0"/>
                  </a:moveTo>
                  <a:lnTo>
                    <a:pt x="843997" y="0"/>
                  </a:lnTo>
                  <a:cubicBezTo>
                    <a:pt x="872934" y="0"/>
                    <a:pt x="900686" y="11495"/>
                    <a:pt x="921147" y="31957"/>
                  </a:cubicBezTo>
                  <a:cubicBezTo>
                    <a:pt x="941609" y="52418"/>
                    <a:pt x="953104" y="80170"/>
                    <a:pt x="953104" y="109107"/>
                  </a:cubicBezTo>
                  <a:lnTo>
                    <a:pt x="953104" y="614900"/>
                  </a:lnTo>
                  <a:cubicBezTo>
                    <a:pt x="953104" y="643837"/>
                    <a:pt x="941609" y="671589"/>
                    <a:pt x="921147" y="692050"/>
                  </a:cubicBezTo>
                  <a:cubicBezTo>
                    <a:pt x="900686" y="712512"/>
                    <a:pt x="872934" y="724007"/>
                    <a:pt x="843997" y="724007"/>
                  </a:cubicBezTo>
                  <a:lnTo>
                    <a:pt x="109107" y="724007"/>
                  </a:lnTo>
                  <a:cubicBezTo>
                    <a:pt x="80170" y="724007"/>
                    <a:pt x="52418" y="712512"/>
                    <a:pt x="31957" y="692050"/>
                  </a:cubicBezTo>
                  <a:cubicBezTo>
                    <a:pt x="11495" y="671589"/>
                    <a:pt x="0" y="643837"/>
                    <a:pt x="0" y="614900"/>
                  </a:cubicBezTo>
                  <a:lnTo>
                    <a:pt x="0" y="109107"/>
                  </a:lnTo>
                  <a:cubicBezTo>
                    <a:pt x="0" y="80170"/>
                    <a:pt x="11495" y="52418"/>
                    <a:pt x="31957" y="31957"/>
                  </a:cubicBezTo>
                  <a:cubicBezTo>
                    <a:pt x="52418" y="11495"/>
                    <a:pt x="80170" y="0"/>
                    <a:pt x="109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953104" cy="7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35963" y="2772767"/>
            <a:ext cx="899573" cy="89957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1A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229654" y="848165"/>
            <a:ext cx="7828692" cy="910085"/>
          </a:xfrm>
          <a:custGeom>
            <a:avLst/>
            <a:gdLst/>
            <a:ahLst/>
            <a:cxnLst/>
            <a:rect r="r" b="b" t="t" l="l"/>
            <a:pathLst>
              <a:path h="910085" w="7828692">
                <a:moveTo>
                  <a:pt x="0" y="0"/>
                </a:moveTo>
                <a:lnTo>
                  <a:pt x="7828692" y="0"/>
                </a:lnTo>
                <a:lnTo>
                  <a:pt x="7828692" y="910086"/>
                </a:lnTo>
                <a:lnTo>
                  <a:pt x="0" y="910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347563" y="835543"/>
            <a:ext cx="7598324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KATA KUNCI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3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135963" y="6600167"/>
            <a:ext cx="899573" cy="899573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1A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334498" y="6585785"/>
            <a:ext cx="899573" cy="8995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1A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428039" y="2748229"/>
            <a:ext cx="899573" cy="8995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1A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716259" y="3926281"/>
            <a:ext cx="213057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ANALISIS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DATA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89331" y="7735203"/>
            <a:ext cx="30031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FORMAT CELL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68883" y="7998444"/>
            <a:ext cx="215192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STATISTIKA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DASAR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09401" y="4363936"/>
            <a:ext cx="30708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WORKSHEET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391421" y="2872533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90687" y="6699932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664737" y="6685551"/>
            <a:ext cx="24467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682763" y="2847995"/>
            <a:ext cx="3901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3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-3783080" y="-4544181"/>
            <a:ext cx="8178237" cy="8024895"/>
          </a:xfrm>
          <a:custGeom>
            <a:avLst/>
            <a:gdLst/>
            <a:ahLst/>
            <a:cxnLst/>
            <a:rect r="r" b="b" t="t" l="l"/>
            <a:pathLst>
              <a:path h="8024895" w="8178237">
                <a:moveTo>
                  <a:pt x="0" y="0"/>
                </a:moveTo>
                <a:lnTo>
                  <a:pt x="8178237" y="0"/>
                </a:lnTo>
                <a:lnTo>
                  <a:pt x="8178237" y="8024895"/>
                </a:lnTo>
                <a:lnTo>
                  <a:pt x="0" y="8024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4325299" y="9068880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40" y="0"/>
                </a:lnTo>
                <a:lnTo>
                  <a:pt x="378840" y="378840"/>
                </a:lnTo>
                <a:lnTo>
                  <a:pt x="0" y="378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3134075" y="1765415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240367" y="3320403"/>
            <a:ext cx="3635709" cy="3033169"/>
            <a:chOff x="0" y="0"/>
            <a:chExt cx="957553" cy="7988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7553" cy="798859"/>
            </a:xfrm>
            <a:custGeom>
              <a:avLst/>
              <a:gdLst/>
              <a:ahLst/>
              <a:cxnLst/>
              <a:rect r="r" b="b" t="t" l="l"/>
              <a:pathLst>
                <a:path h="798859" w="957553">
                  <a:moveTo>
                    <a:pt x="108600" y="0"/>
                  </a:moveTo>
                  <a:lnTo>
                    <a:pt x="848953" y="0"/>
                  </a:lnTo>
                  <a:cubicBezTo>
                    <a:pt x="877755" y="0"/>
                    <a:pt x="905378" y="11442"/>
                    <a:pt x="925745" y="31808"/>
                  </a:cubicBezTo>
                  <a:cubicBezTo>
                    <a:pt x="946111" y="52175"/>
                    <a:pt x="957553" y="79797"/>
                    <a:pt x="957553" y="108600"/>
                  </a:cubicBezTo>
                  <a:lnTo>
                    <a:pt x="957553" y="690259"/>
                  </a:lnTo>
                  <a:cubicBezTo>
                    <a:pt x="957553" y="750237"/>
                    <a:pt x="908931" y="798859"/>
                    <a:pt x="848953" y="798859"/>
                  </a:cubicBezTo>
                  <a:lnTo>
                    <a:pt x="108600" y="798859"/>
                  </a:lnTo>
                  <a:cubicBezTo>
                    <a:pt x="48622" y="798859"/>
                    <a:pt x="0" y="750237"/>
                    <a:pt x="0" y="690259"/>
                  </a:cubicBezTo>
                  <a:lnTo>
                    <a:pt x="0" y="108600"/>
                  </a:lnTo>
                  <a:cubicBezTo>
                    <a:pt x="0" y="48622"/>
                    <a:pt x="48622" y="0"/>
                    <a:pt x="108600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957553" cy="827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434267" y="3290284"/>
            <a:ext cx="3618817" cy="2748963"/>
            <a:chOff x="0" y="0"/>
            <a:chExt cx="953104" cy="72400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3104" cy="724007"/>
            </a:xfrm>
            <a:custGeom>
              <a:avLst/>
              <a:gdLst/>
              <a:ahLst/>
              <a:cxnLst/>
              <a:rect r="r" b="b" t="t" l="l"/>
              <a:pathLst>
                <a:path h="724007" w="953104">
                  <a:moveTo>
                    <a:pt x="109107" y="0"/>
                  </a:moveTo>
                  <a:lnTo>
                    <a:pt x="843997" y="0"/>
                  </a:lnTo>
                  <a:cubicBezTo>
                    <a:pt x="872934" y="0"/>
                    <a:pt x="900686" y="11495"/>
                    <a:pt x="921147" y="31957"/>
                  </a:cubicBezTo>
                  <a:cubicBezTo>
                    <a:pt x="941609" y="52418"/>
                    <a:pt x="953104" y="80170"/>
                    <a:pt x="953104" y="109107"/>
                  </a:cubicBezTo>
                  <a:lnTo>
                    <a:pt x="953104" y="614900"/>
                  </a:lnTo>
                  <a:cubicBezTo>
                    <a:pt x="953104" y="643837"/>
                    <a:pt x="941609" y="671589"/>
                    <a:pt x="921147" y="692050"/>
                  </a:cubicBezTo>
                  <a:cubicBezTo>
                    <a:pt x="900686" y="712512"/>
                    <a:pt x="872934" y="724007"/>
                    <a:pt x="843997" y="724007"/>
                  </a:cubicBezTo>
                  <a:lnTo>
                    <a:pt x="109107" y="724007"/>
                  </a:lnTo>
                  <a:cubicBezTo>
                    <a:pt x="80170" y="724007"/>
                    <a:pt x="52418" y="712512"/>
                    <a:pt x="31957" y="692050"/>
                  </a:cubicBezTo>
                  <a:cubicBezTo>
                    <a:pt x="11495" y="671589"/>
                    <a:pt x="0" y="643837"/>
                    <a:pt x="0" y="614900"/>
                  </a:cubicBezTo>
                  <a:lnTo>
                    <a:pt x="0" y="109107"/>
                  </a:lnTo>
                  <a:cubicBezTo>
                    <a:pt x="0" y="80170"/>
                    <a:pt x="11495" y="52418"/>
                    <a:pt x="31957" y="31957"/>
                  </a:cubicBezTo>
                  <a:cubicBezTo>
                    <a:pt x="52418" y="11495"/>
                    <a:pt x="80170" y="0"/>
                    <a:pt x="109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53104" cy="7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793888" y="2840498"/>
            <a:ext cx="899573" cy="899573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1A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7775251" y="4456204"/>
            <a:ext cx="30708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FUNGSI DASAR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048613" y="2940263"/>
            <a:ext cx="3901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5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7237642" y="6964454"/>
            <a:ext cx="3635709" cy="3033169"/>
            <a:chOff x="0" y="0"/>
            <a:chExt cx="957553" cy="79885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57553" cy="798859"/>
            </a:xfrm>
            <a:custGeom>
              <a:avLst/>
              <a:gdLst/>
              <a:ahLst/>
              <a:cxnLst/>
              <a:rect r="r" b="b" t="t" l="l"/>
              <a:pathLst>
                <a:path h="798859" w="957553">
                  <a:moveTo>
                    <a:pt x="108600" y="0"/>
                  </a:moveTo>
                  <a:lnTo>
                    <a:pt x="848953" y="0"/>
                  </a:lnTo>
                  <a:cubicBezTo>
                    <a:pt x="877755" y="0"/>
                    <a:pt x="905378" y="11442"/>
                    <a:pt x="925745" y="31808"/>
                  </a:cubicBezTo>
                  <a:cubicBezTo>
                    <a:pt x="946111" y="52175"/>
                    <a:pt x="957553" y="79797"/>
                    <a:pt x="957553" y="108600"/>
                  </a:cubicBezTo>
                  <a:lnTo>
                    <a:pt x="957553" y="690259"/>
                  </a:lnTo>
                  <a:cubicBezTo>
                    <a:pt x="957553" y="750237"/>
                    <a:pt x="908931" y="798859"/>
                    <a:pt x="848953" y="798859"/>
                  </a:cubicBezTo>
                  <a:lnTo>
                    <a:pt x="108600" y="798859"/>
                  </a:lnTo>
                  <a:cubicBezTo>
                    <a:pt x="48622" y="798859"/>
                    <a:pt x="0" y="750237"/>
                    <a:pt x="0" y="690259"/>
                  </a:cubicBezTo>
                  <a:lnTo>
                    <a:pt x="0" y="108600"/>
                  </a:lnTo>
                  <a:cubicBezTo>
                    <a:pt x="0" y="48622"/>
                    <a:pt x="48622" y="0"/>
                    <a:pt x="108600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957553" cy="827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431542" y="6934335"/>
            <a:ext cx="3618817" cy="2748963"/>
            <a:chOff x="0" y="0"/>
            <a:chExt cx="953104" cy="72400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53104" cy="724007"/>
            </a:xfrm>
            <a:custGeom>
              <a:avLst/>
              <a:gdLst/>
              <a:ahLst/>
              <a:cxnLst/>
              <a:rect r="r" b="b" t="t" l="l"/>
              <a:pathLst>
                <a:path h="724007" w="953104">
                  <a:moveTo>
                    <a:pt x="109107" y="0"/>
                  </a:moveTo>
                  <a:lnTo>
                    <a:pt x="843997" y="0"/>
                  </a:lnTo>
                  <a:cubicBezTo>
                    <a:pt x="872934" y="0"/>
                    <a:pt x="900686" y="11495"/>
                    <a:pt x="921147" y="31957"/>
                  </a:cubicBezTo>
                  <a:cubicBezTo>
                    <a:pt x="941609" y="52418"/>
                    <a:pt x="953104" y="80170"/>
                    <a:pt x="953104" y="109107"/>
                  </a:cubicBezTo>
                  <a:lnTo>
                    <a:pt x="953104" y="614900"/>
                  </a:lnTo>
                  <a:cubicBezTo>
                    <a:pt x="953104" y="643837"/>
                    <a:pt x="941609" y="671589"/>
                    <a:pt x="921147" y="692050"/>
                  </a:cubicBezTo>
                  <a:cubicBezTo>
                    <a:pt x="900686" y="712512"/>
                    <a:pt x="872934" y="724007"/>
                    <a:pt x="843997" y="724007"/>
                  </a:cubicBezTo>
                  <a:lnTo>
                    <a:pt x="109107" y="724007"/>
                  </a:lnTo>
                  <a:cubicBezTo>
                    <a:pt x="80170" y="724007"/>
                    <a:pt x="52418" y="712512"/>
                    <a:pt x="31957" y="692050"/>
                  </a:cubicBezTo>
                  <a:cubicBezTo>
                    <a:pt x="11495" y="671589"/>
                    <a:pt x="0" y="643837"/>
                    <a:pt x="0" y="614900"/>
                  </a:cubicBezTo>
                  <a:lnTo>
                    <a:pt x="0" y="109107"/>
                  </a:lnTo>
                  <a:cubicBezTo>
                    <a:pt x="0" y="80170"/>
                    <a:pt x="11495" y="52418"/>
                    <a:pt x="31957" y="31957"/>
                  </a:cubicBezTo>
                  <a:cubicBezTo>
                    <a:pt x="52418" y="11495"/>
                    <a:pt x="80170" y="0"/>
                    <a:pt x="109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53104" cy="7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791164" y="6484548"/>
            <a:ext cx="899573" cy="899573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1AF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7772526" y="8100255"/>
            <a:ext cx="30708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FUNGSI LOGIKA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045888" y="6584314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91401" y="-1012061"/>
            <a:ext cx="11135962" cy="12311122"/>
            <a:chOff x="0" y="0"/>
            <a:chExt cx="2932928" cy="3242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2928" cy="3242435"/>
            </a:xfrm>
            <a:custGeom>
              <a:avLst/>
              <a:gdLst/>
              <a:ahLst/>
              <a:cxnLst/>
              <a:rect r="r" b="b" t="t" l="l"/>
              <a:pathLst>
                <a:path h="3242435" w="2932928">
                  <a:moveTo>
                    <a:pt x="35456" y="0"/>
                  </a:moveTo>
                  <a:lnTo>
                    <a:pt x="2897472" y="0"/>
                  </a:lnTo>
                  <a:cubicBezTo>
                    <a:pt x="2906876" y="0"/>
                    <a:pt x="2915894" y="3736"/>
                    <a:pt x="2922544" y="10385"/>
                  </a:cubicBezTo>
                  <a:cubicBezTo>
                    <a:pt x="2929193" y="17034"/>
                    <a:pt x="2932928" y="26053"/>
                    <a:pt x="2932928" y="35456"/>
                  </a:cubicBezTo>
                  <a:lnTo>
                    <a:pt x="2932928" y="3206979"/>
                  </a:lnTo>
                  <a:cubicBezTo>
                    <a:pt x="2932928" y="3216383"/>
                    <a:pt x="2929193" y="3225401"/>
                    <a:pt x="2922544" y="3232051"/>
                  </a:cubicBezTo>
                  <a:cubicBezTo>
                    <a:pt x="2915894" y="3238700"/>
                    <a:pt x="2906876" y="3242435"/>
                    <a:pt x="2897472" y="3242435"/>
                  </a:cubicBezTo>
                  <a:lnTo>
                    <a:pt x="35456" y="3242435"/>
                  </a:lnTo>
                  <a:cubicBezTo>
                    <a:pt x="26053" y="3242435"/>
                    <a:pt x="17034" y="3238700"/>
                    <a:pt x="10385" y="3232051"/>
                  </a:cubicBezTo>
                  <a:cubicBezTo>
                    <a:pt x="3736" y="3225401"/>
                    <a:pt x="0" y="3216383"/>
                    <a:pt x="0" y="3206979"/>
                  </a:cubicBezTo>
                  <a:lnTo>
                    <a:pt x="0" y="35456"/>
                  </a:lnTo>
                  <a:cubicBezTo>
                    <a:pt x="0" y="26053"/>
                    <a:pt x="3736" y="17034"/>
                    <a:pt x="10385" y="10385"/>
                  </a:cubicBezTo>
                  <a:cubicBezTo>
                    <a:pt x="17034" y="3736"/>
                    <a:pt x="26053" y="0"/>
                    <a:pt x="35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2928" cy="327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8167125" y="4290306"/>
            <a:ext cx="8639864" cy="5749109"/>
          </a:xfrm>
          <a:custGeom>
            <a:avLst/>
            <a:gdLst/>
            <a:ahLst/>
            <a:cxnLst/>
            <a:rect r="r" b="b" t="t" l="l"/>
            <a:pathLst>
              <a:path h="5749109" w="8639864">
                <a:moveTo>
                  <a:pt x="8639864" y="0"/>
                </a:moveTo>
                <a:lnTo>
                  <a:pt x="0" y="0"/>
                </a:lnTo>
                <a:lnTo>
                  <a:pt x="0" y="5749110"/>
                </a:lnTo>
                <a:lnTo>
                  <a:pt x="8639864" y="5749110"/>
                </a:lnTo>
                <a:lnTo>
                  <a:pt x="86398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8195" y="2407371"/>
            <a:ext cx="7828692" cy="910085"/>
          </a:xfrm>
          <a:custGeom>
            <a:avLst/>
            <a:gdLst/>
            <a:ahLst/>
            <a:cxnLst/>
            <a:rect r="r" b="b" t="t" l="l"/>
            <a:pathLst>
              <a:path h="910085" w="7828692">
                <a:moveTo>
                  <a:pt x="0" y="0"/>
                </a:moveTo>
                <a:lnTo>
                  <a:pt x="7828692" y="0"/>
                </a:lnTo>
                <a:lnTo>
                  <a:pt x="7828692" y="910085"/>
                </a:lnTo>
                <a:lnTo>
                  <a:pt x="0" y="910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5676" y="2394748"/>
            <a:ext cx="7598324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Pengantar Analisis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563" y="3711846"/>
            <a:ext cx="73848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Di zaman sekarang, untuk mengambil sebuah keputusan kita musti menggunakan sebuah data. Kenapa?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243" y="5764166"/>
            <a:ext cx="7384883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Karena ketika kita mempunyai sebuah data, kita dapat menganalisis sehingga dapat mengasilkan sebuah informasi.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191287" y="1859512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6" y="0"/>
                </a:lnTo>
                <a:lnTo>
                  <a:pt x="41934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788490" y="-2255288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7" y="0"/>
                </a:lnTo>
                <a:lnTo>
                  <a:pt x="419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27182" y="649861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8117840"/>
            <a:ext cx="73848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Apa saja contoh perangkat lunak atau aplikasi untuk mengelola suatu data?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91401" y="-1012061"/>
            <a:ext cx="11135962" cy="12311122"/>
            <a:chOff x="0" y="0"/>
            <a:chExt cx="2932928" cy="3242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2928" cy="3242435"/>
            </a:xfrm>
            <a:custGeom>
              <a:avLst/>
              <a:gdLst/>
              <a:ahLst/>
              <a:cxnLst/>
              <a:rect r="r" b="b" t="t" l="l"/>
              <a:pathLst>
                <a:path h="3242435" w="2932928">
                  <a:moveTo>
                    <a:pt x="35456" y="0"/>
                  </a:moveTo>
                  <a:lnTo>
                    <a:pt x="2897472" y="0"/>
                  </a:lnTo>
                  <a:cubicBezTo>
                    <a:pt x="2906876" y="0"/>
                    <a:pt x="2915894" y="3736"/>
                    <a:pt x="2922544" y="10385"/>
                  </a:cubicBezTo>
                  <a:cubicBezTo>
                    <a:pt x="2929193" y="17034"/>
                    <a:pt x="2932928" y="26053"/>
                    <a:pt x="2932928" y="35456"/>
                  </a:cubicBezTo>
                  <a:lnTo>
                    <a:pt x="2932928" y="3206979"/>
                  </a:lnTo>
                  <a:cubicBezTo>
                    <a:pt x="2932928" y="3216383"/>
                    <a:pt x="2929193" y="3225401"/>
                    <a:pt x="2922544" y="3232051"/>
                  </a:cubicBezTo>
                  <a:cubicBezTo>
                    <a:pt x="2915894" y="3238700"/>
                    <a:pt x="2906876" y="3242435"/>
                    <a:pt x="2897472" y="3242435"/>
                  </a:cubicBezTo>
                  <a:lnTo>
                    <a:pt x="35456" y="3242435"/>
                  </a:lnTo>
                  <a:cubicBezTo>
                    <a:pt x="26053" y="3242435"/>
                    <a:pt x="17034" y="3238700"/>
                    <a:pt x="10385" y="3232051"/>
                  </a:cubicBezTo>
                  <a:cubicBezTo>
                    <a:pt x="3736" y="3225401"/>
                    <a:pt x="0" y="3216383"/>
                    <a:pt x="0" y="3206979"/>
                  </a:cubicBezTo>
                  <a:lnTo>
                    <a:pt x="0" y="35456"/>
                  </a:lnTo>
                  <a:cubicBezTo>
                    <a:pt x="0" y="26053"/>
                    <a:pt x="3736" y="17034"/>
                    <a:pt x="10385" y="10385"/>
                  </a:cubicBezTo>
                  <a:cubicBezTo>
                    <a:pt x="17034" y="3736"/>
                    <a:pt x="26053" y="0"/>
                    <a:pt x="35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2928" cy="327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78562"/>
            <a:ext cx="7384883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Merupakan suatu kumpulan fakta yang dapat diolah, diproses dan dianalisis sehingga mengahsilkan sebuah informasi.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91287" y="1859512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6" y="0"/>
                </a:lnTo>
                <a:lnTo>
                  <a:pt x="41934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88490" y="-2255288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7" y="0"/>
                </a:lnTo>
                <a:lnTo>
                  <a:pt x="419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27182" y="1017524"/>
            <a:ext cx="10357362" cy="75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83"/>
              </a:lnSpc>
            </a:pPr>
            <a:r>
              <a:rPr lang="en-US" sz="44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Apa itu data?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827182" y="649861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16601" y="5418074"/>
            <a:ext cx="73848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Dalam Bentuk teks, angka, gambar juga bisa berupa suatu rekaman suara ataupun video.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34901" y="4365963"/>
            <a:ext cx="10357362" cy="75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83"/>
              </a:lnSpc>
            </a:pPr>
            <a:r>
              <a:rPr lang="en-US" sz="44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Data nya bisa berupa apa?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8223" y="7356094"/>
            <a:ext cx="10069558" cy="62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Data berupa </a:t>
            </a:r>
            <a:r>
              <a:rPr lang="en-US" sz="3646" u="sng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Angka</a:t>
            </a:r>
            <a:r>
              <a:rPr lang="en-US" sz="364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disebut </a:t>
            </a:r>
            <a:r>
              <a:rPr lang="en-US" sz="3646" u="sng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Data Kuantitatif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8223" y="8256335"/>
            <a:ext cx="10069558" cy="127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sz="364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Sedangkan data yang bukan berupa Angka disebut Data </a:t>
            </a:r>
            <a:r>
              <a:rPr lang="en-US" sz="3646" u="sng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Kualitatif</a:t>
            </a:r>
            <a:r>
              <a:rPr lang="en-US" sz="364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91401" y="-1012061"/>
            <a:ext cx="11135962" cy="12311122"/>
            <a:chOff x="0" y="0"/>
            <a:chExt cx="2932928" cy="3242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2928" cy="3242435"/>
            </a:xfrm>
            <a:custGeom>
              <a:avLst/>
              <a:gdLst/>
              <a:ahLst/>
              <a:cxnLst/>
              <a:rect r="r" b="b" t="t" l="l"/>
              <a:pathLst>
                <a:path h="3242435" w="2932928">
                  <a:moveTo>
                    <a:pt x="35456" y="0"/>
                  </a:moveTo>
                  <a:lnTo>
                    <a:pt x="2897472" y="0"/>
                  </a:lnTo>
                  <a:cubicBezTo>
                    <a:pt x="2906876" y="0"/>
                    <a:pt x="2915894" y="3736"/>
                    <a:pt x="2922544" y="10385"/>
                  </a:cubicBezTo>
                  <a:cubicBezTo>
                    <a:pt x="2929193" y="17034"/>
                    <a:pt x="2932928" y="26053"/>
                    <a:pt x="2932928" y="35456"/>
                  </a:cubicBezTo>
                  <a:lnTo>
                    <a:pt x="2932928" y="3206979"/>
                  </a:lnTo>
                  <a:cubicBezTo>
                    <a:pt x="2932928" y="3216383"/>
                    <a:pt x="2929193" y="3225401"/>
                    <a:pt x="2922544" y="3232051"/>
                  </a:cubicBezTo>
                  <a:cubicBezTo>
                    <a:pt x="2915894" y="3238700"/>
                    <a:pt x="2906876" y="3242435"/>
                    <a:pt x="2897472" y="3242435"/>
                  </a:cubicBezTo>
                  <a:lnTo>
                    <a:pt x="35456" y="3242435"/>
                  </a:lnTo>
                  <a:cubicBezTo>
                    <a:pt x="26053" y="3242435"/>
                    <a:pt x="17034" y="3238700"/>
                    <a:pt x="10385" y="3232051"/>
                  </a:cubicBezTo>
                  <a:cubicBezTo>
                    <a:pt x="3736" y="3225401"/>
                    <a:pt x="0" y="3216383"/>
                    <a:pt x="0" y="3206979"/>
                  </a:cubicBezTo>
                  <a:lnTo>
                    <a:pt x="0" y="35456"/>
                  </a:lnTo>
                  <a:cubicBezTo>
                    <a:pt x="0" y="26053"/>
                    <a:pt x="3736" y="17034"/>
                    <a:pt x="10385" y="10385"/>
                  </a:cubicBezTo>
                  <a:cubicBezTo>
                    <a:pt x="17034" y="3736"/>
                    <a:pt x="26053" y="0"/>
                    <a:pt x="35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2928" cy="327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78562"/>
            <a:ext cx="73848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Berdasarkan dari cara memperolehnya, terbagi dua jenis data. yaitu 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91287" y="1859512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6" y="0"/>
                </a:lnTo>
                <a:lnTo>
                  <a:pt x="41934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88490" y="-2255288"/>
            <a:ext cx="4193427" cy="4114800"/>
          </a:xfrm>
          <a:custGeom>
            <a:avLst/>
            <a:gdLst/>
            <a:ahLst/>
            <a:cxnLst/>
            <a:rect r="r" b="b" t="t" l="l"/>
            <a:pathLst>
              <a:path h="4114800" w="4193427">
                <a:moveTo>
                  <a:pt x="0" y="0"/>
                </a:moveTo>
                <a:lnTo>
                  <a:pt x="4193427" y="0"/>
                </a:lnTo>
                <a:lnTo>
                  <a:pt x="419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17524"/>
            <a:ext cx="10357362" cy="75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83"/>
              </a:lnSpc>
            </a:pPr>
            <a:r>
              <a:rPr lang="en-US" sz="448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Bagaimana cara memperolehya?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827182" y="649861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859762"/>
            <a:ext cx="738488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 Diskret</a:t>
            </a: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: Data yang diperoleh dengan cara menghitung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995391"/>
            <a:ext cx="738488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u="sng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 Kontinu</a:t>
            </a: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: Data yang diperoleh dengan cara mengukur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169132"/>
            <a:ext cx="9136719" cy="150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Contohnya : </a:t>
            </a:r>
            <a:r>
              <a:rPr lang="en-US" sz="2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jumlah siswa di kelas, jumlah buku di perpustakaan, jumlah mobil di parkiran, jumlah saudara kandung, hasil lemparan dadu, jumlah pengunjung sebuah acara, dan jumlah transaksi penjualan harian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304761"/>
            <a:ext cx="9136719" cy="74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Contohnya : t</a:t>
            </a:r>
            <a:r>
              <a:rPr lang="en-US" sz="2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inggi badan, berat badan, suhu, kecepatan, waktu, dan volume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36889" y="1103249"/>
            <a:ext cx="8965506" cy="8969807"/>
            <a:chOff x="0" y="0"/>
            <a:chExt cx="525017" cy="525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017" cy="525269"/>
            </a:xfrm>
            <a:custGeom>
              <a:avLst/>
              <a:gdLst/>
              <a:ahLst/>
              <a:cxnLst/>
              <a:rect r="r" b="b" t="t" l="l"/>
              <a:pathLst>
                <a:path h="525269" w="525017">
                  <a:moveTo>
                    <a:pt x="262508" y="0"/>
                  </a:moveTo>
                  <a:cubicBezTo>
                    <a:pt x="117529" y="0"/>
                    <a:pt x="0" y="117585"/>
                    <a:pt x="0" y="262634"/>
                  </a:cubicBezTo>
                  <a:cubicBezTo>
                    <a:pt x="0" y="407683"/>
                    <a:pt x="117529" y="525269"/>
                    <a:pt x="262508" y="525269"/>
                  </a:cubicBezTo>
                  <a:cubicBezTo>
                    <a:pt x="407488" y="525269"/>
                    <a:pt x="525017" y="407683"/>
                    <a:pt x="525017" y="262634"/>
                  </a:cubicBezTo>
                  <a:cubicBezTo>
                    <a:pt x="525017" y="117585"/>
                    <a:pt x="407488" y="0"/>
                    <a:pt x="262508" y="0"/>
                  </a:cubicBezTo>
                  <a:close/>
                </a:path>
              </a:pathLst>
            </a:custGeom>
            <a:solidFill>
              <a:srgbClr val="DAE4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9220" y="20669"/>
              <a:ext cx="426576" cy="455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68835" y="848165"/>
            <a:ext cx="8431710" cy="980186"/>
          </a:xfrm>
          <a:custGeom>
            <a:avLst/>
            <a:gdLst/>
            <a:ahLst/>
            <a:cxnLst/>
            <a:rect r="r" b="b" t="t" l="l"/>
            <a:pathLst>
              <a:path h="980186" w="8431710">
                <a:moveTo>
                  <a:pt x="0" y="0"/>
                </a:moveTo>
                <a:lnTo>
                  <a:pt x="8431710" y="0"/>
                </a:lnTo>
                <a:lnTo>
                  <a:pt x="8431710" y="980186"/>
                </a:lnTo>
                <a:lnTo>
                  <a:pt x="0" y="980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5819" y="-1103249"/>
            <a:ext cx="2206499" cy="2206499"/>
          </a:xfrm>
          <a:custGeom>
            <a:avLst/>
            <a:gdLst/>
            <a:ahLst/>
            <a:cxnLst/>
            <a:rect r="r" b="b" t="t" l="l"/>
            <a:pathLst>
              <a:path h="2206499" w="2206499">
                <a:moveTo>
                  <a:pt x="0" y="0"/>
                </a:moveTo>
                <a:lnTo>
                  <a:pt x="2206499" y="0"/>
                </a:lnTo>
                <a:lnTo>
                  <a:pt x="2206499" y="2206498"/>
                </a:lnTo>
                <a:lnTo>
                  <a:pt x="0" y="2206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68492" y="6718921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4B41B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296789" y="3746629"/>
            <a:ext cx="6286887" cy="6326427"/>
          </a:xfrm>
          <a:custGeom>
            <a:avLst/>
            <a:gdLst/>
            <a:ahLst/>
            <a:cxnLst/>
            <a:rect r="r" b="b" t="t" l="l"/>
            <a:pathLst>
              <a:path h="6326427" w="6286887">
                <a:moveTo>
                  <a:pt x="0" y="0"/>
                </a:moveTo>
                <a:lnTo>
                  <a:pt x="6286887" y="0"/>
                </a:lnTo>
                <a:lnTo>
                  <a:pt x="6286887" y="6326427"/>
                </a:lnTo>
                <a:lnTo>
                  <a:pt x="0" y="63264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5819" y="2328576"/>
            <a:ext cx="10780970" cy="320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0"/>
              </a:lnSpc>
            </a:pPr>
            <a:r>
              <a:rPr lang="en-US" sz="3664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3664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nalisis data merupakan suatu proses mengolah data untuk menemukan pola, perbedaan, sehingga dapat menemukan informasi sebagai acuan dalam pengambilan keputusan.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46397" y="870593"/>
            <a:ext cx="861266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Analisis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2052" y="5612695"/>
            <a:ext cx="10222023" cy="329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05"/>
              </a:lnSpc>
            </a:pPr>
            <a:r>
              <a:rPr lang="en-US" sz="3789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Proses nya meliputi kegiatan mengelompokkan data,  membersihkan data, membuat data menjadi sajian yang menarik dan mudah dipahami oleh orang lain.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895289">
            <a:off x="9507225" y="-1625610"/>
            <a:ext cx="16627728" cy="12408442"/>
          </a:xfrm>
          <a:custGeom>
            <a:avLst/>
            <a:gdLst/>
            <a:ahLst/>
            <a:cxnLst/>
            <a:rect r="r" b="b" t="t" l="l"/>
            <a:pathLst>
              <a:path h="12408442" w="16627728">
                <a:moveTo>
                  <a:pt x="0" y="0"/>
                </a:moveTo>
                <a:lnTo>
                  <a:pt x="16627728" y="0"/>
                </a:lnTo>
                <a:lnTo>
                  <a:pt x="16627728" y="12408442"/>
                </a:lnTo>
                <a:lnTo>
                  <a:pt x="0" y="1240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8F86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7557" y="2233975"/>
            <a:ext cx="7312592" cy="850089"/>
          </a:xfrm>
          <a:custGeom>
            <a:avLst/>
            <a:gdLst/>
            <a:ahLst/>
            <a:cxnLst/>
            <a:rect r="r" b="b" t="t" l="l"/>
            <a:pathLst>
              <a:path h="850089" w="7312592">
                <a:moveTo>
                  <a:pt x="0" y="0"/>
                </a:moveTo>
                <a:lnTo>
                  <a:pt x="7312592" y="0"/>
                </a:lnTo>
                <a:lnTo>
                  <a:pt x="7312592" y="850089"/>
                </a:lnTo>
                <a:lnTo>
                  <a:pt x="0" y="850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98384" y="5143500"/>
            <a:ext cx="6858000" cy="4114800"/>
          </a:xfrm>
          <a:custGeom>
            <a:avLst/>
            <a:gdLst/>
            <a:ahLst/>
            <a:cxnLst/>
            <a:rect r="r" b="b" t="t" l="l"/>
            <a:pathLst>
              <a:path h="4114800" w="6858000">
                <a:moveTo>
                  <a:pt x="0" y="0"/>
                </a:moveTo>
                <a:lnTo>
                  <a:pt x="6858000" y="0"/>
                </a:lnTo>
                <a:lnTo>
                  <a:pt x="6858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3920" y="4578611"/>
            <a:ext cx="2945121" cy="1836685"/>
          </a:xfrm>
          <a:custGeom>
            <a:avLst/>
            <a:gdLst/>
            <a:ahLst/>
            <a:cxnLst/>
            <a:rect r="r" b="b" t="t" l="l"/>
            <a:pathLst>
              <a:path h="1836685" w="2945121">
                <a:moveTo>
                  <a:pt x="0" y="0"/>
                </a:moveTo>
                <a:lnTo>
                  <a:pt x="2945121" y="0"/>
                </a:lnTo>
                <a:lnTo>
                  <a:pt x="2945121" y="1836684"/>
                </a:lnTo>
                <a:lnTo>
                  <a:pt x="0" y="183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6396" y="2191354"/>
            <a:ext cx="9946138" cy="8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Kesimpulan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70846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6396" y="3451738"/>
            <a:ext cx="7507604" cy="503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Pengolahan data membantu mengubah data mentah menjadi informasi yang berguna.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Penguasaan aplikasi lembar kerja mempermudah analisis.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Data yang diolah dengan baik mendukung pengambilan keputusan yang tepat.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-2126175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84443" y="9708985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895289">
            <a:off x="9507225" y="-1625610"/>
            <a:ext cx="16627728" cy="12408442"/>
          </a:xfrm>
          <a:custGeom>
            <a:avLst/>
            <a:gdLst/>
            <a:ahLst/>
            <a:cxnLst/>
            <a:rect r="r" b="b" t="t" l="l"/>
            <a:pathLst>
              <a:path h="12408442" w="16627728">
                <a:moveTo>
                  <a:pt x="0" y="0"/>
                </a:moveTo>
                <a:lnTo>
                  <a:pt x="16627728" y="0"/>
                </a:lnTo>
                <a:lnTo>
                  <a:pt x="16627728" y="12408442"/>
                </a:lnTo>
                <a:lnTo>
                  <a:pt x="0" y="1240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8F86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1614" y="4518868"/>
            <a:ext cx="10746348" cy="1249263"/>
          </a:xfrm>
          <a:custGeom>
            <a:avLst/>
            <a:gdLst/>
            <a:ahLst/>
            <a:cxnLst/>
            <a:rect r="r" b="b" t="t" l="l"/>
            <a:pathLst>
              <a:path h="1249263" w="10746348">
                <a:moveTo>
                  <a:pt x="0" y="0"/>
                </a:moveTo>
                <a:lnTo>
                  <a:pt x="10746348" y="0"/>
                </a:lnTo>
                <a:lnTo>
                  <a:pt x="10746348" y="1249264"/>
                </a:lnTo>
                <a:lnTo>
                  <a:pt x="0" y="124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98384" y="5143500"/>
            <a:ext cx="6858000" cy="4114800"/>
          </a:xfrm>
          <a:custGeom>
            <a:avLst/>
            <a:gdLst/>
            <a:ahLst/>
            <a:cxnLst/>
            <a:rect r="r" b="b" t="t" l="l"/>
            <a:pathLst>
              <a:path h="4114800" w="6858000">
                <a:moveTo>
                  <a:pt x="0" y="0"/>
                </a:moveTo>
                <a:lnTo>
                  <a:pt x="6858000" y="0"/>
                </a:lnTo>
                <a:lnTo>
                  <a:pt x="6858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3920" y="4578611"/>
            <a:ext cx="2945121" cy="1836685"/>
          </a:xfrm>
          <a:custGeom>
            <a:avLst/>
            <a:gdLst/>
            <a:ahLst/>
            <a:cxnLst/>
            <a:rect r="r" b="b" t="t" l="l"/>
            <a:pathLst>
              <a:path h="1836685" w="2945121">
                <a:moveTo>
                  <a:pt x="0" y="0"/>
                </a:moveTo>
                <a:lnTo>
                  <a:pt x="2945121" y="0"/>
                </a:lnTo>
                <a:lnTo>
                  <a:pt x="2945121" y="1836684"/>
                </a:lnTo>
                <a:lnTo>
                  <a:pt x="0" y="1836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3040" y="4467334"/>
            <a:ext cx="9184310" cy="120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75"/>
              </a:lnSpc>
              <a:spcBef>
                <a:spcPct val="0"/>
              </a:spcBef>
            </a:pPr>
            <a:r>
              <a:rPr lang="en-US" b="true" sz="7053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ADA PERTANYAAN???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70846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7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-2126175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584443" y="9708985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1826" y="-1982851"/>
            <a:ext cx="1114431" cy="3086100"/>
            <a:chOff x="0" y="0"/>
            <a:chExt cx="29351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513" cy="812800"/>
            </a:xfrm>
            <a:custGeom>
              <a:avLst/>
              <a:gdLst/>
              <a:ahLst/>
              <a:cxnLst/>
              <a:rect r="r" b="b" t="t" l="l"/>
              <a:pathLst>
                <a:path h="812800" w="293513">
                  <a:moveTo>
                    <a:pt x="146756" y="0"/>
                  </a:moveTo>
                  <a:lnTo>
                    <a:pt x="146756" y="0"/>
                  </a:lnTo>
                  <a:cubicBezTo>
                    <a:pt x="227808" y="0"/>
                    <a:pt x="293513" y="65705"/>
                    <a:pt x="293513" y="146756"/>
                  </a:cubicBezTo>
                  <a:lnTo>
                    <a:pt x="293513" y="666044"/>
                  </a:lnTo>
                  <a:cubicBezTo>
                    <a:pt x="293513" y="747095"/>
                    <a:pt x="227808" y="812800"/>
                    <a:pt x="146756" y="812800"/>
                  </a:cubicBezTo>
                  <a:lnTo>
                    <a:pt x="146756" y="812800"/>
                  </a:lnTo>
                  <a:cubicBezTo>
                    <a:pt x="65705" y="812800"/>
                    <a:pt x="0" y="747095"/>
                    <a:pt x="0" y="666044"/>
                  </a:cubicBezTo>
                  <a:lnTo>
                    <a:pt x="0" y="146756"/>
                  </a:lnTo>
                  <a:cubicBezTo>
                    <a:pt x="0" y="65705"/>
                    <a:pt x="65705" y="0"/>
                    <a:pt x="146756" y="0"/>
                  </a:cubicBezTo>
                  <a:close/>
                </a:path>
              </a:pathLst>
            </a:custGeom>
            <a:solidFill>
              <a:srgbClr val="8F86D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9351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68253" y="3890257"/>
            <a:ext cx="9856295" cy="4671686"/>
            <a:chOff x="0" y="0"/>
            <a:chExt cx="2595897" cy="1230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95897" cy="1230403"/>
            </a:xfrm>
            <a:custGeom>
              <a:avLst/>
              <a:gdLst/>
              <a:ahLst/>
              <a:cxnLst/>
              <a:rect r="r" b="b" t="t" l="l"/>
              <a:pathLst>
                <a:path h="1230403" w="2595897">
                  <a:moveTo>
                    <a:pt x="40059" y="0"/>
                  </a:moveTo>
                  <a:lnTo>
                    <a:pt x="2555837" y="0"/>
                  </a:lnTo>
                  <a:cubicBezTo>
                    <a:pt x="2566462" y="0"/>
                    <a:pt x="2576651" y="4221"/>
                    <a:pt x="2584163" y="11733"/>
                  </a:cubicBezTo>
                  <a:cubicBezTo>
                    <a:pt x="2591676" y="19246"/>
                    <a:pt x="2595897" y="29435"/>
                    <a:pt x="2595897" y="40059"/>
                  </a:cubicBezTo>
                  <a:lnTo>
                    <a:pt x="2595897" y="1190343"/>
                  </a:lnTo>
                  <a:cubicBezTo>
                    <a:pt x="2595897" y="1200968"/>
                    <a:pt x="2591676" y="1211157"/>
                    <a:pt x="2584163" y="1218670"/>
                  </a:cubicBezTo>
                  <a:cubicBezTo>
                    <a:pt x="2576651" y="1226182"/>
                    <a:pt x="2566462" y="1230403"/>
                    <a:pt x="2555837" y="1230403"/>
                  </a:cubicBezTo>
                  <a:lnTo>
                    <a:pt x="40059" y="1230403"/>
                  </a:lnTo>
                  <a:cubicBezTo>
                    <a:pt x="29435" y="1230403"/>
                    <a:pt x="19246" y="1226182"/>
                    <a:pt x="11733" y="1218670"/>
                  </a:cubicBezTo>
                  <a:cubicBezTo>
                    <a:pt x="4221" y="1211157"/>
                    <a:pt x="0" y="1200968"/>
                    <a:pt x="0" y="1190343"/>
                  </a:cubicBezTo>
                  <a:lnTo>
                    <a:pt x="0" y="40059"/>
                  </a:lnTo>
                  <a:cubicBezTo>
                    <a:pt x="0" y="29435"/>
                    <a:pt x="4221" y="19246"/>
                    <a:pt x="11733" y="11733"/>
                  </a:cubicBezTo>
                  <a:cubicBezTo>
                    <a:pt x="19246" y="4221"/>
                    <a:pt x="29435" y="0"/>
                    <a:pt x="40059" y="0"/>
                  </a:cubicBezTo>
                  <a:close/>
                </a:path>
              </a:pathLst>
            </a:custGeom>
            <a:solidFill>
              <a:srgbClr val="3A329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595897" cy="1258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23131" y="1316430"/>
            <a:ext cx="13578694" cy="8386648"/>
            <a:chOff x="0" y="0"/>
            <a:chExt cx="3576282" cy="22088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76282" cy="2208829"/>
            </a:xfrm>
            <a:custGeom>
              <a:avLst/>
              <a:gdLst/>
              <a:ahLst/>
              <a:cxnLst/>
              <a:rect r="r" b="b" t="t" l="l"/>
              <a:pathLst>
                <a:path h="2208829" w="3576282">
                  <a:moveTo>
                    <a:pt x="29078" y="0"/>
                  </a:moveTo>
                  <a:lnTo>
                    <a:pt x="3547204" y="0"/>
                  </a:lnTo>
                  <a:cubicBezTo>
                    <a:pt x="3563263" y="0"/>
                    <a:pt x="3576282" y="13019"/>
                    <a:pt x="3576282" y="29078"/>
                  </a:cubicBezTo>
                  <a:lnTo>
                    <a:pt x="3576282" y="2179751"/>
                  </a:lnTo>
                  <a:cubicBezTo>
                    <a:pt x="3576282" y="2195811"/>
                    <a:pt x="3563263" y="2208829"/>
                    <a:pt x="3547204" y="2208829"/>
                  </a:cubicBezTo>
                  <a:lnTo>
                    <a:pt x="29078" y="2208829"/>
                  </a:lnTo>
                  <a:cubicBezTo>
                    <a:pt x="13019" y="2208829"/>
                    <a:pt x="0" y="2195811"/>
                    <a:pt x="0" y="2179751"/>
                  </a:cubicBezTo>
                  <a:lnTo>
                    <a:pt x="0" y="29078"/>
                  </a:lnTo>
                  <a:cubicBezTo>
                    <a:pt x="0" y="13019"/>
                    <a:pt x="13019" y="0"/>
                    <a:pt x="290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576282" cy="2237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783080" y="-4544181"/>
            <a:ext cx="8178237" cy="8024895"/>
          </a:xfrm>
          <a:custGeom>
            <a:avLst/>
            <a:gdLst/>
            <a:ahLst/>
            <a:cxnLst/>
            <a:rect r="r" b="b" t="t" l="l"/>
            <a:pathLst>
              <a:path h="8024895" w="8178237">
                <a:moveTo>
                  <a:pt x="0" y="0"/>
                </a:moveTo>
                <a:lnTo>
                  <a:pt x="8178237" y="0"/>
                </a:lnTo>
                <a:lnTo>
                  <a:pt x="8178237" y="8024895"/>
                </a:lnTo>
                <a:lnTo>
                  <a:pt x="0" y="8024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47242" y="7586487"/>
            <a:ext cx="8178237" cy="8024895"/>
          </a:xfrm>
          <a:custGeom>
            <a:avLst/>
            <a:gdLst/>
            <a:ahLst/>
            <a:cxnLst/>
            <a:rect r="r" b="b" t="t" l="l"/>
            <a:pathLst>
              <a:path h="8024895" w="8178237">
                <a:moveTo>
                  <a:pt x="0" y="0"/>
                </a:moveTo>
                <a:lnTo>
                  <a:pt x="8178237" y="0"/>
                </a:lnTo>
                <a:lnTo>
                  <a:pt x="8178237" y="8024895"/>
                </a:lnTo>
                <a:lnTo>
                  <a:pt x="0" y="8024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22986" y="8372523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40" y="0"/>
                </a:lnTo>
                <a:lnTo>
                  <a:pt x="378840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5756" y="2896763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31828">
            <a:off x="16278191" y="769292"/>
            <a:ext cx="1726534" cy="1853996"/>
          </a:xfrm>
          <a:custGeom>
            <a:avLst/>
            <a:gdLst/>
            <a:ahLst/>
            <a:cxnLst/>
            <a:rect r="r" b="b" t="t" l="l"/>
            <a:pathLst>
              <a:path h="1853996" w="1726534">
                <a:moveTo>
                  <a:pt x="0" y="0"/>
                </a:moveTo>
                <a:lnTo>
                  <a:pt x="1726534" y="0"/>
                </a:lnTo>
                <a:lnTo>
                  <a:pt x="1726534" y="1853997"/>
                </a:lnTo>
                <a:lnTo>
                  <a:pt x="0" y="1853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512382">
            <a:off x="398299" y="8331302"/>
            <a:ext cx="1726534" cy="1853996"/>
          </a:xfrm>
          <a:custGeom>
            <a:avLst/>
            <a:gdLst/>
            <a:ahLst/>
            <a:cxnLst/>
            <a:rect r="r" b="b" t="t" l="l"/>
            <a:pathLst>
              <a:path h="1853996" w="1726534">
                <a:moveTo>
                  <a:pt x="0" y="0"/>
                </a:moveTo>
                <a:lnTo>
                  <a:pt x="1726534" y="0"/>
                </a:lnTo>
                <a:lnTo>
                  <a:pt x="1726534" y="1853996"/>
                </a:lnTo>
                <a:lnTo>
                  <a:pt x="0" y="1853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23551" y="3315470"/>
            <a:ext cx="12599436" cy="5821258"/>
          </a:xfrm>
          <a:custGeom>
            <a:avLst/>
            <a:gdLst/>
            <a:ahLst/>
            <a:cxnLst/>
            <a:rect r="r" b="b" t="t" l="l"/>
            <a:pathLst>
              <a:path h="5821258" w="12599436">
                <a:moveTo>
                  <a:pt x="0" y="0"/>
                </a:moveTo>
                <a:lnTo>
                  <a:pt x="12599435" y="0"/>
                </a:lnTo>
                <a:lnTo>
                  <a:pt x="12599435" y="5821258"/>
                </a:lnTo>
                <a:lnTo>
                  <a:pt x="0" y="58212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95175" y="1277928"/>
            <a:ext cx="8983543" cy="75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35305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Tugas Aktivitas 2.1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61321" y="310345"/>
            <a:ext cx="390124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08949" y="1971778"/>
            <a:ext cx="7002073" cy="50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8"/>
              </a:lnSpc>
            </a:pPr>
            <a:r>
              <a:rPr lang="en-US" sz="2984">
                <a:solidFill>
                  <a:srgbClr val="353050"/>
                </a:solidFill>
                <a:latin typeface="Be Vietnam"/>
                <a:ea typeface="Be Vietnam"/>
                <a:cs typeface="Be Vietnam"/>
                <a:sym typeface="Be Vietnam"/>
              </a:rPr>
              <a:t>Buatlah tugas berikut secara mandiri!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94795" y="2727601"/>
            <a:ext cx="849841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35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Contoh Data Dalam Kehidupan sehari-hari.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41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7244">
            <a:off x="-2515043" y="6514585"/>
            <a:ext cx="14151095" cy="14038658"/>
          </a:xfrm>
          <a:custGeom>
            <a:avLst/>
            <a:gdLst/>
            <a:ahLst/>
            <a:cxnLst/>
            <a:rect r="r" b="b" t="t" l="l"/>
            <a:pathLst>
              <a:path h="14038658" w="14151095">
                <a:moveTo>
                  <a:pt x="0" y="0"/>
                </a:moveTo>
                <a:lnTo>
                  <a:pt x="14151095" y="0"/>
                </a:lnTo>
                <a:lnTo>
                  <a:pt x="14151095" y="14038657"/>
                </a:lnTo>
                <a:lnTo>
                  <a:pt x="0" y="14038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673" y="3501188"/>
            <a:ext cx="8401662" cy="5975682"/>
          </a:xfrm>
          <a:custGeom>
            <a:avLst/>
            <a:gdLst/>
            <a:ahLst/>
            <a:cxnLst/>
            <a:rect r="r" b="b" t="t" l="l"/>
            <a:pathLst>
              <a:path h="5975682" w="8401662">
                <a:moveTo>
                  <a:pt x="0" y="0"/>
                </a:moveTo>
                <a:lnTo>
                  <a:pt x="8401663" y="0"/>
                </a:lnTo>
                <a:lnTo>
                  <a:pt x="8401663" y="5975682"/>
                </a:lnTo>
                <a:lnTo>
                  <a:pt x="0" y="5975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3342" y="-2395702"/>
            <a:ext cx="4151122" cy="4114800"/>
          </a:xfrm>
          <a:custGeom>
            <a:avLst/>
            <a:gdLst/>
            <a:ahLst/>
            <a:cxnLst/>
            <a:rect r="r" b="b" t="t" l="l"/>
            <a:pathLst>
              <a:path h="4114800" w="4151122">
                <a:moveTo>
                  <a:pt x="0" y="0"/>
                </a:moveTo>
                <a:lnTo>
                  <a:pt x="4151122" y="0"/>
                </a:lnTo>
                <a:lnTo>
                  <a:pt x="41511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66" y="-2001694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8517" y="6788997"/>
            <a:ext cx="378839" cy="378839"/>
          </a:xfrm>
          <a:custGeom>
            <a:avLst/>
            <a:gdLst/>
            <a:ahLst/>
            <a:cxnLst/>
            <a:rect r="r" b="b" t="t" l="l"/>
            <a:pathLst>
              <a:path h="378839" w="378839">
                <a:moveTo>
                  <a:pt x="0" y="0"/>
                </a:moveTo>
                <a:lnTo>
                  <a:pt x="378839" y="0"/>
                </a:lnTo>
                <a:lnTo>
                  <a:pt x="378839" y="378839"/>
                </a:lnTo>
                <a:lnTo>
                  <a:pt x="0" y="3788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29532" y="3584110"/>
            <a:ext cx="390345" cy="398311"/>
          </a:xfrm>
          <a:custGeom>
            <a:avLst/>
            <a:gdLst/>
            <a:ahLst/>
            <a:cxnLst/>
            <a:rect r="r" b="b" t="t" l="l"/>
            <a:pathLst>
              <a:path h="398311" w="390345">
                <a:moveTo>
                  <a:pt x="0" y="0"/>
                </a:moveTo>
                <a:lnTo>
                  <a:pt x="390345" y="0"/>
                </a:lnTo>
                <a:lnTo>
                  <a:pt x="390345" y="398311"/>
                </a:lnTo>
                <a:lnTo>
                  <a:pt x="0" y="3983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58740" y="9604671"/>
            <a:ext cx="2734005" cy="2734005"/>
          </a:xfrm>
          <a:custGeom>
            <a:avLst/>
            <a:gdLst/>
            <a:ahLst/>
            <a:cxnLst/>
            <a:rect r="r" b="b" t="t" l="l"/>
            <a:pathLst>
              <a:path h="2734005" w="2734005">
                <a:moveTo>
                  <a:pt x="0" y="0"/>
                </a:moveTo>
                <a:lnTo>
                  <a:pt x="2734005" y="0"/>
                </a:lnTo>
                <a:lnTo>
                  <a:pt x="2734005" y="2734005"/>
                </a:lnTo>
                <a:lnTo>
                  <a:pt x="0" y="2734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292358" y="3592765"/>
            <a:ext cx="5733384" cy="328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59"/>
              </a:lnSpc>
              <a:spcBef>
                <a:spcPct val="0"/>
              </a:spcBef>
            </a:pPr>
            <a:r>
              <a:rPr lang="en-US" b="true" sz="9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DAGyZyor7qI</dc:identifier>
  <dcterms:modified xsi:type="dcterms:W3CDTF">2011-08-01T06:04:30Z</dcterms:modified>
  <cp:revision>1</cp:revision>
  <dc:title>Pengelolaan Data Presentasi dalam Ungu Gaya Ilustratif Sederhana</dc:title>
</cp:coreProperties>
</file>