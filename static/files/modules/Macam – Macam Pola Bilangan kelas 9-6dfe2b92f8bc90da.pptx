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AA698-EF0F-6EA9-FE64-412659B1B9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32C6D0-6A93-FD8F-55D0-DA7D7EB23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B2663-50ED-4B6E-A883-8402954CE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0851-C807-4D82-A45B-53508D480A5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71E02-F9CF-F9F6-CE52-8D07CF1B9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5D74A-8927-86C9-58A7-BC13302AA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C7D4-6444-48AE-93B0-68C14D9B0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01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AF211-8CE2-FFED-1091-9B2B5CD7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31EC9-418B-376F-261D-76CF55FC1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A27214-5136-CAA5-23AA-DD64D69A8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0851-C807-4D82-A45B-53508D480A5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379F0E-47B9-EA88-183B-052FD1AC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D40FC2-9C99-807A-2862-5BF00161F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C7D4-6444-48AE-93B0-68C14D9B0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988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226CA-2498-75EE-707D-212EFAD83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AC053B-6C4A-5C70-BF00-1C253DED93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1F982-4D49-312E-AD73-AA0C58900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0851-C807-4D82-A45B-53508D480A5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1FDBCB-47CF-A705-E350-C87A1A611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6843F-C0A4-0B68-93E0-F285A4F72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C7D4-6444-48AE-93B0-68C14D9B0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5748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E9C0E-BD5A-A598-A0FD-8A6B47084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92651-359E-B02E-8CD5-AA8E8D1CD2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B1425-1180-282B-751D-F5AB6A062D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788C24-E654-2764-C290-AE54C43CD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0851-C807-4D82-A45B-53508D480A5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E3F27B-4F1A-ABDB-B153-64E4DF729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00ADE7-7741-8988-E296-DC8DC57EE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C7D4-6444-48AE-93B0-68C14D9B0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895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6727E-18F3-5A22-8D42-E60615149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9D94FB-401D-8154-8B11-607712476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411060-8C2F-2F7B-4CB4-0D4F73D8A1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2529BD-DD1C-3A65-5821-0CC49E2E23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129B41-AE9E-4DE0-2135-2C54EFAF67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0D9FC8-A221-F604-3134-5AD7D0875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0851-C807-4D82-A45B-53508D480A5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4AC136-AB73-DEB1-A019-6958F5107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6C145F-3B01-1D35-1BFF-D2A741929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C7D4-6444-48AE-93B0-68C14D9B0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243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3697BC-1DF9-5635-23D4-BCF90306D4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E724D3-288A-DEA7-351F-C2A2EF295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0851-C807-4D82-A45B-53508D480A5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63A7548-364F-FE32-3A7A-9739EB521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DFB8A9-AA62-2C8A-5D5A-D29801E10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C7D4-6444-48AE-93B0-68C14D9B0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067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5C7870-E58E-AB35-72C0-DF76B1888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0851-C807-4D82-A45B-53508D480A5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74E7B4-15EC-387D-6A5C-A9C482133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F867E-B6F3-3F36-C122-6685D8A51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C7D4-6444-48AE-93B0-68C14D9B0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639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C1F2F-A303-E134-1638-8D097DCF4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E294B-1C7D-B140-E29B-21CAD4551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65A4E-6817-01ED-A50A-5B125A1276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69D40F-C75E-EA8C-BF06-98DB2BE65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0851-C807-4D82-A45B-53508D480A5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B134B7-7E84-7B97-FB31-C0C6FE440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DE54AA-0887-ED3E-26DC-029D32C83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C7D4-6444-48AE-93B0-68C14D9B0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934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8B25D-9775-F89C-7C0D-A77447209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AB4B1-9D5A-FD61-7D58-58434A558B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692261-F31D-0264-6329-E69A7EE8C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B2F90B-58FA-51B5-DEB9-CE524C92B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0851-C807-4D82-A45B-53508D480A5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579441-6327-8515-DF0E-93541B069B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9C66FE-A19F-4E8C-1157-8A4840D7A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C7D4-6444-48AE-93B0-68C14D9B0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888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2F3FF-26AD-670F-4EBA-DAFEFDBE78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04077-89EE-5408-672C-62198A8D59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E034E-F42B-6C43-7ACB-A19EF0674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0851-C807-4D82-A45B-53508D480A5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13762F-1B57-1445-4E42-CCE3678B2B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03147-5332-04A2-B584-2E49A3CC0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C7D4-6444-48AE-93B0-68C14D9B0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40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49CDA3-7F09-7A0D-F212-5814B84B7F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B664D8-1649-B0A3-D38D-813280650D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5593CA-DD74-8016-8B5E-40951C2DA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A0851-C807-4D82-A45B-53508D480A5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199163-03BD-C3DD-6554-FABD0E938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5B29B-B006-7D5C-A4A1-0F650EBFD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B9C7D4-6444-48AE-93B0-68C14D9B0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232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A5891F-03B7-ABB8-96FD-F2BD18086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71A4F-CA0A-2261-32C9-80F32ED3F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8F8B1-CCAE-6C74-BAAE-5BED7EB4CD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6A0851-C807-4D82-A45B-53508D480A59}" type="datetimeFigureOut">
              <a:rPr lang="en-US" smtClean="0"/>
              <a:t>7/28/2025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576ED-E76A-A15F-83BB-7F8156BFF0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840A4-631F-7FC4-3348-C49AD83E6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B9C7D4-6444-48AE-93B0-68C14D9B06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95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15F6A-DA84-6D87-AEF3-29233C0B52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36763"/>
            <a:ext cx="9144000" cy="2387600"/>
          </a:xfrm>
        </p:spPr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Macam – Macam Pola </a:t>
            </a:r>
            <a:r>
              <a:rPr lang="en-US" b="1" dirty="0" err="1">
                <a:latin typeface="Arial Black" panose="020B0A04020102020204" pitchFamily="34" charset="0"/>
              </a:rPr>
              <a:t>Bilangan</a:t>
            </a:r>
            <a:endParaRPr lang="en-US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746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0A5F0F1-E118-90A4-8AA9-767D4189F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40" t="66764" r="37051" b="7950"/>
          <a:stretch>
            <a:fillRect/>
          </a:stretch>
        </p:blipFill>
        <p:spPr>
          <a:xfrm>
            <a:off x="355598" y="1155700"/>
            <a:ext cx="11338780" cy="4546599"/>
          </a:xfrm>
        </p:spPr>
      </p:pic>
    </p:spTree>
    <p:extLst>
      <p:ext uri="{BB962C8B-B14F-4D97-AF65-F5344CB8AC3E}">
        <p14:creationId xmlns:p14="http://schemas.microsoft.com/office/powerpoint/2010/main" val="3551550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5E27C-EACB-3152-57E0-311709B8C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F297C97-BF48-9147-CFA4-5DA576A297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001" t="58446" r="37414" b="21319"/>
          <a:stretch>
            <a:fillRect/>
          </a:stretch>
        </p:blipFill>
        <p:spPr>
          <a:xfrm>
            <a:off x="143933" y="1371599"/>
            <a:ext cx="11859514" cy="3903134"/>
          </a:xfrm>
        </p:spPr>
      </p:pic>
    </p:spTree>
    <p:extLst>
      <p:ext uri="{BB962C8B-B14F-4D97-AF65-F5344CB8AC3E}">
        <p14:creationId xmlns:p14="http://schemas.microsoft.com/office/powerpoint/2010/main" val="3545759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9667B-AF1F-B121-F99D-8CC265051C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E9D2F5-8DF4-280C-4BD9-2CC391005A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58" t="54749" r="28000" b="18010"/>
          <a:stretch>
            <a:fillRect/>
          </a:stretch>
        </p:blipFill>
        <p:spPr>
          <a:xfrm>
            <a:off x="406399" y="1168399"/>
            <a:ext cx="11734794" cy="4148667"/>
          </a:xfrm>
        </p:spPr>
      </p:pic>
    </p:spTree>
    <p:extLst>
      <p:ext uri="{BB962C8B-B14F-4D97-AF65-F5344CB8AC3E}">
        <p14:creationId xmlns:p14="http://schemas.microsoft.com/office/powerpoint/2010/main" val="12323513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E5D2E-CCB0-B133-1533-D9C59102D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214A347-F646-B5C7-05DE-380F709BC8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76" t="54749" r="29423" b="18399"/>
          <a:stretch>
            <a:fillRect/>
          </a:stretch>
        </p:blipFill>
        <p:spPr>
          <a:xfrm>
            <a:off x="135465" y="1032933"/>
            <a:ext cx="12056535" cy="4366933"/>
          </a:xfrm>
        </p:spPr>
      </p:pic>
    </p:spTree>
    <p:extLst>
      <p:ext uri="{BB962C8B-B14F-4D97-AF65-F5344CB8AC3E}">
        <p14:creationId xmlns:p14="http://schemas.microsoft.com/office/powerpoint/2010/main" val="3986799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FC010-2270-6324-B1BA-0B435D0BC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7FEA92-C26B-6712-9BC0-51AA726705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76" t="55916" r="31065" b="19762"/>
          <a:stretch>
            <a:fillRect/>
          </a:stretch>
        </p:blipFill>
        <p:spPr>
          <a:xfrm>
            <a:off x="304799" y="1426633"/>
            <a:ext cx="11725858" cy="4004734"/>
          </a:xfrm>
        </p:spPr>
      </p:pic>
    </p:spTree>
    <p:extLst>
      <p:ext uri="{BB962C8B-B14F-4D97-AF65-F5344CB8AC3E}">
        <p14:creationId xmlns:p14="http://schemas.microsoft.com/office/powerpoint/2010/main" val="2005472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11A46-F77F-1124-84D7-66AE8FEB8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74EF8EC-1CB4-C5FA-F038-B61E213FCA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985" t="52414" r="18369"/>
          <a:stretch>
            <a:fillRect/>
          </a:stretch>
        </p:blipFill>
        <p:spPr>
          <a:xfrm>
            <a:off x="965200" y="668865"/>
            <a:ext cx="9624885" cy="4893735"/>
          </a:xfrm>
        </p:spPr>
      </p:pic>
    </p:spTree>
    <p:extLst>
      <p:ext uri="{BB962C8B-B14F-4D97-AF65-F5344CB8AC3E}">
        <p14:creationId xmlns:p14="http://schemas.microsoft.com/office/powerpoint/2010/main" val="38053508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008F41-1459-E37B-1B22-D175018EC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Ilustrasi Rumus Segitiga Pascal">
            <a:extLst>
              <a:ext uri="{FF2B5EF4-FFF2-40B4-BE49-F238E27FC236}">
                <a16:creationId xmlns:a16="http://schemas.microsoft.com/office/drawing/2014/main" id="{6B1A8E8F-DDFD-02E9-0C2E-8BCF34F1C1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6700" y="389467"/>
            <a:ext cx="8665633" cy="6239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8291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028F11-F849-AD57-7E76-D322DDD212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553" y="0"/>
            <a:ext cx="89848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358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22999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5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Office Theme</vt:lpstr>
      <vt:lpstr>Macam – Macam Pola Bilangan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mifta33110@gmail.com</dc:creator>
  <cp:lastModifiedBy>mifta33110@gmail.com</cp:lastModifiedBy>
  <cp:revision>2</cp:revision>
  <dcterms:created xsi:type="dcterms:W3CDTF">2025-07-28T01:52:32Z</dcterms:created>
  <dcterms:modified xsi:type="dcterms:W3CDTF">2025-07-28T06:05:29Z</dcterms:modified>
</cp:coreProperties>
</file>