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sldIdLst>
    <p:sldId id="256" r:id="rId4"/>
    <p:sldId id="261" r:id="rId5"/>
    <p:sldId id="270" r:id="rId6"/>
    <p:sldId id="299" r:id="rId7"/>
    <p:sldId id="313" r:id="rId8"/>
    <p:sldId id="314" r:id="rId9"/>
    <p:sldId id="262" r:id="rId1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39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A40D"/>
    <a:srgbClr val="32A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26" autoAdjust="0"/>
    <p:restoredTop sz="94628" autoAdjust="0"/>
  </p:normalViewPr>
  <p:slideViewPr>
    <p:cSldViewPr>
      <p:cViewPr>
        <p:scale>
          <a:sx n="100" d="100"/>
          <a:sy n="100" d="100"/>
        </p:scale>
        <p:origin x="-582" y="168"/>
      </p:cViewPr>
      <p:guideLst>
        <p:guide orient="horz" pos="139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51920" y="1794902"/>
            <a:ext cx="5292080" cy="1080121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>
                <a:ea typeface="맑은 고딕" pitchFamily="50" charset="-127"/>
              </a:rPr>
              <a:t>FREE </a:t>
            </a:r>
          </a:p>
          <a:p>
            <a:r>
              <a:rPr lang="en-US" altLang="ko-KR" dirty="0">
                <a:ea typeface="맑은 고딕" pitchFamily="50" charset="-127"/>
              </a:rPr>
              <a:t>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851772" y="2947030"/>
            <a:ext cx="5292080" cy="4888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ko-KR" b="1" dirty="0"/>
              <a:t>INSERT THE TITLE 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b="1" dirty="0"/>
              <a:t>OF YOUR PRESENTATION HERE</a:t>
            </a:r>
            <a:endParaRPr lang="en-US" altLang="ko-KR" dirty="0"/>
          </a:p>
        </p:txBody>
      </p:sp>
      <p:pic>
        <p:nvPicPr>
          <p:cNvPr id="1026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640" y="657349"/>
            <a:ext cx="1765300" cy="391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572242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14830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3311860" y="737642"/>
            <a:ext cx="2520280" cy="25202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351" y="1139211"/>
            <a:ext cx="819298" cy="181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2604" y="0"/>
            <a:ext cx="158417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84" y="938231"/>
            <a:ext cx="1584176" cy="351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789484" y="938231"/>
            <a:ext cx="792088" cy="351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2604" y="0"/>
            <a:ext cx="158417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35" y="2931790"/>
            <a:ext cx="945499" cy="209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99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3399842"/>
            <a:ext cx="9144000" cy="17436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4043561" y="2859782"/>
            <a:ext cx="1080120" cy="108012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057" y="3010192"/>
            <a:ext cx="351128" cy="77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86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4963500"/>
            <a:ext cx="914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96085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43508" y="92609"/>
            <a:ext cx="8856984" cy="49582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32792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65584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98376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2328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4656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6984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932113"/>
            <a:ext cx="9144000" cy="2211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131590"/>
            <a:ext cx="7230270" cy="367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513480" y="1626257"/>
            <a:ext cx="3465217" cy="25626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467544" y="3363838"/>
            <a:ext cx="3024336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05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759754"/>
            <a:ext cx="9144000" cy="2211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208" y="1042230"/>
            <a:ext cx="2869272" cy="347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380312" y="1175233"/>
            <a:ext cx="1008112" cy="25561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643269" y="1261134"/>
            <a:ext cx="1654766" cy="25561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013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3059832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4860032" y="0"/>
            <a:ext cx="3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4896032" y="1311750"/>
            <a:ext cx="180000" cy="2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40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30765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063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31840" y="181632"/>
            <a:ext cx="601216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131840" y="757696"/>
            <a:ext cx="601216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3059832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146470" y="1131590"/>
            <a:ext cx="3059832" cy="40119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8877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411510"/>
            <a:ext cx="6444208" cy="432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35622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223854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312086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2137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44208" y="267494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6444208" y="2715766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986213" y="267494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986213" y="2715766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397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291830"/>
            <a:ext cx="87484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3867894"/>
            <a:ext cx="87484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4963500"/>
            <a:ext cx="914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7544" y="339502"/>
            <a:ext cx="3312128" cy="28080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995936" y="339502"/>
            <a:ext cx="468052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99593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619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23645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426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3106909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2116108" y="843558"/>
            <a:ext cx="4896544" cy="34563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116108" y="0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116108" y="4948014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116108" y="3049518"/>
            <a:ext cx="4896544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16108" y="3625582"/>
            <a:ext cx="489654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2050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55985" y="1156325"/>
            <a:ext cx="816788" cy="181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2" r:id="rId2"/>
    <p:sldLayoutId id="2147483670" r:id="rId3"/>
    <p:sldLayoutId id="2147483652" r:id="rId4"/>
    <p:sldLayoutId id="2147483671" r:id="rId5"/>
    <p:sldLayoutId id="2147483655" r:id="rId6"/>
    <p:sldLayoutId id="2147483662" r:id="rId7"/>
    <p:sldLayoutId id="2147483663" r:id="rId8"/>
    <p:sldLayoutId id="2147483665" r:id="rId9"/>
    <p:sldLayoutId id="2147483666" r:id="rId10"/>
    <p:sldLayoutId id="2147483667" r:id="rId11"/>
    <p:sldLayoutId id="2147483664" r:id="rId12"/>
    <p:sldLayoutId id="2147483668" r:id="rId13"/>
    <p:sldLayoutId id="2147483669" r:id="rId14"/>
    <p:sldLayoutId id="2147483673" r:id="rId15"/>
    <p:sldLayoutId id="2147483656" r:id="rId1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3600" dirty="0" err="1" smtClean="0">
                <a:ea typeface="맑은 고딕" pitchFamily="50" charset="-127"/>
              </a:rPr>
              <a:t>Reproduksi</a:t>
            </a:r>
            <a:r>
              <a:rPr lang="en-US" altLang="ko-KR" sz="3600" dirty="0" smtClean="0">
                <a:ea typeface="맑은 고딕" pitchFamily="50" charset="-127"/>
              </a:rPr>
              <a:t> </a:t>
            </a:r>
            <a:r>
              <a:rPr lang="en-US" altLang="ko-KR" sz="3600" dirty="0" err="1" smtClean="0">
                <a:ea typeface="맑은 고딕" pitchFamily="50" charset="-127"/>
              </a:rPr>
              <a:t>pada</a:t>
            </a:r>
            <a:r>
              <a:rPr lang="en-US" altLang="ko-KR" sz="3600" dirty="0" smtClean="0">
                <a:ea typeface="맑은 고딕" pitchFamily="50" charset="-127"/>
              </a:rPr>
              <a:t> </a:t>
            </a:r>
            <a:r>
              <a:rPr lang="en-US" altLang="ko-KR" sz="3600" dirty="0" err="1" smtClean="0">
                <a:ea typeface="맑은 고딕" pitchFamily="50" charset="-127"/>
              </a:rPr>
              <a:t>Tumbuhan</a:t>
            </a:r>
            <a:endParaRPr lang="en-US" altLang="ko-KR" sz="3600" dirty="0"/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3851772" y="4825165"/>
            <a:ext cx="475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cs typeface="Arial" pitchFamily="34" charset="0"/>
                <a:hlinkClick r:id="rId2"/>
              </a:rPr>
              <a:t>http://www.free-powerpoint-templates-design.com</a:t>
            </a:r>
            <a:endParaRPr lang="ko-KR" altLang="en-US" sz="8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41"/>
          <p:cNvSpPr txBox="1">
            <a:spLocks/>
          </p:cNvSpPr>
          <p:nvPr/>
        </p:nvSpPr>
        <p:spPr>
          <a:xfrm>
            <a:off x="179512" y="411510"/>
            <a:ext cx="8748464" cy="28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smtClean="0"/>
              <a:t>Reproduksi pada Tumbuhan Angiospremae</a:t>
            </a:r>
            <a:endParaRPr lang="en-US" sz="2000" dirty="0"/>
          </a:p>
        </p:txBody>
      </p:sp>
      <p:cxnSp>
        <p:nvCxnSpPr>
          <p:cNvPr id="28" name="Straight Arrow Connector 27"/>
          <p:cNvCxnSpPr>
            <a:stCxn id="25" idx="2"/>
          </p:cNvCxnSpPr>
          <p:nvPr/>
        </p:nvCxnSpPr>
        <p:spPr>
          <a:xfrm flipH="1">
            <a:off x="3635896" y="699542"/>
            <a:ext cx="917848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2"/>
          </p:cNvCxnSpPr>
          <p:nvPr/>
        </p:nvCxnSpPr>
        <p:spPr>
          <a:xfrm>
            <a:off x="4553744" y="699542"/>
            <a:ext cx="95436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771800" y="1347614"/>
            <a:ext cx="1224136" cy="720080"/>
          </a:xfrm>
          <a:prstGeom prst="rect">
            <a:avLst/>
          </a:prstGeom>
          <a:solidFill>
            <a:srgbClr val="32A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Generatif</a:t>
            </a:r>
            <a:r>
              <a:rPr lang="en-US" sz="1600" dirty="0" smtClean="0"/>
              <a:t> 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 err="1" smtClean="0"/>
              <a:t>seksual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32" name="Rectangle 31"/>
          <p:cNvSpPr/>
          <p:nvPr/>
        </p:nvSpPr>
        <p:spPr>
          <a:xfrm>
            <a:off x="5004048" y="1347614"/>
            <a:ext cx="1224136" cy="720080"/>
          </a:xfrm>
          <a:prstGeom prst="rect">
            <a:avLst/>
          </a:prstGeom>
          <a:solidFill>
            <a:srgbClr val="32A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Vegetatif</a:t>
            </a:r>
            <a:endParaRPr lang="en-US" sz="1600" dirty="0"/>
          </a:p>
          <a:p>
            <a:pPr algn="ctr"/>
            <a:r>
              <a:rPr lang="en-US" sz="1600" dirty="0" smtClean="0"/>
              <a:t>(</a:t>
            </a:r>
            <a:r>
              <a:rPr lang="en-US" sz="1600" dirty="0" err="1" smtClean="0"/>
              <a:t>aseksual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4716016" y="2067694"/>
            <a:ext cx="917848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633864" y="2067694"/>
            <a:ext cx="95436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851920" y="2715766"/>
            <a:ext cx="1224136" cy="720080"/>
          </a:xfrm>
          <a:prstGeom prst="rect">
            <a:avLst/>
          </a:prstGeom>
          <a:solidFill>
            <a:srgbClr val="32A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Alami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36" name="Rectangle 35"/>
          <p:cNvSpPr/>
          <p:nvPr/>
        </p:nvSpPr>
        <p:spPr>
          <a:xfrm>
            <a:off x="6084168" y="2715766"/>
            <a:ext cx="1224136" cy="720080"/>
          </a:xfrm>
          <a:prstGeom prst="rect">
            <a:avLst/>
          </a:prstGeom>
          <a:solidFill>
            <a:srgbClr val="32A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Buatan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 dirty="0" err="1" smtClean="0"/>
              <a:t>Reproduksi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generatif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pada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tumbuhan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angiospremae</a:t>
            </a:r>
            <a:endParaRPr lang="ko-KR" altLang="en-US" sz="2000" dirty="0"/>
          </a:p>
        </p:txBody>
      </p:sp>
      <p:pic>
        <p:nvPicPr>
          <p:cNvPr id="3" name="Picture 2" descr="Fungsi Bunga Sebagai Perkembangbiakan Generatif | SD NEGERI 006 BATAM KO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843558"/>
            <a:ext cx="4176464" cy="308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366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79512" y="627534"/>
            <a:ext cx="8784976" cy="4248472"/>
          </a:xfrm>
        </p:spPr>
        <p:txBody>
          <a:bodyPr/>
          <a:lstStyle/>
          <a:p>
            <a:pPr algn="l"/>
            <a:r>
              <a:rPr lang="en-US" altLang="ko-KR" dirty="0" err="1"/>
              <a:t>Reproduksi</a:t>
            </a:r>
            <a:r>
              <a:rPr lang="en-US" altLang="ko-KR" dirty="0"/>
              <a:t> </a:t>
            </a:r>
            <a:r>
              <a:rPr lang="en-US" altLang="ko-KR" dirty="0" err="1"/>
              <a:t>generatif</a:t>
            </a:r>
            <a:r>
              <a:rPr lang="en-US" altLang="ko-KR" dirty="0"/>
              <a:t> </a:t>
            </a:r>
            <a:r>
              <a:rPr lang="en-US" altLang="ko-KR" dirty="0" err="1"/>
              <a:t>pada</a:t>
            </a:r>
            <a:r>
              <a:rPr lang="en-US" altLang="ko-KR" dirty="0"/>
              <a:t> </a:t>
            </a:r>
            <a:r>
              <a:rPr lang="en-US" altLang="ko-KR" dirty="0" err="1"/>
              <a:t>tumbuhan</a:t>
            </a:r>
            <a:r>
              <a:rPr lang="en-US" altLang="ko-KR" dirty="0"/>
              <a:t> </a:t>
            </a:r>
            <a:r>
              <a:rPr lang="en-US" altLang="ko-KR" dirty="0" err="1" smtClean="0"/>
              <a:t>angiospremae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yaitu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dibantu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dengan</a:t>
            </a:r>
            <a:r>
              <a:rPr lang="en-US" altLang="ko-KR" dirty="0" smtClean="0"/>
              <a:t> organ </a:t>
            </a:r>
            <a:r>
              <a:rPr lang="en-US" altLang="ko-KR" dirty="0" err="1" smtClean="0"/>
              <a:t>tumbuhan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yaitu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bunga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Struktur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bunga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dibagi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menjadi</a:t>
            </a:r>
            <a:r>
              <a:rPr lang="en-US" altLang="ko-KR" dirty="0" smtClean="0"/>
              <a:t> 2 </a:t>
            </a:r>
            <a:r>
              <a:rPr lang="en-US" altLang="ko-KR" dirty="0" err="1" smtClean="0"/>
              <a:t>bagian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utama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yaitu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ada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perhiasan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bunga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ada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alat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kelamin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atau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reproduksi</a:t>
            </a:r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en-US" altLang="ko-KR" dirty="0" smtClean="0"/>
          </a:p>
        </p:txBody>
      </p:sp>
      <p:sp>
        <p:nvSpPr>
          <p:cNvPr id="4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123478"/>
            <a:ext cx="9144000" cy="576064"/>
          </a:xfrm>
        </p:spPr>
        <p:txBody>
          <a:bodyPr/>
          <a:lstStyle/>
          <a:p>
            <a:r>
              <a:rPr lang="en-US" altLang="ko-KR" sz="2000" dirty="0" smtClean="0"/>
              <a:t>Organ </a:t>
            </a:r>
            <a:r>
              <a:rPr lang="en-US" altLang="ko-KR" sz="2000" dirty="0" err="1" smtClean="0"/>
              <a:t>reproduksi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tumbuhan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18741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51520" y="771550"/>
            <a:ext cx="1944216" cy="2088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Bunga</a:t>
            </a:r>
            <a:r>
              <a:rPr lang="en-US" dirty="0" smtClean="0"/>
              <a:t> </a:t>
            </a:r>
            <a:r>
              <a:rPr lang="en-US" dirty="0" err="1" smtClean="0"/>
              <a:t>lengkap</a:t>
            </a:r>
            <a:endParaRPr lang="en-US" dirty="0" smtClean="0"/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/>
              <a:t>Mahkota</a:t>
            </a: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/>
              <a:t>Kelopak</a:t>
            </a: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/>
              <a:t>Benang</a:t>
            </a:r>
            <a:r>
              <a:rPr lang="en-US" dirty="0" smtClean="0"/>
              <a:t> sari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/>
              <a:t>putik</a:t>
            </a:r>
            <a:endParaRPr lang="en-US" dirty="0" smtClean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99753" y="411510"/>
            <a:ext cx="3679998" cy="288032"/>
          </a:xfrm>
        </p:spPr>
        <p:txBody>
          <a:bodyPr/>
          <a:lstStyle/>
          <a:p>
            <a:r>
              <a:rPr lang="en-US" altLang="ko-KR" dirty="0" err="1" smtClean="0"/>
              <a:t>Berdasarkan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kelengkapannnya</a:t>
            </a:r>
            <a:endParaRPr lang="en-US" altLang="ko-KR" dirty="0"/>
          </a:p>
        </p:txBody>
      </p:sp>
      <p:sp>
        <p:nvSpPr>
          <p:cNvPr id="6" name="Rounded Rectangle 5"/>
          <p:cNvSpPr/>
          <p:nvPr/>
        </p:nvSpPr>
        <p:spPr>
          <a:xfrm>
            <a:off x="2339752" y="771550"/>
            <a:ext cx="2160240" cy="2088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Bunga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endParaRPr lang="en-US" dirty="0"/>
          </a:p>
          <a:p>
            <a:pPr algn="ctr"/>
            <a:r>
              <a:rPr lang="en-US" dirty="0" err="1" smtClean="0"/>
              <a:t>lengkap</a:t>
            </a:r>
            <a:endParaRPr lang="en-US" dirty="0" smtClean="0"/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satunya</a:t>
            </a:r>
            <a:endParaRPr lang="en-US" dirty="0" smtClean="0"/>
          </a:p>
        </p:txBody>
      </p:sp>
      <p:sp>
        <p:nvSpPr>
          <p:cNvPr id="7" name="Rounded Rectangle 6"/>
          <p:cNvSpPr/>
          <p:nvPr/>
        </p:nvSpPr>
        <p:spPr>
          <a:xfrm>
            <a:off x="4499992" y="2715766"/>
            <a:ext cx="2160240" cy="2088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Bunga</a:t>
            </a:r>
            <a:r>
              <a:rPr lang="en-US" dirty="0" smtClean="0"/>
              <a:t> </a:t>
            </a:r>
            <a:r>
              <a:rPr lang="en-US" dirty="0" err="1" smtClean="0"/>
              <a:t>sempurna</a:t>
            </a:r>
            <a:endParaRPr lang="en-US" dirty="0" smtClean="0"/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/>
              <a:t>Benang</a:t>
            </a:r>
            <a:r>
              <a:rPr lang="en-US" dirty="0" smtClean="0"/>
              <a:t> sari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/>
              <a:t>putik</a:t>
            </a:r>
            <a:endParaRPr lang="en-US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892241" y="2355726"/>
            <a:ext cx="3679998" cy="288032"/>
          </a:xfrm>
        </p:spPr>
        <p:txBody>
          <a:bodyPr/>
          <a:lstStyle/>
          <a:p>
            <a:r>
              <a:rPr lang="en-US" altLang="ko-KR" dirty="0" err="1" smtClean="0"/>
              <a:t>Berdasarkan</a:t>
            </a:r>
            <a:r>
              <a:rPr lang="en-US" altLang="ko-KR" dirty="0"/>
              <a:t> </a:t>
            </a:r>
            <a:r>
              <a:rPr lang="en-US" altLang="ko-KR" dirty="0" err="1"/>
              <a:t>alat</a:t>
            </a:r>
            <a:r>
              <a:rPr lang="en-US" altLang="ko-KR" dirty="0"/>
              <a:t> </a:t>
            </a:r>
            <a:r>
              <a:rPr lang="en-US" altLang="ko-KR" dirty="0" err="1"/>
              <a:t>reproduksinya</a:t>
            </a:r>
            <a:endParaRPr lang="en-US" altLang="ko-KR" dirty="0"/>
          </a:p>
        </p:txBody>
      </p:sp>
      <p:sp>
        <p:nvSpPr>
          <p:cNvPr id="9" name="Rounded Rectangle 8"/>
          <p:cNvSpPr/>
          <p:nvPr/>
        </p:nvSpPr>
        <p:spPr>
          <a:xfrm>
            <a:off x="6732240" y="2715766"/>
            <a:ext cx="2160240" cy="2088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Bunga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endParaRPr lang="en-US" dirty="0"/>
          </a:p>
          <a:p>
            <a:pPr algn="ctr"/>
            <a:r>
              <a:rPr lang="en-US" dirty="0" err="1" smtClean="0"/>
              <a:t>sempurna</a:t>
            </a:r>
            <a:endParaRPr lang="en-US" dirty="0" smtClean="0"/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satunya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94505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123478"/>
            <a:ext cx="9144000" cy="576064"/>
          </a:xfrm>
        </p:spPr>
        <p:txBody>
          <a:bodyPr/>
          <a:lstStyle/>
          <a:p>
            <a:r>
              <a:rPr lang="en-US" altLang="ko-KR" sz="2000" dirty="0" err="1" smtClean="0"/>
              <a:t>Penyerbukan</a:t>
            </a:r>
            <a:r>
              <a:rPr lang="en-US" altLang="ko-KR" sz="2000" dirty="0" smtClean="0"/>
              <a:t> (</a:t>
            </a:r>
            <a:r>
              <a:rPr lang="en-US" altLang="ko-KR" sz="2000" dirty="0" err="1" smtClean="0"/>
              <a:t>polinasi</a:t>
            </a:r>
            <a:r>
              <a:rPr lang="en-US" altLang="ko-KR" sz="2000" dirty="0" smtClean="0"/>
              <a:t>)</a:t>
            </a:r>
            <a:endParaRPr lang="ko-KR" altLang="en-US"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395536" y="1203598"/>
            <a:ext cx="2016224" cy="316835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itchFamily="34" charset="0"/>
              <a:buChar char="•"/>
            </a:pPr>
            <a:r>
              <a:rPr lang="en-US" dirty="0" err="1" smtClean="0"/>
              <a:t>Autogami</a:t>
            </a:r>
            <a:endParaRPr lang="en-US" dirty="0" smtClean="0"/>
          </a:p>
          <a:p>
            <a:pPr marL="285750" indent="-285750" algn="ctr">
              <a:buFont typeface="Arial" pitchFamily="34" charset="0"/>
              <a:buChar char="•"/>
            </a:pPr>
            <a:r>
              <a:rPr lang="en-US" dirty="0" err="1" smtClean="0"/>
              <a:t>Geitonogami</a:t>
            </a:r>
            <a:endParaRPr lang="en-US" dirty="0" smtClean="0"/>
          </a:p>
          <a:p>
            <a:pPr marL="285750" indent="-285750" algn="ctr">
              <a:buFont typeface="Arial" pitchFamily="34" charset="0"/>
              <a:buChar char="•"/>
            </a:pPr>
            <a:r>
              <a:rPr lang="en-US" dirty="0" err="1" smtClean="0"/>
              <a:t>Alogami</a:t>
            </a:r>
            <a:endParaRPr lang="en-US" dirty="0" smtClean="0"/>
          </a:p>
          <a:p>
            <a:pPr marL="285750" indent="-285750" algn="ctr">
              <a:buFont typeface="Arial" pitchFamily="34" charset="0"/>
              <a:buChar char="•"/>
            </a:pPr>
            <a:r>
              <a:rPr lang="en-US" dirty="0" err="1" smtClean="0"/>
              <a:t>Hibridogami</a:t>
            </a:r>
            <a:r>
              <a:rPr lang="en-US" dirty="0" smtClean="0"/>
              <a:t> 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58205" y="843558"/>
            <a:ext cx="2776103" cy="288032"/>
          </a:xfrm>
        </p:spPr>
        <p:txBody>
          <a:bodyPr/>
          <a:lstStyle/>
          <a:p>
            <a:r>
              <a:rPr lang="en-US" altLang="ko-KR" dirty="0" err="1" smtClean="0"/>
              <a:t>Berdasarkan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asal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dari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serbuknya</a:t>
            </a:r>
            <a:endParaRPr lang="en-US" altLang="ko-KR" dirty="0"/>
          </a:p>
        </p:txBody>
      </p:sp>
      <p:sp>
        <p:nvSpPr>
          <p:cNvPr id="17" name="Rounded Rectangle 16"/>
          <p:cNvSpPr/>
          <p:nvPr/>
        </p:nvSpPr>
        <p:spPr>
          <a:xfrm>
            <a:off x="3779912" y="1203598"/>
            <a:ext cx="2016224" cy="316835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itchFamily="34" charset="0"/>
              <a:buChar char="•"/>
            </a:pPr>
            <a:r>
              <a:rPr lang="en-US" dirty="0" err="1" smtClean="0"/>
              <a:t>Anemogami</a:t>
            </a:r>
            <a:endParaRPr lang="en-US" dirty="0" smtClean="0"/>
          </a:p>
          <a:p>
            <a:pPr marL="285750" indent="-285750" algn="ctr">
              <a:buFont typeface="Arial" pitchFamily="34" charset="0"/>
              <a:buChar char="•"/>
            </a:pPr>
            <a:r>
              <a:rPr lang="en-US" dirty="0" err="1" smtClean="0"/>
              <a:t>Hidrogami</a:t>
            </a:r>
            <a:endParaRPr lang="en-US" dirty="0" smtClean="0"/>
          </a:p>
          <a:p>
            <a:pPr marL="285750" indent="-285750" algn="ctr">
              <a:buFont typeface="Arial" pitchFamily="34" charset="0"/>
              <a:buChar char="•"/>
            </a:pPr>
            <a:r>
              <a:rPr lang="en-US" dirty="0" err="1" smtClean="0"/>
              <a:t>Antropogami</a:t>
            </a:r>
            <a:endParaRPr lang="en-US" dirty="0" smtClean="0"/>
          </a:p>
          <a:p>
            <a:pPr marL="285750" indent="-285750" algn="ctr">
              <a:buFont typeface="Arial" pitchFamily="34" charset="0"/>
              <a:buChar char="•"/>
            </a:pPr>
            <a:r>
              <a:rPr lang="en-US" dirty="0" err="1" smtClean="0"/>
              <a:t>Zoidiogami</a:t>
            </a:r>
            <a:endParaRPr lang="en-US" dirty="0" smtClean="0"/>
          </a:p>
        </p:txBody>
      </p:sp>
      <p:sp>
        <p:nvSpPr>
          <p:cNvPr id="18" name="Text Placeholder 2"/>
          <p:cNvSpPr txBox="1">
            <a:spLocks/>
          </p:cNvSpPr>
          <p:nvPr/>
        </p:nvSpPr>
        <p:spPr>
          <a:xfrm>
            <a:off x="3380073" y="843558"/>
            <a:ext cx="2776103" cy="288032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 smtClean="0"/>
              <a:t>Berdasarkan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perantaranya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69163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3561194"/>
            <a:ext cx="9144000" cy="576063"/>
          </a:xfrm>
        </p:spPr>
        <p:txBody>
          <a:bodyPr/>
          <a:lstStyle/>
          <a:p>
            <a:r>
              <a:rPr lang="en-US" altLang="ko-KR" sz="3600" dirty="0"/>
              <a:t>Thank you</a:t>
            </a:r>
            <a:endParaRPr lang="ko-KR" alt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-148" y="4122018"/>
            <a:ext cx="9144000" cy="288032"/>
          </a:xfrm>
        </p:spPr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2AEB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116</Words>
  <Application>Microsoft Office PowerPoint</Application>
  <PresentationFormat>On-screen Show (16:9)</PresentationFormat>
  <Paragraphs>57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User</cp:lastModifiedBy>
  <cp:revision>91</cp:revision>
  <dcterms:created xsi:type="dcterms:W3CDTF">2016-12-05T23:26:54Z</dcterms:created>
  <dcterms:modified xsi:type="dcterms:W3CDTF">2024-07-29T02:34:41Z</dcterms:modified>
</cp:coreProperties>
</file>