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sldIdLst>
    <p:sldId id="256" r:id="rId2"/>
    <p:sldId id="258" r:id="rId3"/>
    <p:sldId id="257" r:id="rId4"/>
    <p:sldId id="264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August 16,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August 16,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August 16,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August 16,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August 16, 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  <a:pPr/>
              <a:t>August 16, 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  <a:pPr/>
              <a:t>August 16, 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August 16,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August 16,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August 16,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August 16,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62B1B13E-D5AF-485E-81A1-82A140076526}" type="datetime4">
              <a:rPr lang="en-US" smtClean="0"/>
              <a:pPr/>
              <a:t>August 16,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 err="1" smtClean="0"/>
              <a:t>Sistem</a:t>
            </a:r>
            <a:r>
              <a:rPr lang="en-US" sz="4000" dirty="0" smtClean="0"/>
              <a:t> </a:t>
            </a:r>
            <a:r>
              <a:rPr lang="en-US" sz="4000" dirty="0" err="1" smtClean="0"/>
              <a:t>Kehidupan</a:t>
            </a:r>
            <a:r>
              <a:rPr lang="en-US" sz="4000" dirty="0" smtClean="0"/>
              <a:t> </a:t>
            </a:r>
            <a:r>
              <a:rPr lang="en-US" sz="4000" dirty="0" err="1" smtClean="0"/>
              <a:t>Tumbuhan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709103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A. </a:t>
            </a:r>
            <a:r>
              <a:rPr lang="en-US" dirty="0" err="1" smtClean="0"/>
              <a:t>Struktur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Fungsi</a:t>
            </a:r>
            <a:r>
              <a:rPr lang="en-US" dirty="0" smtClean="0"/>
              <a:t> Organ </a:t>
            </a:r>
            <a:r>
              <a:rPr lang="en-US" dirty="0" err="1" smtClean="0"/>
              <a:t>Tumbuhan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 err="1" smtClean="0"/>
              <a:t>Tumbuhan</a:t>
            </a:r>
            <a:r>
              <a:rPr lang="en-US" sz="2000" dirty="0" smtClean="0"/>
              <a:t> </a:t>
            </a:r>
            <a:r>
              <a:rPr lang="en-US" sz="2000" dirty="0" err="1" smtClean="0"/>
              <a:t>merupakan</a:t>
            </a:r>
            <a:r>
              <a:rPr lang="en-US" sz="2000" dirty="0" smtClean="0"/>
              <a:t> </a:t>
            </a:r>
            <a:r>
              <a:rPr lang="en-US" sz="2000" dirty="0" err="1" smtClean="0"/>
              <a:t>kelompok</a:t>
            </a:r>
            <a:r>
              <a:rPr lang="en-US" sz="2000" dirty="0" smtClean="0"/>
              <a:t> </a:t>
            </a:r>
            <a:r>
              <a:rPr lang="en-US" sz="2000" dirty="0" err="1" smtClean="0"/>
              <a:t>makhluk</a:t>
            </a:r>
            <a:r>
              <a:rPr lang="en-US" sz="2000" dirty="0" smtClean="0"/>
              <a:t> </a:t>
            </a:r>
            <a:r>
              <a:rPr lang="en-US" sz="2000" dirty="0" err="1" smtClean="0"/>
              <a:t>hidup</a:t>
            </a:r>
            <a:r>
              <a:rPr lang="en-US" sz="2000" dirty="0" smtClean="0"/>
              <a:t> yang </a:t>
            </a:r>
            <a:r>
              <a:rPr lang="en-US" sz="2000" dirty="0" err="1" smtClean="0"/>
              <a:t>memiliki</a:t>
            </a:r>
            <a:r>
              <a:rPr lang="en-US" sz="2000" dirty="0" smtClean="0"/>
              <a:t> </a:t>
            </a:r>
            <a:r>
              <a:rPr lang="en-US" sz="2000" dirty="0" err="1" smtClean="0"/>
              <a:t>inti</a:t>
            </a:r>
            <a:r>
              <a:rPr lang="en-US" sz="2000" dirty="0" smtClean="0"/>
              <a:t> </a:t>
            </a:r>
            <a:r>
              <a:rPr lang="en-US" sz="2000" dirty="0" err="1" smtClean="0"/>
              <a:t>sel</a:t>
            </a:r>
            <a:r>
              <a:rPr lang="en-US" sz="2000" dirty="0" smtClean="0"/>
              <a:t> (</a:t>
            </a:r>
            <a:r>
              <a:rPr lang="en-US" sz="2000" dirty="0" err="1" smtClean="0"/>
              <a:t>eukariot</a:t>
            </a:r>
            <a:r>
              <a:rPr lang="en-US" sz="2000" dirty="0" smtClean="0"/>
              <a:t>), </a:t>
            </a:r>
            <a:r>
              <a:rPr lang="en-US" sz="2000" dirty="0" err="1" smtClean="0"/>
              <a:t>dapat</a:t>
            </a:r>
            <a:r>
              <a:rPr lang="en-US" sz="2000" dirty="0" smtClean="0"/>
              <a:t> </a:t>
            </a:r>
            <a:r>
              <a:rPr lang="en-US" sz="2000" dirty="0" err="1" smtClean="0"/>
              <a:t>membuat</a:t>
            </a:r>
            <a:r>
              <a:rPr lang="en-US" sz="2000" dirty="0" smtClean="0"/>
              <a:t> </a:t>
            </a:r>
            <a:r>
              <a:rPr lang="en-US" sz="2000" dirty="0" err="1" smtClean="0"/>
              <a:t>makanan</a:t>
            </a:r>
            <a:r>
              <a:rPr lang="en-US" sz="2000" dirty="0" smtClean="0"/>
              <a:t> </a:t>
            </a:r>
            <a:r>
              <a:rPr lang="en-US" sz="2000" dirty="0" err="1" smtClean="0"/>
              <a:t>sendiri</a:t>
            </a:r>
            <a:r>
              <a:rPr lang="en-US" sz="2000" dirty="0" smtClean="0"/>
              <a:t> (</a:t>
            </a:r>
            <a:r>
              <a:rPr lang="en-US" sz="2000" dirty="0" err="1" smtClean="0"/>
              <a:t>fotosintetik</a:t>
            </a:r>
            <a:r>
              <a:rPr lang="en-US" sz="2000" dirty="0" smtClean="0"/>
              <a:t>),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bersel</a:t>
            </a:r>
            <a:r>
              <a:rPr lang="en-US" sz="2000" dirty="0" smtClean="0"/>
              <a:t> </a:t>
            </a:r>
            <a:r>
              <a:rPr lang="en-US" sz="2000" dirty="0" err="1" smtClean="0"/>
              <a:t>banyak</a:t>
            </a:r>
            <a:r>
              <a:rPr lang="en-US" sz="2000" dirty="0" smtClean="0"/>
              <a:t> (</a:t>
            </a:r>
            <a:r>
              <a:rPr lang="en-US" sz="2000" dirty="0" err="1" smtClean="0"/>
              <a:t>multiseluler</a:t>
            </a:r>
            <a:r>
              <a:rPr lang="en-US" sz="2000" dirty="0" smtClean="0"/>
              <a:t>).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 smtClean="0"/>
              <a:t>Organ </a:t>
            </a:r>
            <a:r>
              <a:rPr lang="en-US" sz="2000" dirty="0" err="1" smtClean="0"/>
              <a:t>pada</a:t>
            </a:r>
            <a:r>
              <a:rPr lang="en-US" sz="2000" dirty="0" smtClean="0"/>
              <a:t> </a:t>
            </a:r>
            <a:r>
              <a:rPr lang="en-US" sz="2000" dirty="0" err="1" smtClean="0"/>
              <a:t>tumbuhan</a:t>
            </a:r>
            <a:r>
              <a:rPr lang="en-US" sz="2000" dirty="0" smtClean="0"/>
              <a:t> </a:t>
            </a:r>
            <a:r>
              <a:rPr lang="en-US" sz="2000" dirty="0" err="1" smtClean="0"/>
              <a:t>terbagi</a:t>
            </a:r>
            <a:r>
              <a:rPr lang="en-US" sz="2000" dirty="0" smtClean="0"/>
              <a:t> </a:t>
            </a:r>
            <a:r>
              <a:rPr lang="en-US" sz="2000" dirty="0" err="1" smtClean="0"/>
              <a:t>menjadi</a:t>
            </a:r>
            <a:r>
              <a:rPr lang="en-US" sz="2000" dirty="0" smtClean="0"/>
              <a:t> 2:</a:t>
            </a:r>
          </a:p>
          <a:p>
            <a:pPr marL="457200" indent="-457200" algn="just">
              <a:buAutoNum type="arabicPeriod"/>
            </a:pPr>
            <a:r>
              <a:rPr lang="en-US" sz="2000" dirty="0" smtClean="0"/>
              <a:t>Organ </a:t>
            </a:r>
            <a:r>
              <a:rPr lang="en-US" sz="2000" dirty="0" err="1" smtClean="0"/>
              <a:t>vegetatif</a:t>
            </a:r>
            <a:r>
              <a:rPr lang="en-US" sz="2000" dirty="0" smtClean="0"/>
              <a:t> </a:t>
            </a:r>
            <a:r>
              <a:rPr lang="en-US" sz="2000" dirty="0" err="1" smtClean="0"/>
              <a:t>berfungsi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mendukung</a:t>
            </a:r>
            <a:r>
              <a:rPr lang="en-US" sz="2000" dirty="0" smtClean="0"/>
              <a:t> </a:t>
            </a:r>
            <a:r>
              <a:rPr lang="en-US" sz="2000" dirty="0" err="1" smtClean="0"/>
              <a:t>pertumbuhan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perkembangan</a:t>
            </a:r>
            <a:r>
              <a:rPr lang="en-US" sz="2000" dirty="0" smtClean="0"/>
              <a:t> </a:t>
            </a:r>
            <a:r>
              <a:rPr lang="en-US" sz="2000" dirty="0" err="1" smtClean="0"/>
              <a:t>tumbuhan</a:t>
            </a:r>
            <a:r>
              <a:rPr lang="en-US" sz="2000" dirty="0" smtClean="0"/>
              <a:t>. </a:t>
            </a:r>
            <a:endParaRPr lang="en-US" sz="2000" dirty="0" smtClean="0"/>
          </a:p>
          <a:p>
            <a:pPr marL="457200" indent="-457200" algn="just">
              <a:buAutoNum type="arabicPeriod"/>
            </a:pPr>
            <a:r>
              <a:rPr lang="en-US" sz="2000" dirty="0" smtClean="0"/>
              <a:t>Organ </a:t>
            </a:r>
            <a:r>
              <a:rPr lang="en-US" sz="2000" dirty="0" err="1" smtClean="0"/>
              <a:t>generatif</a:t>
            </a:r>
            <a:r>
              <a:rPr lang="en-US" sz="2000" dirty="0" smtClean="0"/>
              <a:t> </a:t>
            </a:r>
            <a:r>
              <a:rPr lang="en-US" sz="2000" dirty="0" err="1" smtClean="0"/>
              <a:t>berfungsi</a:t>
            </a:r>
            <a:r>
              <a:rPr lang="en-US" sz="2000" dirty="0" smtClean="0"/>
              <a:t> </a:t>
            </a:r>
            <a:r>
              <a:rPr lang="en-US" sz="2000" dirty="0" err="1" smtClean="0"/>
              <a:t>dalam</a:t>
            </a:r>
            <a:r>
              <a:rPr lang="en-US" sz="2000" dirty="0" smtClean="0"/>
              <a:t> proses </a:t>
            </a:r>
            <a:r>
              <a:rPr lang="en-US" sz="2000" dirty="0" err="1" smtClean="0"/>
              <a:t>perkembangbiakan</a:t>
            </a:r>
            <a:r>
              <a:rPr lang="en-US" sz="2000" dirty="0" smtClean="0"/>
              <a:t> </a:t>
            </a:r>
            <a:r>
              <a:rPr lang="en-US" sz="2000" dirty="0" err="1" smtClean="0"/>
              <a:t>secara</a:t>
            </a:r>
            <a:r>
              <a:rPr lang="en-US" sz="2000" dirty="0" smtClean="0"/>
              <a:t> </a:t>
            </a:r>
            <a:r>
              <a:rPr lang="en-US" sz="2000" dirty="0" err="1" smtClean="0"/>
              <a:t>generatif</a:t>
            </a:r>
            <a:r>
              <a:rPr lang="en-US" sz="2000" dirty="0" smtClean="0"/>
              <a:t> </a:t>
            </a:r>
            <a:r>
              <a:rPr lang="en-US" sz="2000" dirty="0" err="1" smtClean="0"/>
              <a:t>atau</a:t>
            </a:r>
            <a:r>
              <a:rPr lang="en-US" sz="2000" dirty="0" smtClean="0"/>
              <a:t> </a:t>
            </a:r>
            <a:r>
              <a:rPr lang="en-US" sz="2000" dirty="0" err="1" smtClean="0"/>
              <a:t>seksual</a:t>
            </a:r>
            <a:r>
              <a:rPr lang="en-US" sz="2000" dirty="0" smtClean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62933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Akar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 err="1" smtClean="0"/>
              <a:t>Akar</a:t>
            </a:r>
            <a:r>
              <a:rPr lang="en-US" sz="2000" dirty="0" smtClean="0"/>
              <a:t> </a:t>
            </a:r>
            <a:r>
              <a:rPr lang="en-US" sz="2000" dirty="0" err="1" smtClean="0"/>
              <a:t>merupakan</a:t>
            </a:r>
            <a:r>
              <a:rPr lang="en-US" sz="2000" dirty="0" smtClean="0"/>
              <a:t> organ </a:t>
            </a:r>
            <a:r>
              <a:rPr lang="en-US" sz="2000" dirty="0" err="1" smtClean="0"/>
              <a:t>tumbuhan</a:t>
            </a:r>
            <a:r>
              <a:rPr lang="en-US" sz="2000" dirty="0" smtClean="0"/>
              <a:t> yang </a:t>
            </a:r>
            <a:r>
              <a:rPr lang="en-US" sz="2000" dirty="0" err="1" smtClean="0"/>
              <a:t>umumnya</a:t>
            </a:r>
            <a:r>
              <a:rPr lang="en-US" sz="2000" dirty="0" smtClean="0"/>
              <a:t> </a:t>
            </a:r>
            <a:r>
              <a:rPr lang="en-US" sz="2000" dirty="0" err="1" smtClean="0"/>
              <a:t>berada</a:t>
            </a:r>
            <a:r>
              <a:rPr lang="en-US" sz="2000" dirty="0" smtClean="0"/>
              <a:t> </a:t>
            </a:r>
            <a:r>
              <a:rPr lang="en-US" sz="2000" dirty="0" err="1" smtClean="0"/>
              <a:t>dibawah</a:t>
            </a:r>
            <a:r>
              <a:rPr lang="en-US" sz="2000" dirty="0" smtClean="0"/>
              <a:t> </a:t>
            </a:r>
            <a:r>
              <a:rPr lang="en-US" sz="2000" dirty="0" err="1" smtClean="0"/>
              <a:t>permukaan</a:t>
            </a:r>
            <a:r>
              <a:rPr lang="en-US" sz="2000" dirty="0" smtClean="0"/>
              <a:t> </a:t>
            </a:r>
            <a:r>
              <a:rPr lang="en-US" sz="2000" dirty="0" err="1" smtClean="0"/>
              <a:t>tanah</a:t>
            </a:r>
            <a:r>
              <a:rPr lang="en-US" sz="2000" dirty="0" smtClean="0"/>
              <a:t>, </a:t>
            </a:r>
            <a:r>
              <a:rPr lang="en-US" sz="2000" dirty="0" err="1" smtClean="0"/>
              <a:t>tidak</a:t>
            </a:r>
            <a:r>
              <a:rPr lang="en-US" sz="2000" dirty="0" smtClean="0"/>
              <a:t> </a:t>
            </a:r>
            <a:r>
              <a:rPr lang="en-US" sz="2000" dirty="0" err="1" smtClean="0"/>
              <a:t>beruas-ruas</a:t>
            </a:r>
            <a:r>
              <a:rPr lang="en-US" sz="2000" dirty="0" smtClean="0"/>
              <a:t>, </a:t>
            </a:r>
            <a:r>
              <a:rPr lang="en-US" sz="2000" dirty="0" err="1" smtClean="0"/>
              <a:t>tumbuh</a:t>
            </a:r>
            <a:r>
              <a:rPr lang="en-US" sz="2000" dirty="0" smtClean="0"/>
              <a:t> </a:t>
            </a:r>
            <a:r>
              <a:rPr lang="en-US" sz="2000" dirty="0" err="1" smtClean="0"/>
              <a:t>ke</a:t>
            </a:r>
            <a:r>
              <a:rPr lang="en-US" sz="2000" dirty="0" smtClean="0"/>
              <a:t> </a:t>
            </a:r>
            <a:r>
              <a:rPr lang="en-US" sz="2000" dirty="0" err="1" smtClean="0"/>
              <a:t>pusat</a:t>
            </a:r>
            <a:r>
              <a:rPr lang="en-US" sz="2000" dirty="0" smtClean="0"/>
              <a:t> </a:t>
            </a:r>
            <a:r>
              <a:rPr lang="en-US" sz="2000" dirty="0" err="1" smtClean="0"/>
              <a:t>bumi</a:t>
            </a:r>
            <a:r>
              <a:rPr lang="en-US" sz="2000" dirty="0" smtClean="0"/>
              <a:t> </a:t>
            </a:r>
            <a:r>
              <a:rPr lang="en-US" sz="2000" dirty="0" err="1" smtClean="0"/>
              <a:t>atau</a:t>
            </a:r>
            <a:r>
              <a:rPr lang="en-US" sz="2000" dirty="0" smtClean="0"/>
              <a:t> </a:t>
            </a:r>
            <a:r>
              <a:rPr lang="en-US" sz="2000" dirty="0" err="1" smtClean="0"/>
              <a:t>menuju</a:t>
            </a:r>
            <a:r>
              <a:rPr lang="en-US" sz="2000" dirty="0" smtClean="0"/>
              <a:t> air, </a:t>
            </a:r>
            <a:r>
              <a:rPr lang="en-US" sz="2000" dirty="0" err="1" smtClean="0"/>
              <a:t>warna</a:t>
            </a:r>
            <a:r>
              <a:rPr lang="en-US" sz="2000" dirty="0" smtClean="0"/>
              <a:t> </a:t>
            </a:r>
            <a:r>
              <a:rPr lang="en-US" sz="2000" dirty="0" err="1" smtClean="0"/>
              <a:t>tidak</a:t>
            </a:r>
            <a:r>
              <a:rPr lang="en-US" sz="2000" dirty="0" smtClean="0"/>
              <a:t> </a:t>
            </a:r>
            <a:r>
              <a:rPr lang="en-US" sz="2000" dirty="0" err="1" smtClean="0"/>
              <a:t>hijau</a:t>
            </a:r>
            <a:r>
              <a:rPr lang="en-US" sz="2000" dirty="0" smtClean="0"/>
              <a:t> (</a:t>
            </a:r>
            <a:r>
              <a:rPr lang="en-US" sz="2000" dirty="0" err="1" smtClean="0"/>
              <a:t>keputih-putihan</a:t>
            </a:r>
            <a:r>
              <a:rPr lang="en-US" sz="2000" dirty="0" smtClean="0"/>
              <a:t> </a:t>
            </a:r>
            <a:r>
              <a:rPr lang="en-US" sz="2000" dirty="0" err="1" smtClean="0"/>
              <a:t>atau</a:t>
            </a:r>
            <a:r>
              <a:rPr lang="en-US" sz="2000" dirty="0" smtClean="0"/>
              <a:t> </a:t>
            </a:r>
            <a:r>
              <a:rPr lang="en-US" sz="2000" dirty="0" err="1" smtClean="0"/>
              <a:t>kekuning-kuningan</a:t>
            </a:r>
            <a:r>
              <a:rPr lang="en-US" sz="2000" dirty="0" smtClean="0"/>
              <a:t>),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memiliki</a:t>
            </a:r>
            <a:r>
              <a:rPr lang="en-US" sz="2000" dirty="0" smtClean="0"/>
              <a:t> </a:t>
            </a:r>
            <a:r>
              <a:rPr lang="en-US" sz="2000" dirty="0" err="1" smtClean="0"/>
              <a:t>bentuk</a:t>
            </a:r>
            <a:r>
              <a:rPr lang="en-US" sz="2000" dirty="0" smtClean="0"/>
              <a:t> </a:t>
            </a:r>
            <a:r>
              <a:rPr lang="en-US" sz="2000" dirty="0" err="1" smtClean="0"/>
              <a:t>runcing</a:t>
            </a:r>
            <a:endParaRPr lang="en-US" sz="2000" dirty="0" smtClean="0"/>
          </a:p>
          <a:p>
            <a:pPr algn="just"/>
            <a:endParaRPr lang="en-US" sz="2000" dirty="0" smtClean="0"/>
          </a:p>
          <a:p>
            <a:pPr algn="just"/>
            <a:r>
              <a:rPr lang="en-US" sz="2000" dirty="0" err="1" smtClean="0"/>
              <a:t>Akar</a:t>
            </a:r>
            <a:r>
              <a:rPr lang="en-US" sz="2000" dirty="0" smtClean="0"/>
              <a:t> </a:t>
            </a:r>
            <a:r>
              <a:rPr lang="en-US" sz="2000" dirty="0" err="1" smtClean="0"/>
              <a:t>memiliki</a:t>
            </a:r>
            <a:r>
              <a:rPr lang="en-US" sz="2000" dirty="0" smtClean="0"/>
              <a:t> </a:t>
            </a:r>
            <a:r>
              <a:rPr lang="en-US" sz="2000" dirty="0" err="1" smtClean="0"/>
              <a:t>fungsi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memperkokoh</a:t>
            </a:r>
            <a:r>
              <a:rPr lang="en-US" sz="2000" dirty="0" smtClean="0"/>
              <a:t> </a:t>
            </a:r>
            <a:r>
              <a:rPr lang="en-US" sz="2000" dirty="0" err="1" smtClean="0"/>
              <a:t>berdirinya</a:t>
            </a:r>
            <a:r>
              <a:rPr lang="en-US" sz="2000" dirty="0" smtClean="0"/>
              <a:t> </a:t>
            </a:r>
            <a:r>
              <a:rPr lang="en-US" sz="2000" dirty="0" err="1" smtClean="0"/>
              <a:t>tanaman</a:t>
            </a:r>
            <a:r>
              <a:rPr lang="en-US" sz="2000" dirty="0" smtClean="0"/>
              <a:t>, </a:t>
            </a:r>
            <a:r>
              <a:rPr lang="en-US" sz="2000" dirty="0" err="1" smtClean="0"/>
              <a:t>menyerap</a:t>
            </a:r>
            <a:r>
              <a:rPr lang="en-US" sz="2000" dirty="0" smtClean="0"/>
              <a:t> air </a:t>
            </a:r>
            <a:r>
              <a:rPr lang="en-US" sz="2000" dirty="0" err="1" smtClean="0"/>
              <a:t>dan</a:t>
            </a:r>
            <a:r>
              <a:rPr lang="en-US" sz="2000" dirty="0" smtClean="0"/>
              <a:t> mineral </a:t>
            </a:r>
            <a:r>
              <a:rPr lang="en-US" sz="2000" dirty="0" err="1" smtClean="0"/>
              <a:t>dari</a:t>
            </a:r>
            <a:r>
              <a:rPr lang="en-US" sz="2000" dirty="0" smtClean="0"/>
              <a:t> </a:t>
            </a:r>
            <a:r>
              <a:rPr lang="en-US" sz="2000" dirty="0" err="1" smtClean="0"/>
              <a:t>tanah</a:t>
            </a:r>
            <a:r>
              <a:rPr lang="en-US" sz="2000" dirty="0" smtClean="0"/>
              <a:t> 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 err="1" smtClean="0"/>
              <a:t>Terdapat</a:t>
            </a:r>
            <a:r>
              <a:rPr lang="en-US" sz="2000" dirty="0" smtClean="0"/>
              <a:t> </a:t>
            </a:r>
            <a:r>
              <a:rPr lang="en-US" sz="2000" dirty="0" err="1" smtClean="0"/>
              <a:t>dua</a:t>
            </a:r>
            <a:r>
              <a:rPr lang="en-US" sz="2000" dirty="0" smtClean="0"/>
              <a:t> </a:t>
            </a:r>
            <a:r>
              <a:rPr lang="en-US" sz="2000" dirty="0" err="1" smtClean="0"/>
              <a:t>jenis</a:t>
            </a:r>
            <a:r>
              <a:rPr lang="en-US" sz="2000" dirty="0" smtClean="0"/>
              <a:t> </a:t>
            </a:r>
            <a:r>
              <a:rPr lang="en-US" sz="2000" dirty="0" err="1" smtClean="0"/>
              <a:t>sistem</a:t>
            </a:r>
            <a:r>
              <a:rPr lang="en-US" sz="2000" dirty="0" smtClean="0"/>
              <a:t> </a:t>
            </a:r>
            <a:r>
              <a:rPr lang="en-US" sz="2000" dirty="0" err="1" smtClean="0"/>
              <a:t>perakaran</a:t>
            </a:r>
            <a:r>
              <a:rPr lang="en-US" sz="2000" dirty="0" smtClean="0"/>
              <a:t> </a:t>
            </a:r>
            <a:r>
              <a:rPr lang="en-US" sz="2000" dirty="0" err="1" smtClean="0"/>
              <a:t>pada</a:t>
            </a:r>
            <a:r>
              <a:rPr lang="en-US" sz="2000" dirty="0" smtClean="0"/>
              <a:t> </a:t>
            </a:r>
            <a:r>
              <a:rPr lang="en-US" sz="2000" dirty="0" err="1" smtClean="0"/>
              <a:t>tumbuhan</a:t>
            </a:r>
            <a:r>
              <a:rPr lang="en-US" sz="2000" dirty="0" smtClean="0"/>
              <a:t> </a:t>
            </a:r>
            <a:r>
              <a:rPr lang="en-US" sz="2000" dirty="0" err="1" smtClean="0"/>
              <a:t>yaitu</a:t>
            </a:r>
            <a:r>
              <a:rPr lang="en-US" sz="2000" dirty="0" smtClean="0"/>
              <a:t>: </a:t>
            </a:r>
            <a:r>
              <a:rPr lang="en-US" sz="2000" dirty="0" err="1" smtClean="0"/>
              <a:t>serabut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tunggang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2421561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620688"/>
            <a:ext cx="7127172" cy="5874827"/>
          </a:xfrm>
        </p:spPr>
      </p:pic>
    </p:spTree>
    <p:extLst>
      <p:ext uri="{BB962C8B-B14F-4D97-AF65-F5344CB8AC3E}">
        <p14:creationId xmlns:p14="http://schemas.microsoft.com/office/powerpoint/2010/main" val="38756966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US" dirty="0" err="1" smtClean="0"/>
              <a:t>Batang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 err="1" smtClean="0"/>
              <a:t>Batang</a:t>
            </a:r>
            <a:r>
              <a:rPr lang="en-US" sz="2000" dirty="0" smtClean="0"/>
              <a:t> </a:t>
            </a:r>
            <a:r>
              <a:rPr lang="en-US" sz="2000" dirty="0" err="1" smtClean="0"/>
              <a:t>tumbuhan</a:t>
            </a:r>
            <a:r>
              <a:rPr lang="en-US" sz="2000" dirty="0" smtClean="0"/>
              <a:t> </a:t>
            </a:r>
            <a:r>
              <a:rPr lang="en-US" sz="2000" dirty="0" err="1" smtClean="0"/>
              <a:t>monokotil</a:t>
            </a:r>
            <a:r>
              <a:rPr lang="en-US" sz="2000" dirty="0" smtClean="0"/>
              <a:t> </a:t>
            </a:r>
            <a:r>
              <a:rPr lang="en-US" sz="2000" dirty="0" err="1" smtClean="0"/>
              <a:t>memiliki</a:t>
            </a:r>
            <a:r>
              <a:rPr lang="en-US" sz="2000" dirty="0" smtClean="0"/>
              <a:t> </a:t>
            </a:r>
            <a:r>
              <a:rPr lang="en-US" sz="2000" dirty="0" err="1" smtClean="0"/>
              <a:t>ruas-ruas</a:t>
            </a:r>
            <a:r>
              <a:rPr lang="en-US" sz="2000" dirty="0" smtClean="0"/>
              <a:t> </a:t>
            </a:r>
            <a:r>
              <a:rPr lang="en-US" sz="2000" dirty="0" err="1" smtClean="0"/>
              <a:t>batang</a:t>
            </a:r>
            <a:r>
              <a:rPr lang="en-US" sz="2000" dirty="0" smtClean="0"/>
              <a:t> yang </a:t>
            </a:r>
            <a:r>
              <a:rPr lang="en-US" sz="2000" dirty="0" err="1" smtClean="0"/>
              <a:t>terlihat</a:t>
            </a:r>
            <a:r>
              <a:rPr lang="en-US" sz="2000" dirty="0" smtClean="0"/>
              <a:t> </a:t>
            </a:r>
            <a:r>
              <a:rPr lang="en-US" sz="2000" dirty="0" err="1" smtClean="0"/>
              <a:t>jelas</a:t>
            </a:r>
            <a:endParaRPr lang="en-US" sz="2000" dirty="0" smtClean="0"/>
          </a:p>
          <a:p>
            <a:pPr algn="just"/>
            <a:endParaRPr lang="en-US" sz="2000" dirty="0" smtClean="0"/>
          </a:p>
          <a:p>
            <a:pPr algn="just"/>
            <a:r>
              <a:rPr lang="en-US" sz="2000" dirty="0" err="1" smtClean="0"/>
              <a:t>Batang</a:t>
            </a:r>
            <a:r>
              <a:rPr lang="en-US" sz="2000" dirty="0" smtClean="0"/>
              <a:t> </a:t>
            </a:r>
            <a:r>
              <a:rPr lang="en-US" sz="2000" dirty="0" err="1" smtClean="0"/>
              <a:t>tumbuhan</a:t>
            </a:r>
            <a:r>
              <a:rPr lang="en-US" sz="2000" dirty="0" smtClean="0"/>
              <a:t> </a:t>
            </a:r>
            <a:r>
              <a:rPr lang="en-US" sz="2000" dirty="0" err="1" smtClean="0"/>
              <a:t>dikotil</a:t>
            </a:r>
            <a:r>
              <a:rPr lang="en-US" sz="2000" dirty="0" smtClean="0"/>
              <a:t> </a:t>
            </a:r>
            <a:r>
              <a:rPr lang="en-US" sz="2000" dirty="0" err="1" smtClean="0"/>
              <a:t>ruas</a:t>
            </a:r>
            <a:r>
              <a:rPr lang="en-US" sz="2000" dirty="0" smtClean="0"/>
              <a:t> </a:t>
            </a:r>
            <a:r>
              <a:rPr lang="en-US" sz="2000" dirty="0" err="1" smtClean="0"/>
              <a:t>batang</a:t>
            </a:r>
            <a:r>
              <a:rPr lang="en-US" sz="2000" dirty="0" smtClean="0"/>
              <a:t> </a:t>
            </a:r>
            <a:r>
              <a:rPr lang="en-US" sz="2000" dirty="0" err="1" smtClean="0"/>
              <a:t>tidak</a:t>
            </a:r>
            <a:r>
              <a:rPr lang="en-US" sz="2000" dirty="0" smtClean="0"/>
              <a:t> </a:t>
            </a:r>
            <a:r>
              <a:rPr lang="en-US" sz="2000" dirty="0" err="1" smtClean="0"/>
              <a:t>terlihat</a:t>
            </a:r>
            <a:r>
              <a:rPr lang="en-US" sz="2000" dirty="0" smtClean="0"/>
              <a:t> </a:t>
            </a:r>
            <a:r>
              <a:rPr lang="en-US" sz="2000" dirty="0" err="1" smtClean="0"/>
              <a:t>jelas</a:t>
            </a:r>
            <a:endParaRPr lang="en-US" sz="2000" dirty="0" smtClean="0"/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138037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</a:t>
            </a:r>
            <a:r>
              <a:rPr lang="en-US" dirty="0" err="1" smtClean="0"/>
              <a:t>Daun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 err="1" smtClean="0"/>
              <a:t>Daun</a:t>
            </a:r>
            <a:r>
              <a:rPr lang="en-US" sz="2000" dirty="0" smtClean="0"/>
              <a:t> </a:t>
            </a:r>
            <a:r>
              <a:rPr lang="en-US" sz="2000" dirty="0" err="1" smtClean="0"/>
              <a:t>merupakan</a:t>
            </a:r>
            <a:r>
              <a:rPr lang="en-US" sz="2000" dirty="0" smtClean="0"/>
              <a:t> organ </a:t>
            </a:r>
            <a:r>
              <a:rPr lang="en-US" sz="2000" dirty="0" err="1" smtClean="0"/>
              <a:t>tumbuhan</a:t>
            </a:r>
            <a:r>
              <a:rPr lang="en-US" sz="2000" dirty="0" smtClean="0"/>
              <a:t> yang </a:t>
            </a:r>
            <a:r>
              <a:rPr lang="en-US" sz="2000" dirty="0" err="1" smtClean="0"/>
              <a:t>menempel</a:t>
            </a:r>
            <a:r>
              <a:rPr lang="en-US" sz="2000" dirty="0" smtClean="0"/>
              <a:t> </a:t>
            </a:r>
            <a:r>
              <a:rPr lang="en-US" sz="2000" dirty="0" err="1" smtClean="0"/>
              <a:t>pada</a:t>
            </a:r>
            <a:r>
              <a:rPr lang="en-US" sz="2000" dirty="0" smtClean="0"/>
              <a:t> </a:t>
            </a:r>
            <a:r>
              <a:rPr lang="en-US" sz="2000" dirty="0" err="1" smtClean="0"/>
              <a:t>batang</a:t>
            </a:r>
            <a:r>
              <a:rPr lang="en-US" sz="2000" dirty="0" smtClean="0"/>
              <a:t>. Yang </a:t>
            </a:r>
            <a:r>
              <a:rPr lang="en-US" sz="2000" dirty="0" err="1" smtClean="0"/>
              <a:t>berbentuk</a:t>
            </a:r>
            <a:r>
              <a:rPr lang="en-US" sz="2000" dirty="0" smtClean="0"/>
              <a:t> tipis </a:t>
            </a:r>
            <a:r>
              <a:rPr lang="en-US" sz="2000" dirty="0" err="1" smtClean="0"/>
              <a:t>lebar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banyak</a:t>
            </a:r>
            <a:r>
              <a:rPr lang="en-US" sz="2000" dirty="0" smtClean="0"/>
              <a:t> </a:t>
            </a:r>
            <a:r>
              <a:rPr lang="en-US" sz="2000" dirty="0" err="1" smtClean="0"/>
              <a:t>mengandung</a:t>
            </a:r>
            <a:r>
              <a:rPr lang="en-US" sz="2000" dirty="0" smtClean="0"/>
              <a:t> </a:t>
            </a:r>
            <a:r>
              <a:rPr lang="en-US" sz="2000" dirty="0" err="1" smtClean="0"/>
              <a:t>zat</a:t>
            </a:r>
            <a:r>
              <a:rPr lang="en-US" sz="2000" dirty="0" smtClean="0"/>
              <a:t> </a:t>
            </a:r>
            <a:r>
              <a:rPr lang="en-US" sz="2000" dirty="0" err="1" smtClean="0"/>
              <a:t>warna</a:t>
            </a:r>
            <a:r>
              <a:rPr lang="en-US" sz="2000" dirty="0" smtClean="0"/>
              <a:t> </a:t>
            </a:r>
            <a:r>
              <a:rPr lang="en-US" sz="2000" dirty="0" err="1" smtClean="0"/>
              <a:t>hijau</a:t>
            </a:r>
            <a:r>
              <a:rPr lang="en-US" sz="2000" dirty="0" smtClean="0"/>
              <a:t> yang </a:t>
            </a:r>
            <a:r>
              <a:rPr lang="en-US" sz="2000" dirty="0" err="1" smtClean="0"/>
              <a:t>dinamakan</a:t>
            </a:r>
            <a:r>
              <a:rPr lang="en-US" sz="2000" dirty="0" smtClean="0"/>
              <a:t> </a:t>
            </a:r>
            <a:r>
              <a:rPr lang="en-US" sz="2000" dirty="0" err="1" smtClean="0"/>
              <a:t>klorofil</a:t>
            </a:r>
            <a:endParaRPr lang="en-US" sz="2000" dirty="0" smtClean="0"/>
          </a:p>
          <a:p>
            <a:pPr algn="just"/>
            <a:endParaRPr lang="en-US" sz="2000" dirty="0" smtClean="0"/>
          </a:p>
          <a:p>
            <a:pPr algn="just"/>
            <a:r>
              <a:rPr lang="en-US" sz="2000" dirty="0" err="1" smtClean="0"/>
              <a:t>Daun</a:t>
            </a:r>
            <a:r>
              <a:rPr lang="en-US" sz="2000" dirty="0" smtClean="0"/>
              <a:t> </a:t>
            </a:r>
            <a:r>
              <a:rPr lang="en-US" sz="2000" dirty="0" err="1" smtClean="0"/>
              <a:t>memiliki</a:t>
            </a:r>
            <a:r>
              <a:rPr lang="en-US" sz="2000" dirty="0" smtClean="0"/>
              <a:t> </a:t>
            </a:r>
            <a:r>
              <a:rPr lang="en-US" sz="2000" dirty="0" err="1" smtClean="0"/>
              <a:t>beberapa</a:t>
            </a:r>
            <a:r>
              <a:rPr lang="en-US" sz="2000" dirty="0" smtClean="0"/>
              <a:t> </a:t>
            </a:r>
            <a:r>
              <a:rPr lang="en-US" sz="2000" dirty="0" err="1" smtClean="0"/>
              <a:t>fungsi</a:t>
            </a:r>
            <a:r>
              <a:rPr lang="en-US" sz="2000" dirty="0" smtClean="0"/>
              <a:t> </a:t>
            </a:r>
            <a:r>
              <a:rPr lang="en-US" sz="2000" dirty="0" err="1" smtClean="0"/>
              <a:t>antara</a:t>
            </a:r>
            <a:r>
              <a:rPr lang="en-US" sz="2000" dirty="0" smtClean="0"/>
              <a:t> lain </a:t>
            </a:r>
            <a:r>
              <a:rPr lang="en-US" sz="2000" dirty="0" err="1" smtClean="0"/>
              <a:t>sebagai</a:t>
            </a:r>
            <a:r>
              <a:rPr lang="en-US" sz="2000" dirty="0" smtClean="0"/>
              <a:t> </a:t>
            </a:r>
            <a:r>
              <a:rPr lang="en-US" sz="2000" dirty="0" err="1" smtClean="0"/>
              <a:t>alat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mengambil</a:t>
            </a:r>
            <a:r>
              <a:rPr lang="en-US" sz="2000" dirty="0" smtClean="0"/>
              <a:t> gas </a:t>
            </a:r>
            <a:r>
              <a:rPr lang="en-US" sz="2000" dirty="0" err="1" smtClean="0"/>
              <a:t>karbondioksida</a:t>
            </a:r>
            <a:r>
              <a:rPr lang="en-US" sz="2000" dirty="0" smtClean="0"/>
              <a:t> yang </a:t>
            </a:r>
            <a:r>
              <a:rPr lang="en-US" sz="2000" dirty="0" err="1" smtClean="0"/>
              <a:t>digunakan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sebagai</a:t>
            </a:r>
            <a:r>
              <a:rPr lang="en-US" sz="2000" dirty="0" smtClean="0"/>
              <a:t> </a:t>
            </a:r>
            <a:r>
              <a:rPr lang="en-US" sz="2000" dirty="0" err="1" smtClean="0"/>
              <a:t>bahan</a:t>
            </a:r>
            <a:r>
              <a:rPr lang="en-US" sz="2000" dirty="0" smtClean="0"/>
              <a:t> </a:t>
            </a:r>
            <a:r>
              <a:rPr lang="en-US" sz="2000" dirty="0" err="1" smtClean="0"/>
              <a:t>baku</a:t>
            </a:r>
            <a:r>
              <a:rPr lang="en-US" sz="2000" dirty="0" smtClean="0"/>
              <a:t> </a:t>
            </a:r>
            <a:r>
              <a:rPr lang="en-US" sz="2000" dirty="0" err="1" smtClean="0"/>
              <a:t>dalam</a:t>
            </a:r>
            <a:r>
              <a:rPr lang="en-US" sz="2000" dirty="0" smtClean="0"/>
              <a:t> </a:t>
            </a:r>
            <a:r>
              <a:rPr lang="en-US" sz="2000" dirty="0" err="1" smtClean="0"/>
              <a:t>fotosintesis</a:t>
            </a:r>
            <a:r>
              <a:rPr lang="en-US" sz="2000" dirty="0" smtClean="0"/>
              <a:t>, </a:t>
            </a:r>
            <a:r>
              <a:rPr lang="en-US" sz="2000" dirty="0" err="1" smtClean="0"/>
              <a:t>mengatur</a:t>
            </a:r>
            <a:r>
              <a:rPr lang="en-US" sz="2000" dirty="0" smtClean="0"/>
              <a:t> </a:t>
            </a:r>
            <a:r>
              <a:rPr lang="en-US" sz="2000" dirty="0" err="1" smtClean="0"/>
              <a:t>penguapan</a:t>
            </a:r>
            <a:r>
              <a:rPr lang="en-US" sz="2000" dirty="0" smtClean="0"/>
              <a:t> air </a:t>
            </a:r>
            <a:r>
              <a:rPr lang="en-US" sz="2000" dirty="0" err="1" smtClean="0"/>
              <a:t>atau</a:t>
            </a:r>
            <a:r>
              <a:rPr lang="en-US" sz="2000" dirty="0" smtClean="0"/>
              <a:t> </a:t>
            </a:r>
            <a:r>
              <a:rPr lang="en-US" sz="2000" dirty="0" err="1" smtClean="0"/>
              <a:t>transpirasi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pernapasan</a:t>
            </a:r>
            <a:r>
              <a:rPr lang="en-US" sz="2000" dirty="0" smtClean="0"/>
              <a:t> </a:t>
            </a:r>
            <a:r>
              <a:rPr lang="en-US" sz="2000" dirty="0" err="1" smtClean="0"/>
              <a:t>atau</a:t>
            </a:r>
            <a:r>
              <a:rPr lang="en-US" sz="2000" dirty="0" smtClean="0"/>
              <a:t> </a:t>
            </a:r>
            <a:r>
              <a:rPr lang="en-US" sz="2000" dirty="0" err="1" smtClean="0"/>
              <a:t>respirasi</a:t>
            </a:r>
            <a:r>
              <a:rPr lang="en-US" sz="2000" dirty="0" smtClean="0"/>
              <a:t> </a:t>
            </a:r>
            <a:r>
              <a:rPr lang="en-US" sz="2000" dirty="0" err="1" smtClean="0"/>
              <a:t>tumbuhan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366978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</a:t>
            </a:r>
            <a:r>
              <a:rPr lang="en-US" dirty="0" err="1" smtClean="0"/>
              <a:t>Bunga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 err="1" smtClean="0"/>
              <a:t>Bunga</a:t>
            </a:r>
            <a:r>
              <a:rPr lang="en-US" sz="2000" dirty="0" smtClean="0"/>
              <a:t> </a:t>
            </a:r>
            <a:r>
              <a:rPr lang="en-US" sz="2000" dirty="0" err="1" smtClean="0"/>
              <a:t>merupakan</a:t>
            </a:r>
            <a:r>
              <a:rPr lang="en-US" sz="2000" dirty="0" smtClean="0"/>
              <a:t> </a:t>
            </a:r>
            <a:r>
              <a:rPr lang="en-US" sz="2000" dirty="0" err="1" smtClean="0"/>
              <a:t>alat</a:t>
            </a:r>
            <a:r>
              <a:rPr lang="en-US" sz="2000" dirty="0" smtClean="0"/>
              <a:t> </a:t>
            </a:r>
            <a:r>
              <a:rPr lang="en-US" sz="2000" dirty="0" err="1" smtClean="0"/>
              <a:t>reproduksi</a:t>
            </a:r>
            <a:r>
              <a:rPr lang="en-US" sz="2000" dirty="0" smtClean="0"/>
              <a:t> </a:t>
            </a:r>
            <a:r>
              <a:rPr lang="en-US" sz="2000" dirty="0" err="1" smtClean="0"/>
              <a:t>generatif</a:t>
            </a:r>
            <a:r>
              <a:rPr lang="en-US" sz="2000" dirty="0" smtClean="0"/>
              <a:t> </a:t>
            </a:r>
            <a:r>
              <a:rPr lang="en-US" sz="2000" dirty="0" err="1" smtClean="0"/>
              <a:t>pada</a:t>
            </a:r>
            <a:r>
              <a:rPr lang="en-US" sz="2000" dirty="0" smtClean="0"/>
              <a:t> </a:t>
            </a:r>
            <a:r>
              <a:rPr lang="en-US" sz="2000" dirty="0" err="1" smtClean="0"/>
              <a:t>tumbuhan</a:t>
            </a:r>
            <a:r>
              <a:rPr lang="en-US" sz="2000" dirty="0" smtClean="0"/>
              <a:t>. </a:t>
            </a:r>
            <a:r>
              <a:rPr lang="en-US" sz="2000" dirty="0" err="1" smtClean="0"/>
              <a:t>Bunga</a:t>
            </a:r>
            <a:r>
              <a:rPr lang="en-US" sz="2000" dirty="0" smtClean="0"/>
              <a:t> </a:t>
            </a:r>
            <a:r>
              <a:rPr lang="en-US" sz="2000" dirty="0" err="1" smtClean="0"/>
              <a:t>biasanya</a:t>
            </a:r>
            <a:r>
              <a:rPr lang="en-US" sz="2000" dirty="0" smtClean="0"/>
              <a:t> </a:t>
            </a:r>
            <a:r>
              <a:rPr lang="en-US" sz="2000" dirty="0" err="1" smtClean="0"/>
              <a:t>memiliki</a:t>
            </a:r>
            <a:r>
              <a:rPr lang="en-US" sz="2000" dirty="0" smtClean="0"/>
              <a:t> </a:t>
            </a:r>
            <a:r>
              <a:rPr lang="en-US" sz="2000" dirty="0" err="1" smtClean="0"/>
              <a:t>warna</a:t>
            </a:r>
            <a:r>
              <a:rPr lang="en-US" sz="2000" dirty="0" smtClean="0"/>
              <a:t> yang </a:t>
            </a:r>
            <a:r>
              <a:rPr lang="en-US" sz="2000" dirty="0" err="1" smtClean="0"/>
              <a:t>menarik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berfungsi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menarik</a:t>
            </a:r>
            <a:r>
              <a:rPr lang="en-US" sz="2000" dirty="0" smtClean="0"/>
              <a:t> </a:t>
            </a:r>
            <a:r>
              <a:rPr lang="en-US" sz="2000" dirty="0" err="1" smtClean="0"/>
              <a:t>serangga</a:t>
            </a:r>
            <a:r>
              <a:rPr lang="en-US" sz="2000" dirty="0" smtClean="0"/>
              <a:t> </a:t>
            </a:r>
            <a:r>
              <a:rPr lang="en-US" sz="2000" dirty="0" err="1" smtClean="0"/>
              <a:t>atau</a:t>
            </a:r>
            <a:r>
              <a:rPr lang="en-US" sz="2000" dirty="0" smtClean="0"/>
              <a:t> </a:t>
            </a:r>
            <a:r>
              <a:rPr lang="en-US" sz="2000" dirty="0" err="1" smtClean="0"/>
              <a:t>hewan</a:t>
            </a:r>
            <a:r>
              <a:rPr lang="en-US" sz="2000" dirty="0" smtClean="0"/>
              <a:t> lain yang </a:t>
            </a:r>
            <a:r>
              <a:rPr lang="en-US" sz="2000" dirty="0" err="1" smtClean="0"/>
              <a:t>dapat</a:t>
            </a:r>
            <a:r>
              <a:rPr lang="en-US" sz="2000" dirty="0" smtClean="0"/>
              <a:t> </a:t>
            </a:r>
            <a:r>
              <a:rPr lang="en-US" sz="2000" dirty="0" err="1" smtClean="0"/>
              <a:t>membantu</a:t>
            </a:r>
            <a:r>
              <a:rPr lang="en-US" sz="2000" dirty="0" smtClean="0"/>
              <a:t> proses </a:t>
            </a:r>
            <a:r>
              <a:rPr lang="en-US" sz="2000" dirty="0" err="1" smtClean="0"/>
              <a:t>penyerbukan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121911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5. </a:t>
            </a:r>
            <a:r>
              <a:rPr lang="en-US" dirty="0" err="1" smtClean="0"/>
              <a:t>Buah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biji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 err="1"/>
              <a:t>Biji</a:t>
            </a:r>
            <a:r>
              <a:rPr lang="en-US" sz="2000" dirty="0"/>
              <a:t> </a:t>
            </a:r>
            <a:r>
              <a:rPr lang="en-US" sz="2000" dirty="0" err="1"/>
              <a:t>merupakan</a:t>
            </a:r>
            <a:r>
              <a:rPr lang="en-US" sz="2000" dirty="0"/>
              <a:t> </a:t>
            </a:r>
            <a:r>
              <a:rPr lang="en-US" sz="2000" dirty="0" err="1"/>
              <a:t>calon</a:t>
            </a:r>
            <a:r>
              <a:rPr lang="en-US" sz="2000" dirty="0"/>
              <a:t> </a:t>
            </a:r>
            <a:r>
              <a:rPr lang="en-US" sz="2000" dirty="0" err="1"/>
              <a:t>organisme</a:t>
            </a:r>
            <a:r>
              <a:rPr lang="en-US" sz="2000" dirty="0"/>
              <a:t> </a:t>
            </a:r>
            <a:r>
              <a:rPr lang="en-US" sz="2000" dirty="0" err="1" smtClean="0"/>
              <a:t>baru</a:t>
            </a:r>
            <a:endParaRPr lang="en-US" sz="2000" dirty="0" smtClean="0"/>
          </a:p>
          <a:p>
            <a:r>
              <a:rPr lang="en-US" sz="2000" dirty="0" err="1" smtClean="0"/>
              <a:t>Berasal</a:t>
            </a:r>
            <a:r>
              <a:rPr lang="en-US" sz="2000" dirty="0" smtClean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bakal</a:t>
            </a:r>
            <a:r>
              <a:rPr lang="en-US" sz="2000" dirty="0"/>
              <a:t> </a:t>
            </a:r>
            <a:r>
              <a:rPr lang="en-US" sz="2000" dirty="0" err="1"/>
              <a:t>biji</a:t>
            </a:r>
            <a:r>
              <a:rPr lang="en-US" sz="2000" dirty="0"/>
              <a:t> di </a:t>
            </a:r>
            <a:r>
              <a:rPr lang="en-US" sz="2000" dirty="0" err="1"/>
              <a:t>dasar</a:t>
            </a:r>
            <a:r>
              <a:rPr lang="en-US" sz="2000" dirty="0"/>
              <a:t> </a:t>
            </a:r>
            <a:r>
              <a:rPr lang="en-US" sz="2000" dirty="0" err="1" smtClean="0"/>
              <a:t>putik</a:t>
            </a:r>
            <a:endParaRPr lang="en-US" sz="2000" dirty="0" smtClean="0"/>
          </a:p>
          <a:p>
            <a:r>
              <a:rPr lang="en-US" sz="2000" dirty="0" err="1" smtClean="0"/>
              <a:t>Buah</a:t>
            </a:r>
            <a:r>
              <a:rPr lang="en-US" sz="2000" dirty="0" smtClean="0"/>
              <a:t> </a:t>
            </a:r>
            <a:r>
              <a:rPr lang="en-US" sz="2000" dirty="0" err="1"/>
              <a:t>berfungsi</a:t>
            </a:r>
            <a:r>
              <a:rPr lang="en-US" sz="2000" dirty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menyimpan</a:t>
            </a:r>
            <a:r>
              <a:rPr lang="en-US" sz="2000" dirty="0" smtClean="0"/>
              <a:t> </a:t>
            </a:r>
            <a:r>
              <a:rPr lang="en-US" sz="2000" dirty="0" err="1"/>
              <a:t>cadangan</a:t>
            </a:r>
            <a:r>
              <a:rPr lang="en-US" sz="2000" dirty="0"/>
              <a:t> </a:t>
            </a:r>
            <a:r>
              <a:rPr lang="en-US" sz="2000" dirty="0" err="1"/>
              <a:t>makanan</a:t>
            </a:r>
            <a:r>
              <a:rPr lang="en-US" sz="2000" dirty="0"/>
              <a:t> </a:t>
            </a:r>
            <a:r>
              <a:rPr lang="en-US" sz="2000" dirty="0" err="1" smtClean="0"/>
              <a:t>kemudian</a:t>
            </a:r>
            <a:r>
              <a:rPr lang="en-US" sz="2000" dirty="0" smtClean="0"/>
              <a:t> </a:t>
            </a:r>
            <a:r>
              <a:rPr lang="en-US" sz="2000" dirty="0" err="1" smtClean="0"/>
              <a:t>agen</a:t>
            </a:r>
            <a:r>
              <a:rPr lang="en-US" sz="2000" dirty="0" smtClean="0"/>
              <a:t> </a:t>
            </a:r>
            <a:r>
              <a:rPr lang="en-US" sz="2000" dirty="0" err="1" smtClean="0"/>
              <a:t>penyebar</a:t>
            </a:r>
            <a:r>
              <a:rPr lang="en-US" sz="2000" dirty="0" smtClean="0"/>
              <a:t> </a:t>
            </a:r>
            <a:r>
              <a:rPr lang="en-US" sz="2000" dirty="0" err="1" smtClean="0"/>
              <a:t>luasan</a:t>
            </a:r>
            <a:r>
              <a:rPr lang="en-US" sz="2000" dirty="0" smtClean="0"/>
              <a:t> </a:t>
            </a:r>
            <a:r>
              <a:rPr lang="en-US" sz="2000" dirty="0" err="1"/>
              <a:t>biji</a:t>
            </a:r>
            <a:r>
              <a:rPr lang="en-US" sz="2000" dirty="0" smtClean="0"/>
              <a:t>.</a:t>
            </a:r>
          </a:p>
          <a:p>
            <a:endParaRPr lang="en-US" sz="2000" dirty="0">
              <a:effectLst/>
            </a:endParaRPr>
          </a:p>
          <a:p>
            <a:r>
              <a:rPr lang="en-US" sz="2000" dirty="0" err="1"/>
              <a:t>Berdasarkan</a:t>
            </a:r>
            <a:r>
              <a:rPr lang="en-US" sz="2000" dirty="0"/>
              <a:t> </a:t>
            </a:r>
            <a:r>
              <a:rPr lang="en-US" sz="2000" dirty="0" err="1" smtClean="0"/>
              <a:t>perkembangannya</a:t>
            </a:r>
            <a:r>
              <a:rPr lang="en-US" sz="2000" dirty="0"/>
              <a:t> </a:t>
            </a:r>
            <a:r>
              <a:rPr lang="en-US" sz="2000" dirty="0" err="1" smtClean="0"/>
              <a:t>buah</a:t>
            </a:r>
            <a:r>
              <a:rPr lang="en-US" sz="2000" dirty="0" smtClean="0"/>
              <a:t> </a:t>
            </a:r>
            <a:r>
              <a:rPr lang="en-US" sz="2000" dirty="0" err="1" smtClean="0"/>
              <a:t>dibedakan</a:t>
            </a:r>
            <a:r>
              <a:rPr lang="en-US" sz="2000" dirty="0" smtClean="0"/>
              <a:t> </a:t>
            </a:r>
            <a:r>
              <a:rPr lang="en-US" sz="2000" dirty="0" err="1" smtClean="0"/>
              <a:t>menjadi</a:t>
            </a:r>
            <a:r>
              <a:rPr lang="en-US" sz="2000" dirty="0" smtClean="0"/>
              <a:t> 3 </a:t>
            </a:r>
            <a:r>
              <a:rPr lang="en-US" sz="2000" dirty="0" err="1" smtClean="0"/>
              <a:t>jenis</a:t>
            </a:r>
            <a:r>
              <a:rPr lang="en-US" sz="2000" dirty="0" smtClean="0"/>
              <a:t> </a:t>
            </a:r>
            <a:r>
              <a:rPr lang="en-US" sz="2000" dirty="0" err="1" smtClean="0"/>
              <a:t>yaitu</a:t>
            </a:r>
            <a:r>
              <a:rPr lang="en-US" sz="2000" dirty="0" smtClean="0"/>
              <a:t>:</a:t>
            </a:r>
          </a:p>
          <a:p>
            <a:pPr>
              <a:buNone/>
            </a:pPr>
            <a:r>
              <a:rPr lang="en-US" sz="2000" dirty="0" smtClean="0"/>
              <a:t>	a. </a:t>
            </a:r>
            <a:r>
              <a:rPr lang="en-US" sz="2000" dirty="0" err="1" smtClean="0"/>
              <a:t>Buah</a:t>
            </a:r>
            <a:r>
              <a:rPr lang="en-US" sz="2000" dirty="0" smtClean="0"/>
              <a:t> Tunggal</a:t>
            </a:r>
          </a:p>
          <a:p>
            <a:pPr>
              <a:buNone/>
            </a:pPr>
            <a:r>
              <a:rPr lang="en-US" sz="2000" dirty="0"/>
              <a:t>	    * </a:t>
            </a:r>
            <a:r>
              <a:rPr lang="en-US" sz="2000" dirty="0" err="1"/>
              <a:t>dibentuk</a:t>
            </a:r>
            <a:r>
              <a:rPr lang="en-US" sz="2000" dirty="0"/>
              <a:t> </a:t>
            </a:r>
            <a:r>
              <a:rPr lang="en-US" sz="2000" dirty="0" err="1"/>
              <a:t>oleh</a:t>
            </a:r>
            <a:r>
              <a:rPr lang="en-US" sz="2000" dirty="0"/>
              <a:t> 1 </a:t>
            </a:r>
            <a:r>
              <a:rPr lang="en-US" sz="2000" dirty="0" err="1"/>
              <a:t>bakal</a:t>
            </a:r>
            <a:r>
              <a:rPr lang="en-US" sz="2000" dirty="0"/>
              <a:t> </a:t>
            </a:r>
            <a:r>
              <a:rPr lang="en-US" sz="2000" dirty="0" err="1"/>
              <a:t>buah</a:t>
            </a:r>
            <a:endParaRPr lang="en-US" sz="2000" dirty="0"/>
          </a:p>
          <a:p>
            <a:pPr>
              <a:buNone/>
            </a:pPr>
            <a:r>
              <a:rPr lang="en-US" sz="2000" dirty="0"/>
              <a:t>	    * </a:t>
            </a:r>
            <a:r>
              <a:rPr lang="en-US" sz="2000" dirty="0" err="1" smtClean="0"/>
              <a:t>contoh</a:t>
            </a:r>
            <a:r>
              <a:rPr lang="en-US" sz="2000" dirty="0" smtClean="0"/>
              <a:t>: </a:t>
            </a:r>
            <a:r>
              <a:rPr lang="en-US" sz="2000" dirty="0" err="1"/>
              <a:t>buah</a:t>
            </a:r>
            <a:r>
              <a:rPr lang="en-US" sz="2000" dirty="0"/>
              <a:t> </a:t>
            </a:r>
            <a:r>
              <a:rPr lang="en-US" sz="2000" dirty="0" err="1"/>
              <a:t>mangga</a:t>
            </a:r>
            <a:endParaRPr lang="en-US" sz="2000" dirty="0"/>
          </a:p>
          <a:p>
            <a:pPr>
              <a:buNone/>
            </a:pPr>
            <a:r>
              <a:rPr lang="en-US" sz="2000" dirty="0"/>
              <a:t>	b. </a:t>
            </a:r>
            <a:r>
              <a:rPr lang="en-US" sz="2000" dirty="0" err="1"/>
              <a:t>Buah</a:t>
            </a:r>
            <a:r>
              <a:rPr lang="en-US" sz="2000" dirty="0"/>
              <a:t> </a:t>
            </a:r>
            <a:r>
              <a:rPr lang="en-US" sz="2000" dirty="0" err="1"/>
              <a:t>Agregat</a:t>
            </a:r>
            <a:endParaRPr lang="en-US" sz="2000" dirty="0"/>
          </a:p>
          <a:p>
            <a:pPr>
              <a:buNone/>
            </a:pPr>
            <a:r>
              <a:rPr lang="en-US" sz="2000" dirty="0"/>
              <a:t>	    * </a:t>
            </a:r>
            <a:r>
              <a:rPr lang="en-US" sz="2000" dirty="0" err="1"/>
              <a:t>dibentuk</a:t>
            </a:r>
            <a:r>
              <a:rPr lang="en-US" sz="2000" dirty="0"/>
              <a:t> </a:t>
            </a:r>
            <a:r>
              <a:rPr lang="en-US" sz="2000" dirty="0" err="1"/>
              <a:t>oleh</a:t>
            </a:r>
            <a:r>
              <a:rPr lang="en-US" sz="2000" dirty="0"/>
              <a:t> </a:t>
            </a:r>
            <a:r>
              <a:rPr lang="en-US" sz="2000" dirty="0" err="1"/>
              <a:t>banyak</a:t>
            </a:r>
            <a:r>
              <a:rPr lang="en-US" sz="2000" dirty="0"/>
              <a:t> </a:t>
            </a:r>
            <a:r>
              <a:rPr lang="en-US" sz="2000" dirty="0" err="1"/>
              <a:t>bakal</a:t>
            </a:r>
            <a:r>
              <a:rPr lang="en-US" sz="2000" dirty="0"/>
              <a:t> </a:t>
            </a:r>
            <a:r>
              <a:rPr lang="en-US" sz="2000" dirty="0" err="1"/>
              <a:t>buah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1 </a:t>
            </a:r>
            <a:r>
              <a:rPr lang="en-US" sz="2000" dirty="0" err="1"/>
              <a:t>bunga</a:t>
            </a:r>
            <a:endParaRPr lang="en-US" sz="2000" dirty="0"/>
          </a:p>
          <a:p>
            <a:pPr>
              <a:buNone/>
            </a:pPr>
            <a:r>
              <a:rPr lang="en-US" sz="2000" dirty="0"/>
              <a:t>	    * </a:t>
            </a:r>
            <a:r>
              <a:rPr lang="en-US" sz="2000" dirty="0" err="1" smtClean="0"/>
              <a:t>contoh</a:t>
            </a:r>
            <a:r>
              <a:rPr lang="en-US" sz="2000" dirty="0" smtClean="0"/>
              <a:t>: </a:t>
            </a:r>
            <a:r>
              <a:rPr lang="en-US" sz="2000" dirty="0" err="1"/>
              <a:t>buah</a:t>
            </a:r>
            <a:r>
              <a:rPr lang="en-US" sz="2000" dirty="0"/>
              <a:t> </a:t>
            </a:r>
            <a:r>
              <a:rPr lang="en-US" sz="2000" dirty="0" err="1"/>
              <a:t>sirsak</a:t>
            </a:r>
            <a:r>
              <a:rPr lang="en-US" sz="2000" dirty="0"/>
              <a:t>, </a:t>
            </a:r>
            <a:r>
              <a:rPr lang="en-US" sz="2000" dirty="0" err="1" smtClean="0"/>
              <a:t>buah</a:t>
            </a:r>
            <a:r>
              <a:rPr lang="en-US" sz="2000" dirty="0" smtClean="0"/>
              <a:t> </a:t>
            </a:r>
            <a:r>
              <a:rPr lang="en-US" sz="2000" dirty="0" err="1"/>
              <a:t>srikaya</a:t>
            </a:r>
            <a:endParaRPr lang="en-US" sz="2000" dirty="0"/>
          </a:p>
          <a:p>
            <a:pPr>
              <a:buNone/>
            </a:pPr>
            <a:r>
              <a:rPr lang="en-US" sz="2000" dirty="0"/>
              <a:t>	c. </a:t>
            </a:r>
            <a:r>
              <a:rPr lang="en-US" sz="2000" dirty="0" err="1"/>
              <a:t>Buah</a:t>
            </a:r>
            <a:r>
              <a:rPr lang="en-US" sz="2000" dirty="0"/>
              <a:t> </a:t>
            </a:r>
            <a:r>
              <a:rPr lang="en-US" sz="2000" dirty="0" err="1"/>
              <a:t>Majemuk</a:t>
            </a:r>
            <a:r>
              <a:rPr lang="en-US" sz="2000" dirty="0"/>
              <a:t>/</a:t>
            </a:r>
            <a:r>
              <a:rPr lang="en-US" sz="2000" dirty="0" err="1"/>
              <a:t>ganda</a:t>
            </a:r>
            <a:endParaRPr lang="en-US" sz="2000" dirty="0"/>
          </a:p>
          <a:p>
            <a:pPr>
              <a:buNone/>
            </a:pPr>
            <a:r>
              <a:rPr lang="en-US" sz="2000" dirty="0"/>
              <a:t>	    * </a:t>
            </a:r>
            <a:r>
              <a:rPr lang="en-US" sz="2000" dirty="0" err="1"/>
              <a:t>dibentuk</a:t>
            </a:r>
            <a:r>
              <a:rPr lang="en-US" sz="2000" dirty="0"/>
              <a:t> </a:t>
            </a:r>
            <a:r>
              <a:rPr lang="en-US" sz="2000" dirty="0" err="1"/>
              <a:t>oleh</a:t>
            </a:r>
            <a:r>
              <a:rPr lang="en-US" sz="2000" dirty="0"/>
              <a:t> </a:t>
            </a:r>
            <a:r>
              <a:rPr lang="en-US" sz="2000" dirty="0" err="1"/>
              <a:t>banyak</a:t>
            </a:r>
            <a:r>
              <a:rPr lang="en-US" sz="2000" dirty="0"/>
              <a:t> </a:t>
            </a:r>
            <a:r>
              <a:rPr lang="en-US" sz="2000" dirty="0" err="1"/>
              <a:t>bakal</a:t>
            </a:r>
            <a:r>
              <a:rPr lang="en-US" sz="2000" dirty="0"/>
              <a:t> </a:t>
            </a:r>
            <a:r>
              <a:rPr lang="en-US" sz="2000" dirty="0" err="1"/>
              <a:t>buah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 smtClean="0"/>
              <a:t>banyak</a:t>
            </a:r>
            <a:r>
              <a:rPr lang="en-US" sz="2000" dirty="0" smtClean="0"/>
              <a:t> </a:t>
            </a:r>
            <a:r>
              <a:rPr lang="en-US" sz="2000" dirty="0" err="1" smtClean="0"/>
              <a:t>bunga</a:t>
            </a:r>
            <a:endParaRPr lang="en-US" sz="2000" dirty="0"/>
          </a:p>
          <a:p>
            <a:pPr>
              <a:buNone/>
            </a:pPr>
            <a:r>
              <a:rPr lang="en-US" sz="2000" dirty="0"/>
              <a:t>	    * </a:t>
            </a:r>
            <a:r>
              <a:rPr lang="en-US" sz="2000" dirty="0" err="1" smtClean="0"/>
              <a:t>contoh</a:t>
            </a:r>
            <a:r>
              <a:rPr lang="en-US" sz="2000" dirty="0" smtClean="0"/>
              <a:t>: </a:t>
            </a:r>
            <a:r>
              <a:rPr lang="en-US" sz="2000" dirty="0" err="1"/>
              <a:t>buah</a:t>
            </a:r>
            <a:r>
              <a:rPr lang="en-US" sz="2000" dirty="0"/>
              <a:t> </a:t>
            </a:r>
            <a:r>
              <a:rPr lang="en-US" sz="2000" dirty="0" smtClean="0"/>
              <a:t>nanas</a:t>
            </a:r>
            <a:r>
              <a:rPr lang="en-US" sz="2000" dirty="0"/>
              <a:t>, </a:t>
            </a:r>
            <a:r>
              <a:rPr lang="en-US" sz="2000" dirty="0" err="1" smtClean="0"/>
              <a:t>buah</a:t>
            </a:r>
            <a:r>
              <a:rPr lang="en-US" sz="2000" dirty="0" smtClean="0"/>
              <a:t> </a:t>
            </a:r>
            <a:r>
              <a:rPr lang="en-US" sz="2000" dirty="0" err="1"/>
              <a:t>nangka</a:t>
            </a:r>
            <a:endParaRPr lang="en-US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547872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B. </a:t>
            </a:r>
            <a:r>
              <a:rPr lang="en-US" sz="2800" dirty="0" err="1" smtClean="0"/>
              <a:t>Perolehan</a:t>
            </a:r>
            <a:r>
              <a:rPr lang="en-US" sz="2800" dirty="0" smtClean="0"/>
              <a:t> </a:t>
            </a:r>
            <a:r>
              <a:rPr lang="en-US" sz="2800" dirty="0" err="1" smtClean="0"/>
              <a:t>Nutrisi</a:t>
            </a:r>
            <a:r>
              <a:rPr lang="en-US" sz="2800" dirty="0" smtClean="0"/>
              <a:t> </a:t>
            </a:r>
            <a:r>
              <a:rPr lang="en-US" sz="2800" dirty="0" err="1" smtClean="0"/>
              <a:t>dan</a:t>
            </a:r>
            <a:r>
              <a:rPr lang="en-US" sz="2800" dirty="0" smtClean="0"/>
              <a:t> </a:t>
            </a:r>
            <a:r>
              <a:rPr lang="en-US" sz="2800" dirty="0" err="1" smtClean="0"/>
              <a:t>Transformasi</a:t>
            </a:r>
            <a:r>
              <a:rPr lang="en-US" sz="2800" dirty="0" smtClean="0"/>
              <a:t> </a:t>
            </a:r>
            <a:r>
              <a:rPr lang="en-US" sz="2800" dirty="0" err="1" smtClean="0"/>
              <a:t>Energi</a:t>
            </a:r>
            <a:r>
              <a:rPr lang="en-US" sz="2800" dirty="0" smtClean="0"/>
              <a:t> </a:t>
            </a:r>
            <a:r>
              <a:rPr lang="en-US" sz="2800" dirty="0" err="1" smtClean="0"/>
              <a:t>pada</a:t>
            </a:r>
            <a:r>
              <a:rPr lang="en-US" sz="2800" dirty="0" smtClean="0"/>
              <a:t> </a:t>
            </a:r>
            <a:br>
              <a:rPr lang="en-US" sz="2800" dirty="0" smtClean="0"/>
            </a:br>
            <a:r>
              <a:rPr lang="en-US" sz="2800" dirty="0"/>
              <a:t> </a:t>
            </a:r>
            <a:r>
              <a:rPr lang="en-US" sz="2800" dirty="0" smtClean="0"/>
              <a:t>    </a:t>
            </a:r>
            <a:r>
              <a:rPr lang="en-US" sz="2800" dirty="0" err="1" smtClean="0"/>
              <a:t>Tumbuhan</a:t>
            </a:r>
            <a:r>
              <a:rPr lang="en-US" sz="2800" dirty="0" smtClean="0"/>
              <a:t> </a:t>
            </a:r>
            <a:r>
              <a:rPr lang="en-US" sz="2800" dirty="0" err="1" smtClean="0"/>
              <a:t>Hijau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 smtClean="0"/>
              <a:t>1. </a:t>
            </a:r>
            <a:r>
              <a:rPr lang="en-US" sz="2000" dirty="0" err="1" smtClean="0"/>
              <a:t>Penyerapan</a:t>
            </a:r>
            <a:r>
              <a:rPr lang="en-US" sz="2000" dirty="0" smtClean="0"/>
              <a:t> Air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Unsur</a:t>
            </a:r>
            <a:r>
              <a:rPr lang="en-US" sz="2000" dirty="0" smtClean="0"/>
              <a:t> Hara</a:t>
            </a:r>
          </a:p>
          <a:p>
            <a:pPr algn="just"/>
            <a:r>
              <a:rPr lang="en-US" sz="2000" dirty="0" err="1"/>
              <a:t>Tumbuhan</a:t>
            </a:r>
            <a:r>
              <a:rPr lang="en-US" sz="2000" dirty="0"/>
              <a:t> </a:t>
            </a:r>
            <a:r>
              <a:rPr lang="en-US" sz="2000" dirty="0" err="1"/>
              <a:t>menyerap</a:t>
            </a:r>
            <a:r>
              <a:rPr lang="en-US" sz="2000" dirty="0"/>
              <a:t> </a:t>
            </a:r>
            <a:r>
              <a:rPr lang="en-US" sz="2000" dirty="0" err="1"/>
              <a:t>unsur</a:t>
            </a:r>
            <a:r>
              <a:rPr lang="en-US" sz="2000" dirty="0"/>
              <a:t> </a:t>
            </a:r>
            <a:r>
              <a:rPr lang="en-US" sz="2000" dirty="0" err="1"/>
              <a:t>hara</a:t>
            </a:r>
            <a:r>
              <a:rPr lang="en-US" sz="2000" dirty="0"/>
              <a:t> </a:t>
            </a:r>
            <a:r>
              <a:rPr lang="en-US" sz="2000" dirty="0" err="1"/>
              <a:t>melalui</a:t>
            </a:r>
            <a:r>
              <a:rPr lang="en-US" sz="2000" dirty="0"/>
              <a:t> </a:t>
            </a:r>
            <a:r>
              <a:rPr lang="en-US" sz="2000" dirty="0" err="1"/>
              <a:t>rambut-rambut</a:t>
            </a:r>
            <a:r>
              <a:rPr lang="en-US" sz="2000" dirty="0"/>
              <a:t> </a:t>
            </a:r>
            <a:r>
              <a:rPr lang="en-US" sz="2000" dirty="0" err="1" smtClean="0"/>
              <a:t>akar</a:t>
            </a:r>
            <a:endParaRPr lang="en-US" sz="2000" dirty="0" smtClean="0"/>
          </a:p>
          <a:p>
            <a:pPr algn="just"/>
            <a:r>
              <a:rPr lang="en-US" sz="2000" dirty="0" err="1" smtClean="0"/>
              <a:t>Fungsi</a:t>
            </a:r>
            <a:r>
              <a:rPr lang="en-US" sz="2000" dirty="0" smtClean="0"/>
              <a:t> </a:t>
            </a:r>
            <a:r>
              <a:rPr lang="en-US" sz="2000" dirty="0" err="1"/>
              <a:t>rambut</a:t>
            </a:r>
            <a:r>
              <a:rPr lang="en-US" sz="2000" dirty="0"/>
              <a:t> </a:t>
            </a:r>
            <a:r>
              <a:rPr lang="en-US" sz="2000" dirty="0" err="1"/>
              <a:t>akar</a:t>
            </a:r>
            <a:r>
              <a:rPr lang="en-US" sz="2000" dirty="0"/>
              <a:t> : </a:t>
            </a:r>
            <a:r>
              <a:rPr lang="en-US" sz="2000" dirty="0" err="1"/>
              <a:t>memperluas</a:t>
            </a:r>
            <a:r>
              <a:rPr lang="en-US" sz="2000" dirty="0"/>
              <a:t> </a:t>
            </a:r>
            <a:r>
              <a:rPr lang="en-US" sz="2000" dirty="0" err="1"/>
              <a:t>bidang</a:t>
            </a:r>
            <a:r>
              <a:rPr lang="en-US" sz="2000" dirty="0"/>
              <a:t> </a:t>
            </a:r>
            <a:r>
              <a:rPr lang="en-US" sz="2000" dirty="0" err="1"/>
              <a:t>penyerapan</a:t>
            </a:r>
            <a:r>
              <a:rPr lang="en-US" sz="2000" dirty="0"/>
              <a:t> air </a:t>
            </a:r>
            <a:r>
              <a:rPr lang="en-US" sz="2000" dirty="0" err="1"/>
              <a:t>dan</a:t>
            </a:r>
            <a:r>
              <a:rPr lang="en-US" sz="2000" dirty="0"/>
              <a:t> mineral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tanah</a:t>
            </a:r>
            <a:r>
              <a:rPr lang="en-US" sz="2000" dirty="0"/>
              <a:t> </a:t>
            </a:r>
          </a:p>
          <a:p>
            <a:pPr algn="just"/>
            <a:r>
              <a:rPr lang="en-US" sz="2000" dirty="0" smtClean="0"/>
              <a:t>Air </a:t>
            </a:r>
            <a:r>
              <a:rPr lang="en-US" sz="2000" dirty="0" err="1"/>
              <a:t>masuk</a:t>
            </a:r>
            <a:r>
              <a:rPr lang="en-US" sz="2000" dirty="0"/>
              <a:t> </a:t>
            </a:r>
            <a:r>
              <a:rPr lang="en-US" sz="2000" dirty="0" err="1"/>
              <a:t>melalui</a:t>
            </a:r>
            <a:r>
              <a:rPr lang="en-US" sz="2000" dirty="0"/>
              <a:t> </a:t>
            </a:r>
            <a:r>
              <a:rPr lang="en-US" sz="2000" dirty="0" smtClean="0"/>
              <a:t>OSMOSIS</a:t>
            </a:r>
          </a:p>
          <a:p>
            <a:pPr marL="0" indent="0" algn="just">
              <a:buNone/>
            </a:pPr>
            <a:endParaRPr lang="en-US" sz="2000" dirty="0" smtClean="0"/>
          </a:p>
          <a:p>
            <a:pPr algn="just"/>
            <a:r>
              <a:rPr lang="en-US" sz="2000" dirty="0" err="1"/>
              <a:t>Tiga</a:t>
            </a:r>
            <a:r>
              <a:rPr lang="en-US" sz="2000" dirty="0"/>
              <a:t> </a:t>
            </a:r>
            <a:r>
              <a:rPr lang="en-US" sz="2000" dirty="0" err="1"/>
              <a:t>Faktor</a:t>
            </a:r>
            <a:r>
              <a:rPr lang="en-US" sz="2000" dirty="0"/>
              <a:t> </a:t>
            </a:r>
            <a:r>
              <a:rPr lang="en-US" sz="2000" dirty="0" err="1"/>
              <a:t>Penyerapan</a:t>
            </a:r>
            <a:r>
              <a:rPr lang="en-US" sz="2000" dirty="0"/>
              <a:t> </a:t>
            </a:r>
            <a:r>
              <a:rPr lang="en-US" sz="2000" dirty="0" err="1"/>
              <a:t>Unsur</a:t>
            </a:r>
            <a:r>
              <a:rPr lang="en-US" sz="2000" dirty="0"/>
              <a:t> </a:t>
            </a:r>
            <a:r>
              <a:rPr lang="en-US" sz="2000" dirty="0" smtClean="0"/>
              <a:t>Hara</a:t>
            </a:r>
          </a:p>
          <a:p>
            <a:pPr marL="457200" indent="-457200" algn="just">
              <a:buFont typeface="+mj-lt"/>
              <a:buAutoNum type="alphaLcParenR"/>
            </a:pPr>
            <a:r>
              <a:rPr lang="en-US" sz="2000" dirty="0" err="1" smtClean="0"/>
              <a:t>Tekanan</a:t>
            </a:r>
            <a:r>
              <a:rPr lang="en-US" sz="2000" dirty="0" smtClean="0"/>
              <a:t> </a:t>
            </a:r>
            <a:r>
              <a:rPr lang="en-US" sz="2000" dirty="0" err="1"/>
              <a:t>Akar</a:t>
            </a:r>
            <a:r>
              <a:rPr lang="en-US" sz="2000" dirty="0"/>
              <a:t> </a:t>
            </a:r>
            <a:endParaRPr lang="en-US" sz="2000" dirty="0" smtClean="0"/>
          </a:p>
          <a:p>
            <a:pPr marL="457200" indent="-457200" algn="just">
              <a:buFont typeface="+mj-lt"/>
              <a:buAutoNum type="alphaLcParenR"/>
            </a:pPr>
            <a:r>
              <a:rPr lang="en-US" sz="2000" dirty="0" err="1" smtClean="0"/>
              <a:t>Kapilaritas</a:t>
            </a:r>
            <a:r>
              <a:rPr lang="en-US" sz="2000" dirty="0" smtClean="0"/>
              <a:t> </a:t>
            </a:r>
            <a:r>
              <a:rPr lang="en-US" sz="2000" dirty="0" err="1"/>
              <a:t>Pembuluh</a:t>
            </a:r>
            <a:r>
              <a:rPr lang="en-US" sz="2000" dirty="0"/>
              <a:t> </a:t>
            </a:r>
            <a:r>
              <a:rPr lang="en-US" sz="2000" dirty="0" err="1" smtClean="0"/>
              <a:t>Kayu</a:t>
            </a:r>
            <a:endParaRPr lang="en-US" sz="2000" dirty="0" smtClean="0"/>
          </a:p>
          <a:p>
            <a:pPr marL="457200" indent="-457200" algn="just">
              <a:buFont typeface="+mj-lt"/>
              <a:buAutoNum type="alphaLcParenR"/>
            </a:pPr>
            <a:r>
              <a:rPr lang="en-US" sz="2000" dirty="0" err="1" smtClean="0"/>
              <a:t>Daya</a:t>
            </a:r>
            <a:r>
              <a:rPr lang="en-US" sz="2000" dirty="0" smtClean="0"/>
              <a:t> </a:t>
            </a:r>
            <a:r>
              <a:rPr lang="en-US" sz="2000" dirty="0" err="1"/>
              <a:t>Isap</a:t>
            </a:r>
            <a:r>
              <a:rPr lang="en-US" sz="2000" dirty="0"/>
              <a:t> </a:t>
            </a:r>
            <a:r>
              <a:rPr lang="en-US" sz="2000" dirty="0" err="1"/>
              <a:t>Daun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697631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/>
          <a:lstStyle/>
          <a:p>
            <a:r>
              <a:rPr lang="en-US" dirty="0" smtClean="0"/>
              <a:t>a) </a:t>
            </a:r>
            <a:r>
              <a:rPr lang="en-US" dirty="0" err="1" smtClean="0"/>
              <a:t>Tekanan</a:t>
            </a:r>
            <a:r>
              <a:rPr lang="en-US" dirty="0" smtClean="0"/>
              <a:t> </a:t>
            </a:r>
            <a:r>
              <a:rPr lang="en-US" dirty="0" err="1" smtClean="0"/>
              <a:t>Akar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Air </a:t>
            </a:r>
            <a:r>
              <a:rPr lang="en-US" sz="2000" dirty="0" err="1"/>
              <a:t>tanah</a:t>
            </a:r>
            <a:r>
              <a:rPr lang="en-US" sz="2000" dirty="0"/>
              <a:t> </a:t>
            </a:r>
            <a:r>
              <a:rPr lang="en-US" sz="2000" dirty="0" err="1"/>
              <a:t>masuk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akar</a:t>
            </a:r>
            <a:r>
              <a:rPr lang="en-US" sz="2000" dirty="0"/>
              <a:t> </a:t>
            </a:r>
            <a:r>
              <a:rPr lang="en-US" sz="2000" dirty="0" err="1"/>
              <a:t>melalui</a:t>
            </a:r>
            <a:r>
              <a:rPr lang="en-US" sz="2000" dirty="0"/>
              <a:t> </a:t>
            </a:r>
            <a:r>
              <a:rPr lang="en-US" sz="2000" dirty="0" smtClean="0"/>
              <a:t>osmosis</a:t>
            </a:r>
          </a:p>
          <a:p>
            <a:pPr algn="just"/>
            <a:r>
              <a:rPr lang="en-US" sz="2000" dirty="0" err="1" smtClean="0"/>
              <a:t>Pergerakan</a:t>
            </a:r>
            <a:r>
              <a:rPr lang="en-US" sz="2000" dirty="0" smtClean="0"/>
              <a:t> </a:t>
            </a:r>
            <a:r>
              <a:rPr lang="en-US" sz="2000" dirty="0"/>
              <a:t>air yang </a:t>
            </a:r>
            <a:r>
              <a:rPr lang="en-US" sz="2000" dirty="0" err="1"/>
              <a:t>baru</a:t>
            </a:r>
            <a:r>
              <a:rPr lang="en-US" sz="2000" dirty="0"/>
              <a:t> </a:t>
            </a:r>
            <a:r>
              <a:rPr lang="en-US" sz="2000" dirty="0" err="1"/>
              <a:t>masuk</a:t>
            </a:r>
            <a:r>
              <a:rPr lang="en-US" sz="2000" dirty="0"/>
              <a:t>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mendorong</a:t>
            </a:r>
            <a:r>
              <a:rPr lang="en-US" sz="2000" dirty="0"/>
              <a:t> air yang </a:t>
            </a:r>
            <a:r>
              <a:rPr lang="en-US" sz="2000" dirty="0" err="1" smtClean="0"/>
              <a:t>masuk</a:t>
            </a:r>
            <a:r>
              <a:rPr lang="en-US" sz="2000" dirty="0" smtClean="0"/>
              <a:t> </a:t>
            </a:r>
            <a:r>
              <a:rPr lang="en-US" sz="2000" dirty="0" err="1" smtClean="0"/>
              <a:t>sebelumnya</a:t>
            </a:r>
            <a:endParaRPr lang="en-US" sz="2000" dirty="0" smtClean="0"/>
          </a:p>
          <a:p>
            <a:pPr algn="just"/>
            <a:r>
              <a:rPr lang="en-US" sz="2000" dirty="0" smtClean="0"/>
              <a:t>Air </a:t>
            </a:r>
            <a:r>
              <a:rPr lang="en-US" sz="2000" dirty="0"/>
              <a:t>yang </a:t>
            </a:r>
            <a:r>
              <a:rPr lang="en-US" sz="2000" dirty="0" err="1"/>
              <a:t>masuk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dirty="0" err="1"/>
              <a:t>pembuluh</a:t>
            </a:r>
            <a:r>
              <a:rPr lang="en-US" sz="2000" dirty="0"/>
              <a:t> </a:t>
            </a:r>
            <a:r>
              <a:rPr lang="en-US" sz="2000" dirty="0" err="1"/>
              <a:t>kayu</a:t>
            </a:r>
            <a:r>
              <a:rPr lang="en-US" sz="2000" dirty="0"/>
              <a:t> di </a:t>
            </a:r>
            <a:r>
              <a:rPr lang="en-US" sz="2000" dirty="0" err="1"/>
              <a:t>akar</a:t>
            </a:r>
            <a:r>
              <a:rPr lang="en-US" sz="2000" dirty="0"/>
              <a:t> </a:t>
            </a:r>
            <a:r>
              <a:rPr lang="en-US" sz="2000" dirty="0" err="1"/>
              <a:t>mendorong</a:t>
            </a:r>
            <a:r>
              <a:rPr lang="en-US" sz="2000" dirty="0"/>
              <a:t> air </a:t>
            </a:r>
            <a:r>
              <a:rPr lang="en-US" sz="2000" dirty="0" err="1" smtClean="0"/>
              <a:t>sebelumnya</a:t>
            </a:r>
            <a:r>
              <a:rPr lang="en-US" sz="2000" dirty="0" smtClean="0"/>
              <a:t> </a:t>
            </a:r>
            <a:r>
              <a:rPr lang="en-US" sz="2000" dirty="0" err="1"/>
              <a:t>masuk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dirty="0" err="1"/>
              <a:t>pembuluh</a:t>
            </a:r>
            <a:r>
              <a:rPr lang="en-US" sz="2000" dirty="0"/>
              <a:t> </a:t>
            </a:r>
            <a:r>
              <a:rPr lang="en-US" sz="2000" dirty="0" err="1"/>
              <a:t>kayu</a:t>
            </a:r>
            <a:r>
              <a:rPr lang="en-US" sz="2000" dirty="0"/>
              <a:t> di </a:t>
            </a:r>
            <a:r>
              <a:rPr lang="en-US" sz="2000" dirty="0" err="1"/>
              <a:t>batang</a:t>
            </a:r>
            <a:r>
              <a:rPr lang="en-US" sz="2000" dirty="0"/>
              <a:t> </a:t>
            </a:r>
            <a:endParaRPr lang="en-US" sz="2000" dirty="0" smtClean="0"/>
          </a:p>
          <a:p>
            <a:pPr algn="just"/>
            <a:r>
              <a:rPr lang="en-US" sz="2000" dirty="0" err="1" smtClean="0"/>
              <a:t>Contoh</a:t>
            </a:r>
            <a:r>
              <a:rPr lang="en-US" sz="2000" dirty="0" smtClean="0"/>
              <a:t> </a:t>
            </a:r>
            <a:r>
              <a:rPr lang="en-US" sz="2000" dirty="0" err="1"/>
              <a:t>pada</a:t>
            </a:r>
            <a:r>
              <a:rPr lang="en-US" sz="2000" dirty="0"/>
              <a:t> </a:t>
            </a:r>
            <a:r>
              <a:rPr lang="en-US" sz="2000" dirty="0" err="1"/>
              <a:t>pagi</a:t>
            </a:r>
            <a:r>
              <a:rPr lang="en-US" sz="2000" dirty="0"/>
              <a:t> </a:t>
            </a:r>
            <a:r>
              <a:rPr lang="en-US" sz="2000" dirty="0" err="1"/>
              <a:t>hari</a:t>
            </a:r>
            <a:r>
              <a:rPr lang="en-US" sz="2000" dirty="0"/>
              <a:t>, </a:t>
            </a:r>
            <a:r>
              <a:rPr lang="en-US" sz="2000" dirty="0" err="1"/>
              <a:t>kita</a:t>
            </a:r>
            <a:r>
              <a:rPr lang="en-US" sz="2000" dirty="0"/>
              <a:t> </a:t>
            </a:r>
            <a:r>
              <a:rPr lang="en-US" sz="2000" dirty="0" err="1"/>
              <a:t>temukan</a:t>
            </a:r>
            <a:r>
              <a:rPr lang="en-US" sz="2000" dirty="0"/>
              <a:t> air </a:t>
            </a:r>
            <a:r>
              <a:rPr lang="en-US" sz="2000" dirty="0" err="1"/>
              <a:t>keluar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daun</a:t>
            </a:r>
            <a:r>
              <a:rPr lang="en-US" sz="2000" dirty="0"/>
              <a:t>. </a:t>
            </a:r>
            <a:r>
              <a:rPr lang="en-US" sz="2000" dirty="0" err="1" smtClean="0"/>
              <a:t>Pengeluaran</a:t>
            </a:r>
            <a:r>
              <a:rPr lang="en-US" sz="2000" dirty="0" smtClean="0"/>
              <a:t>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karena</a:t>
            </a:r>
            <a:r>
              <a:rPr lang="en-US" sz="2000" dirty="0"/>
              <a:t> air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tanah</a:t>
            </a:r>
            <a:r>
              <a:rPr lang="en-US" sz="2000" dirty="0"/>
              <a:t> </a:t>
            </a:r>
            <a:r>
              <a:rPr lang="en-US" sz="2000" dirty="0" err="1"/>
              <a:t>jenuh</a:t>
            </a:r>
            <a:r>
              <a:rPr lang="en-US" sz="2000" dirty="0"/>
              <a:t> (</a:t>
            </a:r>
            <a:r>
              <a:rPr lang="en-US" sz="2000" dirty="0" err="1"/>
              <a:t>banyak</a:t>
            </a:r>
            <a:r>
              <a:rPr lang="en-US" sz="2000" dirty="0"/>
              <a:t>) </a:t>
            </a:r>
            <a:r>
              <a:rPr lang="en-US" sz="2000" dirty="0" err="1" smtClean="0"/>
              <a:t>sedangkan</a:t>
            </a:r>
            <a:r>
              <a:rPr lang="en-US" sz="2000" dirty="0" smtClean="0"/>
              <a:t> </a:t>
            </a:r>
            <a:r>
              <a:rPr lang="en-US" sz="2000" dirty="0" err="1"/>
              <a:t>pengeluaran</a:t>
            </a:r>
            <a:r>
              <a:rPr lang="en-US" sz="2000" dirty="0"/>
              <a:t> air/</a:t>
            </a:r>
            <a:r>
              <a:rPr lang="en-US" sz="2000" dirty="0" err="1"/>
              <a:t>penguapan</a:t>
            </a:r>
            <a:r>
              <a:rPr lang="en-US" sz="2000" dirty="0"/>
              <a:t> (</a:t>
            </a:r>
            <a:r>
              <a:rPr lang="en-US" sz="2000" dirty="0" err="1"/>
              <a:t>evaporasi</a:t>
            </a:r>
            <a:r>
              <a:rPr lang="en-US" sz="2000" dirty="0"/>
              <a:t>) </a:t>
            </a:r>
            <a:r>
              <a:rPr lang="en-US" sz="2000" dirty="0" err="1"/>
              <a:t>melalui</a:t>
            </a:r>
            <a:r>
              <a:rPr lang="en-US" sz="2000" dirty="0"/>
              <a:t> </a:t>
            </a:r>
            <a:r>
              <a:rPr lang="en-US" sz="2000" dirty="0" err="1" smtClean="0"/>
              <a:t>daun</a:t>
            </a:r>
            <a:r>
              <a:rPr lang="en-US" sz="2000" dirty="0" smtClean="0"/>
              <a:t> </a:t>
            </a:r>
            <a:r>
              <a:rPr lang="en-US" sz="2000" dirty="0" err="1"/>
              <a:t>sedikit</a:t>
            </a:r>
            <a:r>
              <a:rPr lang="en-US" sz="2000" dirty="0"/>
              <a:t> </a:t>
            </a:r>
            <a:endParaRPr lang="en-US" sz="2000" dirty="0" smtClean="0"/>
          </a:p>
          <a:p>
            <a:pPr algn="just"/>
            <a:r>
              <a:rPr lang="en-US" sz="2000" dirty="0" err="1" smtClean="0"/>
              <a:t>Contoh</a:t>
            </a:r>
            <a:r>
              <a:rPr lang="en-US" sz="2000" dirty="0" smtClean="0"/>
              <a:t> </a:t>
            </a:r>
            <a:r>
              <a:rPr lang="en-US" sz="2000" dirty="0"/>
              <a:t>lain </a:t>
            </a:r>
            <a:r>
              <a:rPr lang="en-US" sz="2000" dirty="0" err="1"/>
              <a:t>peristiwa</a:t>
            </a:r>
            <a:r>
              <a:rPr lang="en-US" sz="2000" dirty="0"/>
              <a:t> </a:t>
            </a:r>
            <a:r>
              <a:rPr lang="en-US" sz="2000" dirty="0" err="1"/>
              <a:t>gutasi</a:t>
            </a:r>
            <a:r>
              <a:rPr lang="en-US" sz="2000" dirty="0"/>
              <a:t>: </a:t>
            </a:r>
            <a:r>
              <a:rPr lang="en-US" sz="2000" dirty="0" err="1"/>
              <a:t>batang</a:t>
            </a:r>
            <a:r>
              <a:rPr lang="en-US" sz="2000" dirty="0"/>
              <a:t> </a:t>
            </a:r>
            <a:r>
              <a:rPr lang="en-US" sz="2000" dirty="0" err="1"/>
              <a:t>pisang</a:t>
            </a:r>
            <a:r>
              <a:rPr lang="en-US" sz="2000" dirty="0"/>
              <a:t> </a:t>
            </a:r>
            <a:r>
              <a:rPr lang="en-US" sz="2000" dirty="0" smtClean="0"/>
              <a:t>yang </a:t>
            </a:r>
            <a:r>
              <a:rPr lang="en-US" sz="2000" dirty="0" err="1"/>
              <a:t>terpotong</a:t>
            </a:r>
            <a:r>
              <a:rPr lang="en-US" sz="2000" dirty="0"/>
              <a:t> </a:t>
            </a:r>
            <a:r>
              <a:rPr lang="en-US" sz="2000" dirty="0" err="1" smtClean="0"/>
              <a:t>masih</a:t>
            </a:r>
            <a:r>
              <a:rPr lang="en-US" sz="2000" dirty="0" smtClean="0"/>
              <a:t> </a:t>
            </a:r>
            <a:r>
              <a:rPr lang="en-US" sz="2000" dirty="0" err="1"/>
              <a:t>mengeluarkan</a:t>
            </a:r>
            <a:r>
              <a:rPr lang="en-US" sz="2000" dirty="0"/>
              <a:t> air </a:t>
            </a:r>
            <a:r>
              <a:rPr lang="en-US" sz="2000" dirty="0" err="1"/>
              <a:t>sehingga</a:t>
            </a:r>
            <a:r>
              <a:rPr lang="en-US" sz="2000" dirty="0"/>
              <a:t> </a:t>
            </a:r>
            <a:r>
              <a:rPr lang="en-US" sz="2000" dirty="0" err="1"/>
              <a:t>sedikit</a:t>
            </a:r>
            <a:r>
              <a:rPr lang="en-US" sz="2000" dirty="0"/>
              <a:t> </a:t>
            </a:r>
            <a:r>
              <a:rPr lang="en-US" sz="2000" dirty="0" err="1" smtClean="0"/>
              <a:t>menggenangi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520133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/>
          <a:lstStyle/>
          <a:p>
            <a:r>
              <a:rPr lang="en-US" dirty="0"/>
              <a:t>b</a:t>
            </a:r>
            <a:r>
              <a:rPr lang="en-US" dirty="0" smtClean="0"/>
              <a:t>) </a:t>
            </a:r>
            <a:r>
              <a:rPr lang="en-US" dirty="0" err="1" smtClean="0"/>
              <a:t>Kapilaritas</a:t>
            </a:r>
            <a:r>
              <a:rPr lang="en-US" dirty="0" smtClean="0"/>
              <a:t> </a:t>
            </a:r>
            <a:r>
              <a:rPr lang="en-US" dirty="0" err="1" smtClean="0"/>
              <a:t>Pembuluh</a:t>
            </a:r>
            <a:r>
              <a:rPr lang="en-US" dirty="0" smtClean="0"/>
              <a:t> </a:t>
            </a:r>
            <a:r>
              <a:rPr lang="en-US" dirty="0" err="1" smtClean="0"/>
              <a:t>Kayu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/>
          </a:bodyPr>
          <a:lstStyle/>
          <a:p>
            <a:pPr algn="just"/>
            <a:r>
              <a:rPr lang="en-US" sz="2000" dirty="0" err="1"/>
              <a:t>Kapilaritas</a:t>
            </a:r>
            <a:r>
              <a:rPr lang="en-US" sz="2000" dirty="0"/>
              <a:t> </a:t>
            </a:r>
            <a:r>
              <a:rPr lang="en-US" sz="2000" dirty="0" err="1"/>
              <a:t>adalah</a:t>
            </a:r>
            <a:r>
              <a:rPr lang="en-US" sz="2000" dirty="0"/>
              <a:t>: </a:t>
            </a:r>
            <a:r>
              <a:rPr lang="en-US" sz="2000" dirty="0" err="1"/>
              <a:t>naiknya</a:t>
            </a:r>
            <a:r>
              <a:rPr lang="en-US" sz="2000" dirty="0"/>
              <a:t> </a:t>
            </a:r>
            <a:r>
              <a:rPr lang="en-US" sz="2000" dirty="0" err="1"/>
              <a:t>permukaan</a:t>
            </a:r>
            <a:r>
              <a:rPr lang="en-US" sz="2000" dirty="0"/>
              <a:t> air </a:t>
            </a:r>
            <a:r>
              <a:rPr lang="en-US" sz="2000" dirty="0" err="1"/>
              <a:t>melalui</a:t>
            </a:r>
            <a:r>
              <a:rPr lang="en-US" sz="2000" dirty="0"/>
              <a:t> </a:t>
            </a:r>
            <a:r>
              <a:rPr lang="en-US" sz="2000" dirty="0" err="1"/>
              <a:t>pipa</a:t>
            </a:r>
            <a:r>
              <a:rPr lang="en-US" sz="2000" dirty="0"/>
              <a:t> yang </a:t>
            </a:r>
            <a:r>
              <a:rPr lang="en-US" sz="2000" dirty="0" err="1"/>
              <a:t>sempit</a:t>
            </a:r>
            <a:r>
              <a:rPr lang="en-US" sz="2000" dirty="0"/>
              <a:t> </a:t>
            </a:r>
            <a:r>
              <a:rPr lang="en-US" sz="2000" dirty="0" smtClean="0"/>
              <a:t>(</a:t>
            </a:r>
            <a:r>
              <a:rPr lang="en-US" sz="2000" dirty="0" err="1"/>
              <a:t>pipa</a:t>
            </a:r>
            <a:r>
              <a:rPr lang="en-US" sz="2000" dirty="0"/>
              <a:t> </a:t>
            </a:r>
            <a:r>
              <a:rPr lang="en-US" sz="2000" dirty="0" err="1" smtClean="0"/>
              <a:t>kapiler</a:t>
            </a:r>
            <a:r>
              <a:rPr lang="en-US" sz="2000" dirty="0" smtClean="0"/>
              <a:t>)</a:t>
            </a:r>
          </a:p>
          <a:p>
            <a:pPr algn="just"/>
            <a:r>
              <a:rPr lang="en-US" sz="2000" dirty="0" smtClean="0"/>
              <a:t>Makin </a:t>
            </a:r>
            <a:r>
              <a:rPr lang="en-US" sz="2000" dirty="0" err="1"/>
              <a:t>sempit</a:t>
            </a:r>
            <a:r>
              <a:rPr lang="en-US" sz="2000" dirty="0"/>
              <a:t> diameter </a:t>
            </a:r>
            <a:r>
              <a:rPr lang="en-US" sz="2000" dirty="0" err="1"/>
              <a:t>pipa</a:t>
            </a:r>
            <a:r>
              <a:rPr lang="en-US" sz="2000" dirty="0"/>
              <a:t> </a:t>
            </a:r>
            <a:r>
              <a:rPr lang="en-US" sz="2000" dirty="0" err="1"/>
              <a:t>makin</a:t>
            </a:r>
            <a:r>
              <a:rPr lang="en-US" sz="2000" dirty="0"/>
              <a:t> </a:t>
            </a:r>
            <a:r>
              <a:rPr lang="en-US" sz="2000" dirty="0" err="1" smtClean="0"/>
              <a:t>tinggi</a:t>
            </a:r>
            <a:r>
              <a:rPr lang="en-US" sz="2000" dirty="0" smtClean="0"/>
              <a:t> </a:t>
            </a:r>
            <a:r>
              <a:rPr lang="en-US" sz="2000" dirty="0"/>
              <a:t>air </a:t>
            </a:r>
            <a:r>
              <a:rPr lang="en-US" sz="2000" dirty="0" err="1" smtClean="0"/>
              <a:t>tersebut</a:t>
            </a:r>
            <a:endParaRPr lang="en-US" sz="2000" dirty="0" smtClean="0"/>
          </a:p>
          <a:p>
            <a:pPr algn="just"/>
            <a:r>
              <a:rPr lang="en-US" sz="2000" dirty="0" err="1" smtClean="0"/>
              <a:t>Kapilaritas</a:t>
            </a:r>
            <a:r>
              <a:rPr lang="en-US" sz="2000" dirty="0" smtClean="0"/>
              <a:t> </a:t>
            </a:r>
            <a:r>
              <a:rPr lang="en-US" sz="2000" dirty="0" err="1"/>
              <a:t>disebabkan</a:t>
            </a:r>
            <a:r>
              <a:rPr lang="en-US" sz="2000" dirty="0"/>
              <a:t> </a:t>
            </a:r>
            <a:r>
              <a:rPr lang="en-US" sz="2000" dirty="0" err="1"/>
              <a:t>daya</a:t>
            </a:r>
            <a:r>
              <a:rPr lang="en-US" sz="2000" dirty="0"/>
              <a:t> </a:t>
            </a:r>
            <a:r>
              <a:rPr lang="en-US" sz="2000" dirty="0" err="1"/>
              <a:t>Tarik</a:t>
            </a:r>
            <a:r>
              <a:rPr lang="en-US" sz="2000" dirty="0"/>
              <a:t> </a:t>
            </a:r>
            <a:r>
              <a:rPr lang="en-US" sz="2000" dirty="0" err="1" smtClean="0"/>
              <a:t>menarik</a:t>
            </a:r>
            <a:r>
              <a:rPr lang="en-US" sz="2000" dirty="0" smtClean="0"/>
              <a:t> </a:t>
            </a:r>
            <a:r>
              <a:rPr lang="en-US" sz="2000" dirty="0" err="1"/>
              <a:t>antara</a:t>
            </a:r>
            <a:r>
              <a:rPr lang="en-US" sz="2000" dirty="0"/>
              <a:t> 2 </a:t>
            </a:r>
            <a:r>
              <a:rPr lang="en-US" sz="2000" dirty="0" err="1"/>
              <a:t>zat</a:t>
            </a:r>
            <a:r>
              <a:rPr lang="en-US" sz="2000" dirty="0"/>
              <a:t> yang </a:t>
            </a:r>
            <a:r>
              <a:rPr lang="en-US" sz="2000" dirty="0" err="1"/>
              <a:t>berbeda</a:t>
            </a:r>
            <a:r>
              <a:rPr lang="en-US" sz="2000" dirty="0"/>
              <a:t> </a:t>
            </a:r>
            <a:r>
              <a:rPr lang="en-US" sz="2000" dirty="0" smtClean="0"/>
              <a:t>(</a:t>
            </a:r>
            <a:r>
              <a:rPr lang="en-US" sz="2000" dirty="0" err="1"/>
              <a:t>adhesi</a:t>
            </a:r>
            <a:r>
              <a:rPr lang="en-US" sz="2000" dirty="0"/>
              <a:t>)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579347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/>
          <a:lstStyle/>
          <a:p>
            <a:r>
              <a:rPr lang="en-US" dirty="0" smtClean="0"/>
              <a:t>c) </a:t>
            </a:r>
            <a:r>
              <a:rPr lang="en-US" dirty="0" err="1" smtClean="0"/>
              <a:t>Daya</a:t>
            </a:r>
            <a:r>
              <a:rPr lang="en-US" dirty="0" smtClean="0"/>
              <a:t> </a:t>
            </a:r>
            <a:r>
              <a:rPr lang="en-US" dirty="0" err="1" smtClean="0"/>
              <a:t>Isap</a:t>
            </a:r>
            <a:r>
              <a:rPr lang="en-US" dirty="0" smtClean="0"/>
              <a:t> </a:t>
            </a:r>
            <a:r>
              <a:rPr lang="en-US" dirty="0" err="1" smtClean="0"/>
              <a:t>Daun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Proses </a:t>
            </a:r>
            <a:r>
              <a:rPr lang="en-US" sz="2000" dirty="0" err="1"/>
              <a:t>transpirasi</a:t>
            </a:r>
            <a:r>
              <a:rPr lang="en-US" sz="2000" dirty="0"/>
              <a:t>, </a:t>
            </a:r>
            <a:r>
              <a:rPr lang="en-US" sz="2000" dirty="0" err="1"/>
              <a:t>daun</a:t>
            </a:r>
            <a:r>
              <a:rPr lang="en-US" sz="2000" dirty="0"/>
              <a:t> </a:t>
            </a:r>
            <a:r>
              <a:rPr lang="en-US" sz="2000" dirty="0" err="1"/>
              <a:t>mengeluarkan</a:t>
            </a:r>
            <a:r>
              <a:rPr lang="en-US" sz="2000" dirty="0"/>
              <a:t> </a:t>
            </a:r>
            <a:r>
              <a:rPr lang="en-US" sz="2000" dirty="0" smtClean="0"/>
              <a:t>air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bentuk</a:t>
            </a:r>
            <a:r>
              <a:rPr lang="en-US" sz="2000" dirty="0"/>
              <a:t> </a:t>
            </a:r>
            <a:r>
              <a:rPr lang="en-US" sz="2000" dirty="0" err="1"/>
              <a:t>uap</a:t>
            </a:r>
            <a:r>
              <a:rPr lang="en-US" sz="2000" dirty="0"/>
              <a:t> air </a:t>
            </a:r>
            <a:r>
              <a:rPr lang="en-US" sz="2000" dirty="0" err="1"/>
              <a:t>melalui</a:t>
            </a:r>
            <a:r>
              <a:rPr lang="en-US" sz="2000" dirty="0"/>
              <a:t> </a:t>
            </a:r>
            <a:r>
              <a:rPr lang="en-US" sz="2000" dirty="0" smtClean="0"/>
              <a:t>stomata</a:t>
            </a:r>
          </a:p>
          <a:p>
            <a:pPr algn="just"/>
            <a:r>
              <a:rPr lang="en-US" sz="2000" dirty="0" err="1" smtClean="0"/>
              <a:t>Pengeluaran</a:t>
            </a:r>
            <a:r>
              <a:rPr lang="en-US" sz="2000" dirty="0" smtClean="0"/>
              <a:t>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menyebabkan</a:t>
            </a:r>
            <a:r>
              <a:rPr lang="en-US" sz="2000" dirty="0"/>
              <a:t> air yang </a:t>
            </a:r>
            <a:r>
              <a:rPr lang="en-US" sz="2000" dirty="0" err="1" smtClean="0"/>
              <a:t>ada</a:t>
            </a:r>
            <a:r>
              <a:rPr lang="en-US" sz="2000" dirty="0" smtClean="0"/>
              <a:t> </a:t>
            </a:r>
            <a:r>
              <a:rPr lang="en-US" sz="2000" dirty="0"/>
              <a:t>di </a:t>
            </a:r>
            <a:r>
              <a:rPr lang="en-US" sz="2000" dirty="0" err="1"/>
              <a:t>sel-sel</a:t>
            </a:r>
            <a:r>
              <a:rPr lang="en-US" sz="2000" dirty="0"/>
              <a:t> </a:t>
            </a:r>
            <a:r>
              <a:rPr lang="en-US" sz="2000" dirty="0" err="1"/>
              <a:t>daun</a:t>
            </a:r>
            <a:r>
              <a:rPr lang="en-US" sz="2000" dirty="0"/>
              <a:t> </a:t>
            </a:r>
            <a:r>
              <a:rPr lang="en-US" sz="2000" dirty="0" err="1"/>
              <a:t>berkurang</a:t>
            </a:r>
            <a:r>
              <a:rPr lang="en-US" sz="2000" dirty="0"/>
              <a:t> </a:t>
            </a:r>
            <a:endParaRPr lang="en-US" sz="2000" dirty="0" smtClean="0"/>
          </a:p>
          <a:p>
            <a:pPr algn="just"/>
            <a:r>
              <a:rPr lang="en-US" sz="2000" dirty="0" err="1" smtClean="0"/>
              <a:t>Akibatnya</a:t>
            </a:r>
            <a:r>
              <a:rPr lang="en-US" sz="2000" dirty="0" smtClean="0"/>
              <a:t> </a:t>
            </a:r>
            <a:r>
              <a:rPr lang="en-US" sz="2000" dirty="0" err="1"/>
              <a:t>menarik</a:t>
            </a:r>
            <a:r>
              <a:rPr lang="en-US" sz="2000" dirty="0"/>
              <a:t> air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sel-sel</a:t>
            </a:r>
            <a:r>
              <a:rPr lang="en-US" sz="2000" dirty="0"/>
              <a:t> </a:t>
            </a:r>
            <a:r>
              <a:rPr lang="en-US" sz="2000" dirty="0" err="1" smtClean="0"/>
              <a:t>tetangganya</a:t>
            </a:r>
            <a:r>
              <a:rPr lang="en-US" sz="2000" dirty="0"/>
              <a:t>. Proses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berkelanjutan</a:t>
            </a:r>
            <a:r>
              <a:rPr lang="en-US" sz="2000" dirty="0"/>
              <a:t> </a:t>
            </a:r>
            <a:r>
              <a:rPr lang="en-US" sz="2000" dirty="0" err="1" smtClean="0"/>
              <a:t>sampai</a:t>
            </a:r>
            <a:r>
              <a:rPr lang="en-US" sz="2000" dirty="0" smtClean="0"/>
              <a:t> </a:t>
            </a:r>
            <a:r>
              <a:rPr lang="en-US" sz="2000" dirty="0" err="1"/>
              <a:t>pembuluh</a:t>
            </a:r>
            <a:r>
              <a:rPr lang="en-US" sz="2000" dirty="0"/>
              <a:t> </a:t>
            </a:r>
            <a:r>
              <a:rPr lang="en-US" sz="2000" dirty="0" err="1"/>
              <a:t>kayu</a:t>
            </a:r>
            <a:r>
              <a:rPr lang="en-US" sz="2000" dirty="0"/>
              <a:t> di </a:t>
            </a:r>
            <a:r>
              <a:rPr lang="en-US" sz="2000" dirty="0" err="1"/>
              <a:t>batang</a:t>
            </a:r>
            <a:r>
              <a:rPr lang="en-US" sz="2000" dirty="0"/>
              <a:t> </a:t>
            </a:r>
            <a:r>
              <a:rPr lang="en-US" sz="2000" dirty="0" err="1"/>
              <a:t>dan</a:t>
            </a:r>
            <a:r>
              <a:rPr lang="en-US" sz="2000" dirty="0"/>
              <a:t> </a:t>
            </a:r>
            <a:r>
              <a:rPr lang="en-US" sz="2000" dirty="0" err="1" smtClean="0"/>
              <a:t>pembuluh</a:t>
            </a:r>
            <a:r>
              <a:rPr lang="en-US" sz="2000" dirty="0" smtClean="0"/>
              <a:t> </a:t>
            </a:r>
            <a:r>
              <a:rPr lang="en-US" sz="2000" dirty="0" err="1"/>
              <a:t>kayu</a:t>
            </a:r>
            <a:r>
              <a:rPr lang="en-US" sz="2000" dirty="0"/>
              <a:t> di </a:t>
            </a:r>
            <a:r>
              <a:rPr lang="en-US" sz="2000" dirty="0" err="1"/>
              <a:t>akar</a:t>
            </a:r>
            <a:r>
              <a:rPr lang="en-US" sz="2000" dirty="0"/>
              <a:t>.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321835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692696"/>
                <a:ext cx="8229600" cy="5784304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sz="2000" dirty="0" smtClean="0"/>
                  <a:t>2. </a:t>
                </a:r>
                <a:r>
                  <a:rPr lang="en-US" sz="2000" dirty="0" err="1" smtClean="0"/>
                  <a:t>Transpirasi</a:t>
                </a:r>
                <a:endParaRPr lang="en-US" sz="2000" dirty="0" smtClean="0"/>
              </a:p>
              <a:p>
                <a:pPr algn="just"/>
                <a:r>
                  <a:rPr lang="en-US" sz="2000" dirty="0" err="1"/>
                  <a:t>Transpirasi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kutikula</a:t>
                </a:r>
                <a:r>
                  <a:rPr lang="en-US" sz="2000" dirty="0"/>
                  <a:t> : </a:t>
                </a:r>
                <a:r>
                  <a:rPr lang="en-US" sz="2000" dirty="0" err="1"/>
                  <a:t>pengeluaran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uap</a:t>
                </a:r>
                <a:r>
                  <a:rPr lang="en-US" sz="2000" dirty="0"/>
                  <a:t> air </a:t>
                </a:r>
                <a:r>
                  <a:rPr lang="en-US" sz="2000" dirty="0" err="1"/>
                  <a:t>melalui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lapisan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lilin</a:t>
                </a:r>
                <a:r>
                  <a:rPr lang="en-US" sz="2000" dirty="0"/>
                  <a:t> di </a:t>
                </a:r>
                <a:r>
                  <a:rPr lang="en-US" sz="2000" dirty="0" err="1"/>
                  <a:t>atas</a:t>
                </a:r>
                <a:r>
                  <a:rPr lang="en-US" sz="2000" dirty="0"/>
                  <a:t> </a:t>
                </a:r>
                <a:r>
                  <a:rPr lang="en-US" sz="2000" dirty="0" smtClean="0"/>
                  <a:t>epidermis</a:t>
                </a:r>
              </a:p>
              <a:p>
                <a:pPr algn="just"/>
                <a:r>
                  <a:rPr lang="en-US" sz="2000" dirty="0" err="1" smtClean="0"/>
                  <a:t>Transpirasi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stomata : </a:t>
                </a:r>
                <a:r>
                  <a:rPr lang="en-US" sz="2000" dirty="0" err="1"/>
                  <a:t>pengeluaran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uap</a:t>
                </a:r>
                <a:r>
                  <a:rPr lang="en-US" sz="2000" dirty="0"/>
                  <a:t> air </a:t>
                </a:r>
                <a:r>
                  <a:rPr lang="en-US" sz="2000" dirty="0" err="1"/>
                  <a:t>melalui</a:t>
                </a:r>
                <a:r>
                  <a:rPr lang="en-US" sz="2000" dirty="0"/>
                  <a:t> </a:t>
                </a:r>
                <a:r>
                  <a:rPr lang="en-US" sz="2000" dirty="0" smtClean="0"/>
                  <a:t>stomata</a:t>
                </a:r>
              </a:p>
              <a:p>
                <a:pPr algn="just"/>
                <a:endParaRPr lang="en-US" sz="2000" dirty="0"/>
              </a:p>
              <a:p>
                <a:pPr algn="just"/>
                <a:r>
                  <a:rPr lang="en-US" sz="2000" dirty="0" err="1" smtClean="0"/>
                  <a:t>Transpirasi</a:t>
                </a:r>
                <a:r>
                  <a:rPr lang="en-US" sz="2000" dirty="0" smtClean="0"/>
                  <a:t> stomata</a:t>
                </a:r>
              </a:p>
              <a:p>
                <a:pPr marL="457200" indent="-457200" algn="just">
                  <a:buAutoNum type="arabicPeriod"/>
                </a:pPr>
                <a:r>
                  <a:rPr lang="en-US" sz="2000" dirty="0" err="1" smtClean="0"/>
                  <a:t>Sel</a:t>
                </a:r>
                <a:r>
                  <a:rPr lang="en-US" sz="2000" dirty="0" smtClean="0"/>
                  <a:t> </a:t>
                </a:r>
                <a:r>
                  <a:rPr lang="en-US" sz="2000" dirty="0" err="1"/>
                  <a:t>penjaga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memiliki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klorofil</a:t>
                </a:r>
                <a:r>
                  <a:rPr lang="en-US" sz="2000" dirty="0"/>
                  <a:t> </a:t>
                </a:r>
                <a:endParaRPr lang="en-US" sz="2000" dirty="0" smtClean="0"/>
              </a:p>
              <a:p>
                <a:pPr marL="457200" indent="-457200" algn="just">
                  <a:buAutoNum type="arabicPeriod"/>
                </a:pPr>
                <a:r>
                  <a:rPr lang="en-US" sz="2000" dirty="0" err="1" smtClean="0"/>
                  <a:t>Adanya</a:t>
                </a:r>
                <a:r>
                  <a:rPr lang="en-US" sz="2000" dirty="0" smtClean="0"/>
                  <a:t> </a:t>
                </a:r>
                <a:r>
                  <a:rPr lang="en-US" sz="2000" dirty="0" err="1"/>
                  <a:t>klorofil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mengakibatkan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sel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penjaga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dapat</a:t>
                </a:r>
                <a:r>
                  <a:rPr lang="en-US" sz="2000" dirty="0"/>
                  <a:t> </a:t>
                </a:r>
                <a:r>
                  <a:rPr lang="en-US" sz="2000" dirty="0" err="1" smtClean="0"/>
                  <a:t>melaksanakan</a:t>
                </a:r>
                <a:r>
                  <a:rPr lang="en-US" sz="2000" dirty="0" smtClean="0"/>
                  <a:t> </a:t>
                </a:r>
                <a:r>
                  <a:rPr lang="en-US" sz="2000" dirty="0" err="1"/>
                  <a:t>fotosintesis</a:t>
                </a:r>
                <a:r>
                  <a:rPr lang="en-US" sz="2000" dirty="0"/>
                  <a:t> </a:t>
                </a:r>
                <a:endParaRPr lang="en-US" sz="2000" dirty="0" smtClean="0"/>
              </a:p>
              <a:p>
                <a:pPr marL="457200" indent="-457200" algn="just">
                  <a:buAutoNum type="arabicPeriod"/>
                </a:pPr>
                <a:r>
                  <a:rPr lang="en-US" sz="2000" dirty="0" err="1" smtClean="0"/>
                  <a:t>Fotosintesis</a:t>
                </a:r>
                <a:r>
                  <a:rPr lang="en-US" sz="2000" dirty="0" smtClean="0"/>
                  <a:t> </a:t>
                </a:r>
                <a:r>
                  <a:rPr lang="en-US" sz="2000" dirty="0" err="1"/>
                  <a:t>menghasilkan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glukosa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mengurangi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𝐶𝑂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 smtClean="0"/>
              </a:p>
              <a:p>
                <a:pPr marL="457200" indent="-457200" algn="just">
                  <a:buAutoNum type="arabicPeriod"/>
                </a:pPr>
                <a:r>
                  <a:rPr lang="en-US" sz="2000" dirty="0" err="1" smtClean="0"/>
                  <a:t>Glukosa</a:t>
                </a:r>
                <a:r>
                  <a:rPr lang="en-US" sz="2000" dirty="0" smtClean="0"/>
                  <a:t> </a:t>
                </a:r>
                <a:r>
                  <a:rPr lang="en-US" sz="2000" dirty="0" err="1"/>
                  <a:t>larut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dalam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cairan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sel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penjaga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sehingga</a:t>
                </a:r>
                <a:r>
                  <a:rPr lang="en-US" sz="2000" dirty="0"/>
                  <a:t> </a:t>
                </a:r>
                <a:r>
                  <a:rPr lang="en-US" sz="2000" dirty="0" err="1" smtClean="0"/>
                  <a:t>dalam</a:t>
                </a:r>
                <a:r>
                  <a:rPr lang="en-US" sz="2000" dirty="0" smtClean="0"/>
                  <a:t> </a:t>
                </a:r>
                <a:r>
                  <a:rPr lang="en-US" sz="2000" dirty="0" err="1"/>
                  <a:t>sel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penjaga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kosentrasinya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pekat</a:t>
                </a:r>
                <a:r>
                  <a:rPr lang="en-US" sz="2000" dirty="0"/>
                  <a:t>. </a:t>
                </a:r>
                <a:endParaRPr lang="en-US" sz="2000" dirty="0" smtClean="0"/>
              </a:p>
              <a:p>
                <a:pPr marL="457200" indent="-457200" algn="just">
                  <a:buAutoNum type="arabicPeriod"/>
                </a:pPr>
                <a:r>
                  <a:rPr lang="en-US" sz="2000" dirty="0" err="1" smtClean="0"/>
                  <a:t>Keadaan</a:t>
                </a:r>
                <a:r>
                  <a:rPr lang="en-US" sz="2000" dirty="0" smtClean="0"/>
                  <a:t> </a:t>
                </a:r>
                <a:r>
                  <a:rPr lang="en-US" sz="2000" dirty="0" err="1"/>
                  <a:t>ini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menyebabkan</a:t>
                </a:r>
                <a:r>
                  <a:rPr lang="en-US" sz="2000" dirty="0"/>
                  <a:t> air </a:t>
                </a:r>
                <a:r>
                  <a:rPr lang="en-US" sz="2000" dirty="0" err="1"/>
                  <a:t>dari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sel</a:t>
                </a:r>
                <a:r>
                  <a:rPr lang="en-US" sz="2000" dirty="0"/>
                  <a:t> di </a:t>
                </a:r>
                <a:r>
                  <a:rPr lang="en-US" sz="2000" dirty="0" err="1"/>
                  <a:t>sekitar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sel</a:t>
                </a:r>
                <a:r>
                  <a:rPr lang="en-US" sz="2000" dirty="0"/>
                  <a:t> </a:t>
                </a:r>
                <a:r>
                  <a:rPr lang="en-US" sz="2000" dirty="0" err="1" smtClean="0"/>
                  <a:t>penjaga</a:t>
                </a:r>
                <a:r>
                  <a:rPr lang="en-US" sz="2000" dirty="0" smtClean="0"/>
                  <a:t> </a:t>
                </a:r>
                <a:r>
                  <a:rPr lang="en-US" sz="2000" dirty="0" err="1"/>
                  <a:t>masuk</a:t>
                </a:r>
                <a:r>
                  <a:rPr lang="en-US" sz="2000" dirty="0"/>
                  <a:t> </a:t>
                </a:r>
                <a:r>
                  <a:rPr lang="en-US" sz="2000" dirty="0" err="1"/>
                  <a:t>ke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dalam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sel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penjaga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menekan</a:t>
                </a:r>
                <a:r>
                  <a:rPr lang="en-US" sz="2000" dirty="0"/>
                  <a:t> </a:t>
                </a:r>
                <a:r>
                  <a:rPr lang="en-US" sz="2000" dirty="0" err="1" smtClean="0"/>
                  <a:t>dinding</a:t>
                </a:r>
                <a:r>
                  <a:rPr lang="en-US" sz="2000" dirty="0" smtClean="0"/>
                  <a:t> </a:t>
                </a:r>
                <a:r>
                  <a:rPr lang="en-US" sz="2000" dirty="0" err="1"/>
                  <a:t>sel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penjaga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menyebabkan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melengkung</a:t>
                </a:r>
                <a:r>
                  <a:rPr lang="en-US" sz="2000" dirty="0"/>
                  <a:t>. </a:t>
                </a:r>
                <a:r>
                  <a:rPr lang="en-US" sz="2000" dirty="0" err="1" smtClean="0"/>
                  <a:t>Keadaan</a:t>
                </a:r>
                <a:r>
                  <a:rPr lang="en-US" sz="2000" dirty="0" smtClean="0"/>
                  <a:t> </a:t>
                </a:r>
                <a:r>
                  <a:rPr lang="en-US" sz="2000" dirty="0" err="1"/>
                  <a:t>ini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menyebabkan</a:t>
                </a:r>
                <a:r>
                  <a:rPr lang="en-US" sz="2000" dirty="0"/>
                  <a:t> stomata </a:t>
                </a:r>
                <a:r>
                  <a:rPr lang="en-US" sz="2000" dirty="0" err="1"/>
                  <a:t>terbuka</a:t>
                </a:r>
                <a:r>
                  <a:rPr lang="en-US" sz="2000" dirty="0" smtClean="0"/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692696"/>
                <a:ext cx="8229600" cy="5784304"/>
              </a:xfrm>
              <a:blipFill rotWithShape="1">
                <a:blip r:embed="rId2"/>
                <a:stretch>
                  <a:fillRect l="-741" t="-421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1650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692696"/>
                <a:ext cx="8229600" cy="5784304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sz="2000" dirty="0" smtClean="0"/>
                  <a:t>3. </a:t>
                </a:r>
                <a:r>
                  <a:rPr lang="en-US" sz="2000" dirty="0" err="1" smtClean="0"/>
                  <a:t>Fotosintesis</a:t>
                </a:r>
                <a:endParaRPr lang="en-US" sz="2000" dirty="0" smtClean="0"/>
              </a:p>
              <a:p>
                <a:pPr algn="just"/>
                <a:r>
                  <a:rPr lang="en-US" sz="2000" dirty="0" err="1"/>
                  <a:t>Fotosintesis</a:t>
                </a:r>
                <a:r>
                  <a:rPr lang="en-US" sz="2000" dirty="0"/>
                  <a:t> : proses </a:t>
                </a:r>
                <a:r>
                  <a:rPr lang="en-US" sz="2000" dirty="0" err="1"/>
                  <a:t>pengubahan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senyawa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anorganik</a:t>
                </a:r>
                <a:r>
                  <a:rPr lang="en-US" sz="2000" dirty="0"/>
                  <a:t> </a:t>
                </a:r>
                <a:r>
                  <a:rPr lang="en-US" sz="2000" dirty="0" err="1" smtClean="0"/>
                  <a:t>seperti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air </a:t>
                </a:r>
                <a:r>
                  <a:rPr lang="en-US" sz="2000" dirty="0" err="1"/>
                  <a:t>dan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karbon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dioksida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menjadi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senyawa</a:t>
                </a:r>
                <a:r>
                  <a:rPr lang="en-US" sz="2000" dirty="0"/>
                  <a:t> </a:t>
                </a:r>
                <a:r>
                  <a:rPr lang="en-US" sz="2000" dirty="0" err="1" smtClean="0"/>
                  <a:t>organik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(</a:t>
                </a:r>
                <a:r>
                  <a:rPr lang="en-US" sz="2000" dirty="0" err="1"/>
                  <a:t>gula</a:t>
                </a:r>
                <a:r>
                  <a:rPr lang="en-US" sz="2000" dirty="0"/>
                  <a:t> </a:t>
                </a:r>
                <a:r>
                  <a:rPr lang="en-US" sz="2000" dirty="0" err="1" smtClean="0"/>
                  <a:t>atau</a:t>
                </a:r>
                <a:r>
                  <a:rPr lang="en-US" sz="2000" dirty="0" smtClean="0"/>
                  <a:t> </a:t>
                </a:r>
                <a:r>
                  <a:rPr lang="en-US" sz="2000" dirty="0" err="1"/>
                  <a:t>glukosa</a:t>
                </a:r>
                <a:r>
                  <a:rPr lang="en-US" sz="2000" dirty="0"/>
                  <a:t>) </a:t>
                </a:r>
                <a:r>
                  <a:rPr lang="en-US" sz="2000" dirty="0" err="1"/>
                  <a:t>dengan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bantuan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energi</a:t>
                </a:r>
                <a:r>
                  <a:rPr lang="en-US" sz="2000" dirty="0"/>
                  <a:t> </a:t>
                </a:r>
                <a:r>
                  <a:rPr lang="en-US" sz="2000" dirty="0" err="1" smtClean="0"/>
                  <a:t>cahaya</a:t>
                </a:r>
                <a:r>
                  <a:rPr lang="en-US" sz="2000" dirty="0" smtClean="0"/>
                  <a:t> </a:t>
                </a:r>
              </a:p>
              <a:p>
                <a:pPr algn="just"/>
                <a:r>
                  <a:rPr lang="en-US" sz="2000" dirty="0" err="1" smtClean="0"/>
                  <a:t>Rumus</a:t>
                </a:r>
                <a:r>
                  <a:rPr lang="en-US" sz="2000" dirty="0" smtClean="0"/>
                  <a:t> </a:t>
                </a:r>
                <a:r>
                  <a:rPr lang="en-US" sz="2000" dirty="0" err="1"/>
                  <a:t>kimia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fotosintesis</a:t>
                </a:r>
                <a:r>
                  <a:rPr lang="en-US" sz="2000" dirty="0"/>
                  <a:t>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𝐶𝑂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𝑂</m:t>
                      </m:r>
                      <m:r>
                        <a:rPr lang="en-US" sz="2000" b="0" i="1" smtClean="0">
                          <a:latin typeface="Cambria Math"/>
                        </a:rPr>
                        <m:t> →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6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𝐻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𝑂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6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𝑂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 smtClean="0"/>
              </a:p>
              <a:p>
                <a:pPr marL="0" indent="0" algn="just">
                  <a:buNone/>
                </a:pPr>
                <a:r>
                  <a:rPr lang="en-US" sz="2000" dirty="0" err="1" smtClean="0"/>
                  <a:t>Dibuat</a:t>
                </a:r>
                <a:r>
                  <a:rPr lang="en-US" sz="2000" dirty="0" smtClean="0"/>
                  <a:t> </a:t>
                </a:r>
                <a:r>
                  <a:rPr lang="en-US" sz="2000" dirty="0" err="1"/>
                  <a:t>persamaan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rekasi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menjadi</a:t>
                </a:r>
                <a:r>
                  <a:rPr lang="en-US" sz="2000" dirty="0"/>
                  <a:t> : </a:t>
                </a:r>
                <a:endParaRPr lang="en-US" sz="2000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6</m:t>
                          </m:r>
                          <m:r>
                            <a:rPr lang="en-US" sz="2000" i="1">
                              <a:latin typeface="Cambria Math"/>
                            </a:rPr>
                            <m:t>𝐶𝑂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6</m:t>
                          </m:r>
                          <m:r>
                            <a:rPr lang="en-US" sz="2000" i="1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𝑂</m:t>
                      </m:r>
                      <m:r>
                        <a:rPr lang="en-US" sz="2000" i="1">
                          <a:latin typeface="Cambria Math"/>
                        </a:rPr>
                        <m:t> →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6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𝐻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𝑂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6</m:t>
                          </m:r>
                        </m:sub>
                      </m:sSub>
                      <m:r>
                        <a:rPr lang="en-US" sz="2000" i="1">
                          <a:latin typeface="Cambria Math"/>
                          <a:ea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6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𝑂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 smtClean="0"/>
              </a:p>
              <a:p>
                <a:pPr algn="just"/>
                <a:r>
                  <a:rPr lang="en-US" sz="2000" dirty="0" err="1" smtClean="0"/>
                  <a:t>Berlangsung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2 </a:t>
                </a:r>
                <a:r>
                  <a:rPr lang="en-US" sz="2000" dirty="0" err="1"/>
                  <a:t>tahap</a:t>
                </a:r>
                <a:r>
                  <a:rPr lang="en-US" sz="2000" dirty="0"/>
                  <a:t> : </a:t>
                </a:r>
                <a:r>
                  <a:rPr lang="en-US" sz="2000" dirty="0" err="1" smtClean="0"/>
                  <a:t>Reaksi</a:t>
                </a:r>
                <a:r>
                  <a:rPr lang="en-US" sz="2000" dirty="0" smtClean="0"/>
                  <a:t> </a:t>
                </a:r>
                <a:r>
                  <a:rPr lang="en-US" sz="2000" dirty="0" err="1"/>
                  <a:t>Terang</a:t>
                </a:r>
                <a:r>
                  <a:rPr lang="en-US" sz="2000" dirty="0"/>
                  <a:t> </a:t>
                </a:r>
                <a:r>
                  <a:rPr lang="en-US" sz="2000" dirty="0" err="1" smtClean="0"/>
                  <a:t>dan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Reaksi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Gelap</a:t>
                </a:r>
                <a:endParaRPr lang="en-US" sz="2000" dirty="0" smtClean="0"/>
              </a:p>
              <a:p>
                <a:pPr algn="just"/>
                <a:r>
                  <a:rPr lang="en-US" sz="2000" dirty="0" err="1" smtClean="0"/>
                  <a:t>Fotosintesis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dipengaruhi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oleh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faktor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luar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dan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faktor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dalam</a:t>
                </a:r>
                <a:endParaRPr lang="en-US" sz="2000" dirty="0" smtClean="0"/>
              </a:p>
              <a:p>
                <a:pPr algn="just"/>
                <a:r>
                  <a:rPr lang="en-US" sz="2000" dirty="0" err="1" smtClean="0"/>
                  <a:t>Faktor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dalam</a:t>
                </a:r>
                <a:r>
                  <a:rPr lang="en-US" sz="2000" dirty="0" smtClean="0"/>
                  <a:t> yang </a:t>
                </a:r>
                <a:r>
                  <a:rPr lang="en-US" sz="2000" dirty="0" err="1" smtClean="0"/>
                  <a:t>memengaruhi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laju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fotosintesis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adalah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struktur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daun</a:t>
                </a:r>
                <a:r>
                  <a:rPr lang="en-US" sz="2000" dirty="0" smtClean="0"/>
                  <a:t> yang </a:t>
                </a:r>
                <a:r>
                  <a:rPr lang="en-US" sz="2000" dirty="0" err="1" smtClean="0"/>
                  <a:t>memungkinkan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difusi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𝐶𝑂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 err="1" smtClean="0"/>
                  <a:t>dari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atmosfer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ke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permukaan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kloropas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dan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penimbunan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hasil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fotosintesis</a:t>
                </a:r>
                <a:r>
                  <a:rPr lang="en-US" sz="2000" dirty="0" smtClean="0"/>
                  <a:t> di </a:t>
                </a:r>
                <a:r>
                  <a:rPr lang="en-US" sz="2000" dirty="0" err="1" smtClean="0"/>
                  <a:t>dalam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kloroplas</a:t>
                </a:r>
                <a:endParaRPr lang="en-US" sz="2000" dirty="0" smtClean="0"/>
              </a:p>
              <a:p>
                <a:pPr algn="just"/>
                <a:r>
                  <a:rPr lang="en-US" sz="2000" dirty="0" err="1" smtClean="0"/>
                  <a:t>Faktor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luar</a:t>
                </a:r>
                <a:r>
                  <a:rPr lang="en-US" sz="2000" dirty="0" smtClean="0"/>
                  <a:t> yang </a:t>
                </a:r>
                <a:r>
                  <a:rPr lang="en-US" sz="2000" dirty="0" err="1" smtClean="0"/>
                  <a:t>memengaruhi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laju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fotosintesis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adalah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konsentrasi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𝐶𝑂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 smtClean="0"/>
                  <a:t>, </a:t>
                </a:r>
                <a:r>
                  <a:rPr lang="en-US" sz="2000" dirty="0" err="1" smtClean="0"/>
                  <a:t>intensitas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cahaya</a:t>
                </a:r>
                <a:r>
                  <a:rPr lang="en-US" sz="2000" dirty="0" smtClean="0"/>
                  <a:t>, air </a:t>
                </a:r>
                <a:r>
                  <a:rPr lang="en-US" sz="2000" dirty="0" err="1" smtClean="0"/>
                  <a:t>dan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suhu</a:t>
                </a:r>
                <a:r>
                  <a:rPr lang="en-US" sz="2000" dirty="0" smtClean="0"/>
                  <a:t>, </a:t>
                </a:r>
                <a:r>
                  <a:rPr lang="en-US" sz="2000" dirty="0" err="1" smtClean="0"/>
                  <a:t>serta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tersedianya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unsur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hara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692696"/>
                <a:ext cx="8229600" cy="5784304"/>
              </a:xfrm>
              <a:blipFill rotWithShape="1">
                <a:blip r:embed="rId2"/>
                <a:stretch>
                  <a:fillRect l="-741" t="-421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41363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692696"/>
                <a:ext cx="8229600" cy="5784304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sz="2000" dirty="0" smtClean="0"/>
                  <a:t>4. </a:t>
                </a:r>
                <a:r>
                  <a:rPr lang="en-US" sz="2000" dirty="0" err="1" smtClean="0"/>
                  <a:t>Respirasi</a:t>
                </a:r>
                <a:endParaRPr lang="en-US" sz="2000" dirty="0" smtClean="0"/>
              </a:p>
              <a:p>
                <a:pPr algn="just"/>
                <a:r>
                  <a:rPr lang="en-US" sz="2000" dirty="0" err="1"/>
                  <a:t>Respirasi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adalah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pemecahan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senyawa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organik</a:t>
                </a:r>
                <a:r>
                  <a:rPr lang="en-US" sz="2000" dirty="0"/>
                  <a:t>/</a:t>
                </a:r>
                <a:r>
                  <a:rPr lang="en-US" sz="2000" dirty="0" err="1"/>
                  <a:t>kompleks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hasil</a:t>
                </a:r>
                <a:r>
                  <a:rPr lang="en-US" sz="2000" dirty="0"/>
                  <a:t> </a:t>
                </a:r>
                <a:r>
                  <a:rPr lang="en-US" sz="2000" dirty="0" err="1"/>
                  <a:t>fotosintesis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untuk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mendapatkan</a:t>
                </a:r>
                <a:r>
                  <a:rPr lang="en-US" sz="2000" dirty="0"/>
                  <a:t> </a:t>
                </a:r>
                <a:r>
                  <a:rPr lang="en-US" sz="2000" dirty="0" err="1" smtClean="0"/>
                  <a:t>energi</a:t>
                </a:r>
                <a:endParaRPr lang="en-US" sz="2000" dirty="0" smtClean="0"/>
              </a:p>
              <a:p>
                <a:pPr algn="just"/>
                <a:r>
                  <a:rPr lang="en-US" sz="2000" dirty="0" err="1" smtClean="0"/>
                  <a:t>Lihat</a:t>
                </a:r>
                <a:r>
                  <a:rPr lang="en-US" sz="2000" dirty="0" smtClean="0"/>
                  <a:t> </a:t>
                </a:r>
                <a:r>
                  <a:rPr lang="en-US" sz="2000" dirty="0" err="1"/>
                  <a:t>perbedaan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rumus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fotosintesis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respirasi</a:t>
                </a:r>
                <a:r>
                  <a:rPr lang="en-US" sz="2000" dirty="0"/>
                  <a:t> </a:t>
                </a:r>
                <a:r>
                  <a:rPr lang="en-US" sz="2000" dirty="0" err="1" smtClean="0"/>
                  <a:t>berikut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: </a:t>
                </a:r>
                <a:endParaRPr lang="en-US" sz="2000" dirty="0" smtClean="0"/>
              </a:p>
              <a:p>
                <a:pPr marL="0" indent="0" algn="just">
                  <a:buNone/>
                </a:pPr>
                <a:r>
                  <a:rPr lang="en-US" sz="2000" dirty="0" err="1" smtClean="0"/>
                  <a:t>Fotosintesis</a:t>
                </a:r>
                <a:r>
                  <a:rPr lang="en-US" sz="2000" dirty="0" smtClean="0"/>
                  <a:t>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𝐶𝑂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𝑂</m:t>
                      </m:r>
                      <m:r>
                        <a:rPr lang="en-US" sz="2000" b="0" i="1" smtClean="0">
                          <a:latin typeface="Cambria Math"/>
                        </a:rPr>
                        <m:t>+</m:t>
                      </m:r>
                      <m:r>
                        <a:rPr lang="en-US" sz="2000" b="0" i="1" smtClean="0">
                          <a:latin typeface="Cambria Math"/>
                        </a:rPr>
                        <m:t>𝑒𝑛𝑒𝑟𝑔𝑖</m:t>
                      </m:r>
                      <m:r>
                        <a:rPr lang="en-US" sz="2000" b="0" i="1" smtClean="0">
                          <a:latin typeface="Cambria Math"/>
                        </a:rPr>
                        <m:t> (</m:t>
                      </m:r>
                      <m:r>
                        <a:rPr lang="en-US" sz="2000" b="0" i="1" smtClean="0">
                          <a:latin typeface="Cambria Math"/>
                        </a:rPr>
                        <m:t>𝑐𝑎h𝑎𝑦𝑎</m:t>
                      </m:r>
                      <m:r>
                        <a:rPr lang="en-US" sz="2000" b="0" i="1" smtClean="0">
                          <a:latin typeface="Cambria Math"/>
                        </a:rPr>
                        <m:t>) →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6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𝐻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𝑂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6</m:t>
                          </m:r>
                        </m:sub>
                      </m:sSub>
                      <m:r>
                        <a:rPr lang="en-US" sz="2000" i="1">
                          <a:latin typeface="Cambria Math"/>
                          <a:ea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𝑂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 smtClean="0"/>
              </a:p>
              <a:p>
                <a:pPr marL="0" indent="0" algn="just">
                  <a:buNone/>
                </a:pPr>
                <a:r>
                  <a:rPr lang="en-US" sz="2000" dirty="0" err="1" smtClean="0"/>
                  <a:t>Respirasi</a:t>
                </a:r>
                <a:r>
                  <a:rPr lang="en-US" sz="2000" dirty="0" smtClean="0"/>
                  <a:t>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6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𝐻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𝑂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6</m:t>
                          </m:r>
                        </m:sub>
                      </m:sSub>
                      <m:r>
                        <a:rPr lang="en-US" sz="2000" i="1">
                          <a:latin typeface="Cambria Math"/>
                          <a:ea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𝑂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→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𝐶𝑂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𝑂</m:t>
                      </m:r>
                      <m:r>
                        <a:rPr lang="en-US" sz="2000" b="0" i="1" smtClean="0">
                          <a:latin typeface="Cambria Math"/>
                        </a:rPr>
                        <m:t>+</m:t>
                      </m:r>
                      <m:r>
                        <a:rPr lang="en-US" sz="2000" b="0" i="1" smtClean="0">
                          <a:latin typeface="Cambria Math"/>
                        </a:rPr>
                        <m:t>𝑒𝑛𝑒𝑟𝑔𝑖</m:t>
                      </m:r>
                    </m:oMath>
                  </m:oMathPara>
                </a14:m>
                <a:endParaRPr lang="en-US" sz="2000" dirty="0" smtClean="0"/>
              </a:p>
              <a:p>
                <a:pPr algn="just"/>
                <a:r>
                  <a:rPr lang="en-US" sz="2000" dirty="0" err="1" smtClean="0"/>
                  <a:t>Respirasi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dipengaruhi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oleh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beberapa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faktor</a:t>
                </a:r>
                <a:r>
                  <a:rPr lang="en-US" sz="2000" dirty="0" smtClean="0"/>
                  <a:t>, </a:t>
                </a:r>
                <a:r>
                  <a:rPr lang="en-US" sz="2000" dirty="0" err="1" smtClean="0"/>
                  <a:t>yaitu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ketersediaan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substrat</a:t>
                </a:r>
                <a:r>
                  <a:rPr lang="en-US" sz="2000" dirty="0" smtClean="0"/>
                  <a:t>, </a:t>
                </a:r>
                <a:r>
                  <a:rPr lang="en-US" sz="2000" dirty="0" err="1" smtClean="0"/>
                  <a:t>ketersediaaan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oksigen</a:t>
                </a:r>
                <a:r>
                  <a:rPr lang="en-US" sz="2000" dirty="0" smtClean="0"/>
                  <a:t>, </a:t>
                </a:r>
                <a:r>
                  <a:rPr lang="en-US" sz="2000" dirty="0" err="1" smtClean="0"/>
                  <a:t>suhu</a:t>
                </a:r>
                <a:r>
                  <a:rPr lang="en-US" sz="2000" dirty="0" smtClean="0"/>
                  <a:t>, </a:t>
                </a:r>
                <a:r>
                  <a:rPr lang="en-US" sz="2000" dirty="0" err="1" smtClean="0"/>
                  <a:t>serta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jenis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dan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umur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tumbuhan</a:t>
                </a:r>
                <a:endParaRPr lang="en-US" sz="20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692696"/>
                <a:ext cx="8229600" cy="5784304"/>
              </a:xfrm>
              <a:blipFill rotWithShape="1">
                <a:blip r:embed="rId2"/>
                <a:stretch>
                  <a:fillRect l="-741" t="-421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22032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436</TotalTime>
  <Words>854</Words>
  <Application>Microsoft Office PowerPoint</Application>
  <PresentationFormat>On-screen Show (4:3)</PresentationFormat>
  <Paragraphs>90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Clarity</vt:lpstr>
      <vt:lpstr>Sistem Kehidupan Tumbuhan</vt:lpstr>
      <vt:lpstr>A. Struktur dan Fungsi Organ Tumbuhan</vt:lpstr>
      <vt:lpstr>1. Akar</vt:lpstr>
      <vt:lpstr>PowerPoint Presentation</vt:lpstr>
      <vt:lpstr>2. Batang </vt:lpstr>
      <vt:lpstr>3. Daun </vt:lpstr>
      <vt:lpstr>4. Bunga</vt:lpstr>
      <vt:lpstr>5. Buah dan biji</vt:lpstr>
      <vt:lpstr>B. Perolehan Nutrisi dan Transformasi Energi pada       Tumbuhan Hijau</vt:lpstr>
      <vt:lpstr>a) Tekanan Akar</vt:lpstr>
      <vt:lpstr>b) Kapilaritas Pembuluh Kayu</vt:lpstr>
      <vt:lpstr>c) Daya Isap Daun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Kehidupan Tumbuhan</dc:title>
  <dc:creator>User</dc:creator>
  <cp:lastModifiedBy>User</cp:lastModifiedBy>
  <cp:revision>34</cp:revision>
  <dcterms:created xsi:type="dcterms:W3CDTF">2023-08-07T20:50:40Z</dcterms:created>
  <dcterms:modified xsi:type="dcterms:W3CDTF">2024-08-16T01:28:29Z</dcterms:modified>
</cp:coreProperties>
</file>