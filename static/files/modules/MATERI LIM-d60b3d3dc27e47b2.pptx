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4"/>
  </p:notesMasterIdLst>
  <p:sldIdLst>
    <p:sldId id="360" r:id="rId2"/>
    <p:sldId id="379" r:id="rId3"/>
    <p:sldId id="365" r:id="rId4"/>
    <p:sldId id="310" r:id="rId5"/>
    <p:sldId id="368" r:id="rId6"/>
    <p:sldId id="369" r:id="rId7"/>
    <p:sldId id="371" r:id="rId8"/>
    <p:sldId id="373" r:id="rId9"/>
    <p:sldId id="375" r:id="rId10"/>
    <p:sldId id="378" r:id="rId11"/>
    <p:sldId id="377" r:id="rId12"/>
    <p:sldId id="364" r:id="rId13"/>
  </p:sldIdLst>
  <p:sldSz cx="9144000" cy="5143500" type="screen16x9"/>
  <p:notesSz cx="6858000" cy="9144000"/>
  <p:embeddedFontLst>
    <p:embeddedFont>
      <p:font typeface="Arial Narrow" pitchFamily="34" charset="0"/>
      <p:regular r:id="rId15"/>
      <p:bold r:id="rId16"/>
      <p:italic r:id="rId17"/>
      <p:boldItalic r:id="rId18"/>
    </p:embeddedFont>
    <p:embeddedFont>
      <p:font typeface="Arial Rounded MT Bold" pitchFamily="34" charset="0"/>
      <p:regular r:id="rId19"/>
    </p:embeddedFont>
    <p:embeddedFont>
      <p:font typeface="Calibri Light" charset="0"/>
      <p:regular r:id="rId20"/>
      <p:italic r:id="rId21"/>
    </p:embeddedFont>
    <p:embeddedFont>
      <p:font typeface="Comic Sans MS" pitchFamily="66" charset="0"/>
      <p:regular r:id="rId22"/>
      <p:bold r:id="rId23"/>
    </p:embeddedFont>
    <p:embeddedFont>
      <p:font typeface="Bookman Old Style" pitchFamily="18" charset="0"/>
      <p:regular r:id="rId24"/>
      <p:bold r:id="rId25"/>
      <p:italic r:id="rId26"/>
      <p:boldItalic r:id="rId27"/>
    </p:embeddedFont>
    <p:embeddedFont>
      <p:font typeface="Calibri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9522E7-8B6D-4351-BA06-12A1F9A72ADA}">
  <a:tblStyle styleId="{F59522E7-8B6D-4351-BA06-12A1F9A72AD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CF9"/>
          </a:solidFill>
        </a:fill>
      </a:tcStyle>
    </a:wholeTbl>
    <a:band1H>
      <a:tcTxStyle/>
      <a:tcStyle>
        <a:tcBdr/>
        <a:fill>
          <a:solidFill>
            <a:srgbClr val="CBD6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6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51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53255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379208a7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379208a7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BB8BAE-EE18-C514-3AA4-3066A2F69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4560126-4529-1E32-4B36-5EF569A59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8727C9A-F47F-7354-9D56-DD2B52433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DC6A-641D-4254-8653-EE69E1C24065}" type="datetimeFigureOut">
              <a:rPr lang="en-ID" smtClean="0"/>
              <a:t>7/19/2024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974E5CD-B327-D01F-9B13-EBAB6814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7DA93C0-0C7C-E757-57F9-E0C948559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4811225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40308F-4B5E-85E9-894D-989CFC575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A13320-B69B-0283-BEB5-A5BBEF76D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2CA93F0-BE7C-0D77-5FBA-6F9BFD5C7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DC6A-641D-4254-8653-EE69E1C24065}" type="datetimeFigureOut">
              <a:rPr lang="en-ID" smtClean="0"/>
              <a:t>7/19/2024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0BE117A-D163-92B2-B450-55D774DC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C721A2B-F951-BA43-4FA2-CB738069F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119B4-495A-442A-9A08-987E38B377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4788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F5A43D-9DB8-EB28-44B3-B7BEBF3B6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4840C0A-7CD9-7E26-9DE0-333B258AB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9C02634-562B-276F-9AF7-D127CDB4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DC6A-641D-4254-8653-EE69E1C24065}" type="datetimeFigureOut">
              <a:rPr lang="en-ID" smtClean="0"/>
              <a:t>7/19/2024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4E40193-1E02-2A68-D8DF-B98F949A2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62E1CFE-4C5A-3238-1C04-1D31541B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7958269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7805D8-A522-F936-9943-BF1BF1703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D0E99FD-180C-4653-8982-327C4201B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277DFBF-D8C4-ABC9-E893-B4AD87138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2199C9A-E20F-5D92-CB41-1C8CC058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DC6A-641D-4254-8653-EE69E1C24065}" type="datetimeFigureOut">
              <a:rPr lang="en-ID" smtClean="0"/>
              <a:t>7/19/2024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64A4D86-DF93-1615-FC19-00FBE3354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52E014E-CD63-3170-6BF8-835942F2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817715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F18A5A-F65D-BCCE-0D66-80E1DAE11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B75D6C2-D3FE-BF91-0850-EE1A53470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6E63D2D-8A2D-DA93-7736-C3BA6EA6A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274E0A1C-CEB4-08E1-AB9C-B83D1B6CC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A80816A-7C8F-1EAC-BFB7-D8529DC18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0ADABCEA-08B1-761A-8609-51C9BDE7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DC6A-641D-4254-8653-EE69E1C24065}" type="datetimeFigureOut">
              <a:rPr lang="en-ID" smtClean="0"/>
              <a:t>7/19/2024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4512724-1897-4E82-2DAB-6AB8ABDA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2DE9E23-5229-54D3-6CA8-7B90C8ED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103711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9FE4B4-F683-CB96-C98D-1CEC4E4F3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A600DB6-C233-B2E2-EAA9-5F8AE996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DC6A-641D-4254-8653-EE69E1C24065}" type="datetimeFigureOut">
              <a:rPr lang="en-ID" smtClean="0"/>
              <a:t>7/19/2024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D733D94-8B9B-E634-C25A-A48AF5C4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8FED3CA-98DE-77E0-B15C-59FA4D56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446854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C67534E-DD53-0B07-4018-23304AD33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DC6A-641D-4254-8653-EE69E1C24065}" type="datetimeFigureOut">
              <a:rPr lang="en-ID" smtClean="0"/>
              <a:t>7/19/2024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A7CDA84-8EEE-36F5-41B9-8710D129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BDC3B01-7EEE-4A78-54D2-1A5665ED4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622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88D0EA-3C39-2CC4-57A3-24E75B34E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626E174-D1B6-1A6A-F384-889102476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513D938-6279-57FE-A11F-674E19CFA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C411F90-2D3A-0AB9-F006-F4C3CE477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DC6A-641D-4254-8653-EE69E1C24065}" type="datetimeFigureOut">
              <a:rPr lang="en-ID" smtClean="0"/>
              <a:t>7/19/2024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74DD5AE-A980-A3C0-C133-225713B1F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3ADC44F-2EF2-1C3E-C5EE-0E9655A6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90095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3CCCA6-B79F-1CA4-4EC2-9CE9F6AF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8A77142-B98B-DC35-6553-98E6C8B75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23F8207-45AE-C3D7-8D20-D2D4F4ECC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3DB73A4-7D60-F148-8A5C-831E1FE85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DC6A-641D-4254-8653-EE69E1C24065}" type="datetimeFigureOut">
              <a:rPr lang="en-ID" smtClean="0"/>
              <a:t>7/19/2024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570FFEA-7739-9673-E1C9-4F174FC0F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7FDFF18-E7B8-A078-74F4-559D84B1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64280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A887072-C261-7489-3F48-0B301243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059CEFB-E3C7-1320-CE0E-3DC31A135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FDB691-39B6-4B64-079B-EC8621D5C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DC6A-641D-4254-8653-EE69E1C24065}" type="datetimeFigureOut">
              <a:rPr lang="en-ID" smtClean="0"/>
              <a:t>7/19/2024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AC0DAAC-2510-DDC6-2C70-E9BE1E59B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5283C2A-EB43-F603-3943-D2929FA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682664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D9DF10F-51E9-B9FC-CFF7-DCC72398E6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C987A22-9F2F-58B4-56C8-62EA50474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56A4996-383A-24FE-926E-F03E9698F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DC6A-641D-4254-8653-EE69E1C24065}" type="datetimeFigureOut">
              <a:rPr lang="en-ID" smtClean="0"/>
              <a:t>7/19/2024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4E7A106-885B-0070-AAA8-6258A7CB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6F829BC-3D63-9920-EF20-11785592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092892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0773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DD5FFCF-9636-E61B-CC7F-745F5A08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7C7486B-EC65-3534-AE0E-DD6E2401F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148C9DD-54AE-E7B6-390E-A59EB32A60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3DC6A-641D-4254-8653-EE69E1C24065}" type="datetimeFigureOut">
              <a:rPr lang="en-ID" smtClean="0"/>
              <a:t>7/19/2024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43EE2C8-E680-E3E9-EE22-E342D1B06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6367FDD-B846-00CC-D069-5843D166C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3757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8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entuk Bebas: Bentuk 14">
            <a:extLst>
              <a:ext uri="{FF2B5EF4-FFF2-40B4-BE49-F238E27FC236}">
                <a16:creationId xmlns="" xmlns:a16="http://schemas.microsoft.com/office/drawing/2014/main" id="{88FA08DD-EFA8-4986-ABB6-59C8A4DDDB37}"/>
              </a:ext>
            </a:extLst>
          </p:cNvPr>
          <p:cNvSpPr/>
          <p:nvPr/>
        </p:nvSpPr>
        <p:spPr>
          <a:xfrm>
            <a:off x="-1639107" y="-825700"/>
            <a:ext cx="4572000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2" name="Bentuk Bebas: Bentuk 11">
            <a:extLst>
              <a:ext uri="{FF2B5EF4-FFF2-40B4-BE49-F238E27FC236}">
                <a16:creationId xmlns="" xmlns:a16="http://schemas.microsoft.com/office/drawing/2014/main" id="{D5629F74-9298-414D-BC01-92C30F314AE8}"/>
              </a:ext>
            </a:extLst>
          </p:cNvPr>
          <p:cNvSpPr/>
          <p:nvPr/>
        </p:nvSpPr>
        <p:spPr>
          <a:xfrm>
            <a:off x="-920248" y="-919335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pic>
        <p:nvPicPr>
          <p:cNvPr id="2" name="Gambar 1">
            <a:extLst>
              <a:ext uri="{FF2B5EF4-FFF2-40B4-BE49-F238E27FC236}">
                <a16:creationId xmlns="" xmlns:a16="http://schemas.microsoft.com/office/drawing/2014/main" id="{17D11E49-C5DB-462C-AA7D-05D1194B93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3" b="38565"/>
          <a:stretch/>
        </p:blipFill>
        <p:spPr>
          <a:xfrm>
            <a:off x="6809748" y="199382"/>
            <a:ext cx="2143833" cy="512411"/>
          </a:xfrm>
          <a:prstGeom prst="rect">
            <a:avLst/>
          </a:prstGeom>
        </p:spPr>
      </p:pic>
      <p:pic>
        <p:nvPicPr>
          <p:cNvPr id="3" name="Gambar 2">
            <a:extLst>
              <a:ext uri="{FF2B5EF4-FFF2-40B4-BE49-F238E27FC236}">
                <a16:creationId xmlns="" xmlns:a16="http://schemas.microsoft.com/office/drawing/2014/main" id="{16FF52C4-744B-40DA-A4C7-A21C84DE00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7" b="26731"/>
          <a:stretch/>
        </p:blipFill>
        <p:spPr>
          <a:xfrm>
            <a:off x="254712" y="197864"/>
            <a:ext cx="1134681" cy="513929"/>
          </a:xfrm>
          <a:prstGeom prst="rect">
            <a:avLst/>
          </a:prstGeom>
        </p:spPr>
      </p:pic>
      <p:sp>
        <p:nvSpPr>
          <p:cNvPr id="13" name="Bentuk Bebas: Bentuk 12">
            <a:extLst>
              <a:ext uri="{FF2B5EF4-FFF2-40B4-BE49-F238E27FC236}">
                <a16:creationId xmlns="" xmlns:a16="http://schemas.microsoft.com/office/drawing/2014/main" id="{9A7AA5A1-788C-4C84-B8A2-24776044FAD0}"/>
              </a:ext>
            </a:extLst>
          </p:cNvPr>
          <p:cNvSpPr/>
          <p:nvPr/>
        </p:nvSpPr>
        <p:spPr>
          <a:xfrm>
            <a:off x="6784590" y="2663770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4" name="Bentuk Bebas: Bentuk 13">
            <a:extLst>
              <a:ext uri="{FF2B5EF4-FFF2-40B4-BE49-F238E27FC236}">
                <a16:creationId xmlns="" xmlns:a16="http://schemas.microsoft.com/office/drawing/2014/main" id="{CD1B4B9D-B763-4572-A588-9779F2440333}"/>
              </a:ext>
            </a:extLst>
          </p:cNvPr>
          <p:cNvSpPr/>
          <p:nvPr/>
        </p:nvSpPr>
        <p:spPr>
          <a:xfrm>
            <a:off x="-776973" y="-1210080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noFill/>
          <a:ln w="28575" cap="flat">
            <a:solidFill>
              <a:srgbClr val="019846"/>
            </a:solidFill>
            <a:prstDash val="dash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6" name="Bentuk Bebas: Bentuk 15">
            <a:extLst>
              <a:ext uri="{FF2B5EF4-FFF2-40B4-BE49-F238E27FC236}">
                <a16:creationId xmlns="" xmlns:a16="http://schemas.microsoft.com/office/drawing/2014/main" id="{44CDAA40-DAEC-4C5C-8F97-8666A728F315}"/>
              </a:ext>
            </a:extLst>
          </p:cNvPr>
          <p:cNvSpPr/>
          <p:nvPr/>
        </p:nvSpPr>
        <p:spPr>
          <a:xfrm rot="980602">
            <a:off x="6891622" y="2495176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0" name="Google Shape;744;p66">
            <a:extLst>
              <a:ext uri="{FF2B5EF4-FFF2-40B4-BE49-F238E27FC236}">
                <a16:creationId xmlns="" xmlns:a16="http://schemas.microsoft.com/office/drawing/2014/main" id="{BA8A3D90-4310-4042-0641-DDEFD01E8A97}"/>
              </a:ext>
            </a:extLst>
          </p:cNvPr>
          <p:cNvSpPr txBox="1">
            <a:spLocks/>
          </p:cNvSpPr>
          <p:nvPr/>
        </p:nvSpPr>
        <p:spPr>
          <a:xfrm>
            <a:off x="2483004" y="1956526"/>
            <a:ext cx="4149186" cy="86122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 fontScale="850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r>
              <a:rPr lang="en-ID" sz="4480" dirty="0" smtClean="0">
                <a:solidFill>
                  <a:srgbClr val="98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Leader</a:t>
            </a:r>
            <a:r>
              <a:rPr lang="en-ID" sz="4480" dirty="0" smtClean="0">
                <a:solidFill>
                  <a:srgbClr val="FFC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4480" dirty="0">
                <a:solidFill>
                  <a:srgbClr val="00FF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</a:t>
            </a:r>
            <a:r>
              <a:rPr lang="en-ID" sz="4480" dirty="0">
                <a:solidFill>
                  <a:srgbClr val="FFC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4480" dirty="0">
                <a:solidFill>
                  <a:srgbClr val="18D3D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</a:t>
            </a:r>
            <a:r>
              <a:rPr lang="en-ID" sz="4480" dirty="0">
                <a:solidFill>
                  <a:srgbClr val="FFC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/>
            </a:r>
            <a:br>
              <a:rPr lang="en-ID" sz="4480" dirty="0">
                <a:solidFill>
                  <a:srgbClr val="FFC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D" sz="196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SMPIT AULADI 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JAKABARING PALEMBANG</a:t>
            </a:r>
            <a:endParaRPr lang="en-ID" sz="196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31528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5">
            <a:extLst>
              <a:ext uri="{FF2B5EF4-FFF2-40B4-BE49-F238E27FC236}">
                <a16:creationId xmlns:a16="http://schemas.microsoft.com/office/drawing/2014/main" xmlns="" id="{70961BE1-7CA6-4652-9882-384633A7B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30" y="792318"/>
            <a:ext cx="4135978" cy="3615636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B37607E-9ECB-4CAD-944B-B1F872765E7A}"/>
              </a:ext>
            </a:extLst>
          </p:cNvPr>
          <p:cNvSpPr txBox="1">
            <a:spLocks/>
          </p:cNvSpPr>
          <p:nvPr/>
        </p:nvSpPr>
        <p:spPr>
          <a:xfrm rot="10800000" flipV="1">
            <a:off x="4499992" y="591031"/>
            <a:ext cx="4608512" cy="41949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Arial Narrow" pitchFamily="34" charset="0"/>
              </a:rPr>
              <a:t>Stephen Covey</a:t>
            </a:r>
            <a:r>
              <a:rPr lang="en-US" sz="2400" dirty="0">
                <a:latin typeface="Arial Narrow" pitchFamily="34" charset="0"/>
              </a:rPr>
              <a:t> </a:t>
            </a:r>
            <a:r>
              <a:rPr lang="en-US" sz="2400" dirty="0" err="1">
                <a:latin typeface="Arial Narrow" pitchFamily="34" charset="0"/>
              </a:rPr>
              <a:t>adalah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seorang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penulis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asal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Amerika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Serikat</a:t>
            </a:r>
            <a:r>
              <a:rPr lang="en-US" sz="2400" dirty="0">
                <a:latin typeface="Arial Narrow" pitchFamily="34" charset="0"/>
              </a:rPr>
              <a:t> yang </a:t>
            </a:r>
            <a:r>
              <a:rPr lang="en-US" sz="2400" dirty="0" err="1">
                <a:latin typeface="Arial Narrow" pitchFamily="34" charset="0"/>
              </a:rPr>
              <a:t>menulis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buku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laris</a:t>
            </a:r>
            <a:r>
              <a:rPr lang="en-US" sz="2400" dirty="0">
                <a:latin typeface="Arial Narrow" pitchFamily="34" charset="0"/>
              </a:rPr>
              <a:t> “ THE SEVEN HABITS OF HIGHLY EFFECTIVE PEOPLE”</a:t>
            </a:r>
          </a:p>
          <a:p>
            <a:r>
              <a:rPr lang="en-US" sz="2400" b="1" dirty="0">
                <a:latin typeface="Arial Narrow" pitchFamily="34" charset="0"/>
              </a:rPr>
              <a:t>Stephen Covey</a:t>
            </a:r>
            <a:r>
              <a:rPr lang="en-US" sz="2400" dirty="0">
                <a:latin typeface="Arial Narrow" pitchFamily="34" charset="0"/>
              </a:rPr>
              <a:t>  </a:t>
            </a:r>
            <a:r>
              <a:rPr lang="en-US" sz="2400" dirty="0" err="1">
                <a:latin typeface="Arial Narrow" pitchFamily="34" charset="0"/>
              </a:rPr>
              <a:t>juga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pendiri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Pusat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Kepemimpinan</a:t>
            </a:r>
            <a:r>
              <a:rPr lang="en-US" sz="2400" dirty="0">
                <a:latin typeface="Arial Narrow" pitchFamily="34" charset="0"/>
              </a:rPr>
              <a:t> </a:t>
            </a:r>
            <a:r>
              <a:rPr lang="en-US" sz="2400" b="1" dirty="0">
                <a:latin typeface="Arial Narrow" pitchFamily="34" charset="0"/>
              </a:rPr>
              <a:t>Covey</a:t>
            </a:r>
            <a:r>
              <a:rPr lang="en-US" sz="2400" dirty="0">
                <a:latin typeface="Arial Narrow" pitchFamily="34" charset="0"/>
              </a:rPr>
              <a:t>, yang </a:t>
            </a:r>
            <a:r>
              <a:rPr lang="en-US" sz="2400" dirty="0" err="1">
                <a:latin typeface="Arial Narrow" pitchFamily="34" charset="0"/>
              </a:rPr>
              <a:t>menjadi</a:t>
            </a:r>
            <a:r>
              <a:rPr lang="en-US" sz="2400" dirty="0">
                <a:latin typeface="Arial Narrow" pitchFamily="34" charset="0"/>
              </a:rPr>
              <a:t> “</a:t>
            </a:r>
            <a:r>
              <a:rPr lang="en-US" sz="2400" dirty="0" err="1">
                <a:latin typeface="Arial Narrow" pitchFamily="34" charset="0"/>
              </a:rPr>
              <a:t>FranklinCovey</a:t>
            </a:r>
            <a:r>
              <a:rPr lang="en-US" sz="2400" dirty="0">
                <a:latin typeface="Arial Narrow" pitchFamily="34" charset="0"/>
              </a:rPr>
              <a:t>”</a:t>
            </a:r>
          </a:p>
          <a:p>
            <a:r>
              <a:rPr lang="en-US" sz="2400" dirty="0">
                <a:latin typeface="Arial Narrow" pitchFamily="34" charset="0"/>
              </a:rPr>
              <a:t>Dan di Indonesia, </a:t>
            </a:r>
            <a:r>
              <a:rPr lang="en-US" sz="3500" dirty="0" err="1">
                <a:latin typeface="Arial Narrow" pitchFamily="34" charset="0"/>
              </a:rPr>
              <a:t>Dunamis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adalah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lembaga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yg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mendapatkan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lisensi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dari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pusat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kepemimpinan</a:t>
            </a:r>
            <a:r>
              <a:rPr lang="en-US" sz="2400" dirty="0">
                <a:latin typeface="Arial Narrow" pitchFamily="34" charset="0"/>
              </a:rPr>
              <a:t> “Franklin Covey”</a:t>
            </a:r>
          </a:p>
          <a:p>
            <a:r>
              <a:rPr lang="en-US" sz="2400" dirty="0" err="1">
                <a:latin typeface="Arial Narrow" pitchFamily="34" charset="0"/>
              </a:rPr>
              <a:t>Auladi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mendapatkan</a:t>
            </a:r>
            <a:r>
              <a:rPr lang="en-US" sz="2400" dirty="0">
                <a:latin typeface="Arial Narrow" pitchFamily="34" charset="0"/>
              </a:rPr>
              <a:t>  </a:t>
            </a:r>
            <a:r>
              <a:rPr lang="en-US" sz="2400" dirty="0" err="1">
                <a:latin typeface="Arial Narrow" pitchFamily="34" charset="0"/>
              </a:rPr>
              <a:t>lisensi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dari</a:t>
            </a:r>
            <a:r>
              <a:rPr lang="en-US" sz="2400" dirty="0">
                <a:latin typeface="Arial Narrow" pitchFamily="34" charset="0"/>
              </a:rPr>
              <a:t> </a:t>
            </a:r>
            <a:r>
              <a:rPr lang="en-US" sz="2400" dirty="0" err="1">
                <a:latin typeface="Arial Narrow" pitchFamily="34" charset="0"/>
              </a:rPr>
              <a:t>Dunamis</a:t>
            </a:r>
            <a:endParaRPr lang="en-US" sz="2400" dirty="0">
              <a:latin typeface="Arial Narrow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1" y="-34118"/>
            <a:ext cx="1547811" cy="55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18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entuk Bebas: Bentuk 14">
            <a:extLst>
              <a:ext uri="{FF2B5EF4-FFF2-40B4-BE49-F238E27FC236}">
                <a16:creationId xmlns="" xmlns:a16="http://schemas.microsoft.com/office/drawing/2014/main" id="{88FA08DD-EFA8-4986-ABB6-59C8A4DDDB37}"/>
              </a:ext>
            </a:extLst>
          </p:cNvPr>
          <p:cNvSpPr/>
          <p:nvPr/>
        </p:nvSpPr>
        <p:spPr>
          <a:xfrm>
            <a:off x="-1639107" y="-825700"/>
            <a:ext cx="4572000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2" name="Bentuk Bebas: Bentuk 11">
            <a:extLst>
              <a:ext uri="{FF2B5EF4-FFF2-40B4-BE49-F238E27FC236}">
                <a16:creationId xmlns="" xmlns:a16="http://schemas.microsoft.com/office/drawing/2014/main" id="{D5629F74-9298-414D-BC01-92C30F314AE8}"/>
              </a:ext>
            </a:extLst>
          </p:cNvPr>
          <p:cNvSpPr/>
          <p:nvPr/>
        </p:nvSpPr>
        <p:spPr>
          <a:xfrm>
            <a:off x="-920248" y="-919335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pic>
        <p:nvPicPr>
          <p:cNvPr id="2" name="Gambar 1">
            <a:extLst>
              <a:ext uri="{FF2B5EF4-FFF2-40B4-BE49-F238E27FC236}">
                <a16:creationId xmlns="" xmlns:a16="http://schemas.microsoft.com/office/drawing/2014/main" id="{17D11E49-C5DB-462C-AA7D-05D1194B93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3" b="38565"/>
          <a:stretch/>
        </p:blipFill>
        <p:spPr>
          <a:xfrm>
            <a:off x="6809748" y="199382"/>
            <a:ext cx="2143833" cy="512411"/>
          </a:xfrm>
          <a:prstGeom prst="rect">
            <a:avLst/>
          </a:prstGeom>
        </p:spPr>
      </p:pic>
      <p:pic>
        <p:nvPicPr>
          <p:cNvPr id="3" name="Gambar 2">
            <a:extLst>
              <a:ext uri="{FF2B5EF4-FFF2-40B4-BE49-F238E27FC236}">
                <a16:creationId xmlns="" xmlns:a16="http://schemas.microsoft.com/office/drawing/2014/main" id="{16FF52C4-744B-40DA-A4C7-A21C84DE00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7" b="26731"/>
          <a:stretch/>
        </p:blipFill>
        <p:spPr>
          <a:xfrm>
            <a:off x="254712" y="197864"/>
            <a:ext cx="1134681" cy="513929"/>
          </a:xfrm>
          <a:prstGeom prst="rect">
            <a:avLst/>
          </a:prstGeom>
        </p:spPr>
      </p:pic>
      <p:sp>
        <p:nvSpPr>
          <p:cNvPr id="13" name="Bentuk Bebas: Bentuk 12">
            <a:extLst>
              <a:ext uri="{FF2B5EF4-FFF2-40B4-BE49-F238E27FC236}">
                <a16:creationId xmlns="" xmlns:a16="http://schemas.microsoft.com/office/drawing/2014/main" id="{9A7AA5A1-788C-4C84-B8A2-24776044FAD0}"/>
              </a:ext>
            </a:extLst>
          </p:cNvPr>
          <p:cNvSpPr/>
          <p:nvPr/>
        </p:nvSpPr>
        <p:spPr>
          <a:xfrm>
            <a:off x="6784590" y="2663770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4" name="Bentuk Bebas: Bentuk 13">
            <a:extLst>
              <a:ext uri="{FF2B5EF4-FFF2-40B4-BE49-F238E27FC236}">
                <a16:creationId xmlns="" xmlns:a16="http://schemas.microsoft.com/office/drawing/2014/main" id="{CD1B4B9D-B763-4572-A588-9779F2440333}"/>
              </a:ext>
            </a:extLst>
          </p:cNvPr>
          <p:cNvSpPr/>
          <p:nvPr/>
        </p:nvSpPr>
        <p:spPr>
          <a:xfrm>
            <a:off x="-776973" y="-1210080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noFill/>
          <a:ln w="28575" cap="flat">
            <a:solidFill>
              <a:srgbClr val="019846"/>
            </a:solidFill>
            <a:prstDash val="dash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6" name="Bentuk Bebas: Bentuk 15">
            <a:extLst>
              <a:ext uri="{FF2B5EF4-FFF2-40B4-BE49-F238E27FC236}">
                <a16:creationId xmlns="" xmlns:a16="http://schemas.microsoft.com/office/drawing/2014/main" id="{44CDAA40-DAEC-4C5C-8F97-8666A728F315}"/>
              </a:ext>
            </a:extLst>
          </p:cNvPr>
          <p:cNvSpPr/>
          <p:nvPr/>
        </p:nvSpPr>
        <p:spPr>
          <a:xfrm rot="980602">
            <a:off x="6891622" y="2495176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0" name="Google Shape;744;p66">
            <a:extLst>
              <a:ext uri="{FF2B5EF4-FFF2-40B4-BE49-F238E27FC236}">
                <a16:creationId xmlns="" xmlns:a16="http://schemas.microsoft.com/office/drawing/2014/main" id="{BA8A3D90-4310-4042-0641-DDEFD01E8A97}"/>
              </a:ext>
            </a:extLst>
          </p:cNvPr>
          <p:cNvSpPr txBox="1">
            <a:spLocks/>
          </p:cNvSpPr>
          <p:nvPr/>
        </p:nvSpPr>
        <p:spPr>
          <a:xfrm>
            <a:off x="99237" y="2569284"/>
            <a:ext cx="4149186" cy="86122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r>
              <a:rPr lang="en-ID" sz="4480" dirty="0" err="1" smtClean="0">
                <a:solidFill>
                  <a:srgbClr val="98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Pohon</a:t>
            </a:r>
            <a:r>
              <a:rPr lang="en-ID" sz="4480" dirty="0" smtClean="0">
                <a:solidFill>
                  <a:srgbClr val="FFC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4480" dirty="0">
                <a:solidFill>
                  <a:srgbClr val="00FF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7</a:t>
            </a:r>
            <a:r>
              <a:rPr lang="en-ID" sz="4480" dirty="0" smtClean="0">
                <a:solidFill>
                  <a:srgbClr val="FFC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4480" dirty="0" smtClean="0">
                <a:solidFill>
                  <a:srgbClr val="18D3D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Habits</a:t>
            </a:r>
            <a:endParaRPr lang="en-ID" sz="196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1" name="Content Placeholder 3">
            <a:extLst>
              <a:ext uri="{FF2B5EF4-FFF2-40B4-BE49-F238E27FC236}">
                <a16:creationId xmlns="" xmlns:a16="http://schemas.microsoft.com/office/drawing/2014/main" id="{36F1D601-1DB5-20C2-1619-5F8376BADE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186" y="-4931"/>
            <a:ext cx="4994814" cy="514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8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entuk Bebas: Bentuk 14">
            <a:extLst>
              <a:ext uri="{FF2B5EF4-FFF2-40B4-BE49-F238E27FC236}">
                <a16:creationId xmlns="" xmlns:a16="http://schemas.microsoft.com/office/drawing/2014/main" id="{D3BB042D-A0ED-8C86-6056-0327CE4B2DB5}"/>
              </a:ext>
            </a:extLst>
          </p:cNvPr>
          <p:cNvSpPr/>
          <p:nvPr/>
        </p:nvSpPr>
        <p:spPr>
          <a:xfrm>
            <a:off x="-1639107" y="-825700"/>
            <a:ext cx="4572000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7" name="Bentuk Bebas: Bentuk 11">
            <a:extLst>
              <a:ext uri="{FF2B5EF4-FFF2-40B4-BE49-F238E27FC236}">
                <a16:creationId xmlns="" xmlns:a16="http://schemas.microsoft.com/office/drawing/2014/main" id="{F12203E7-46BD-3EC5-B784-4353F6276F5A}"/>
              </a:ext>
            </a:extLst>
          </p:cNvPr>
          <p:cNvSpPr/>
          <p:nvPr/>
        </p:nvSpPr>
        <p:spPr>
          <a:xfrm>
            <a:off x="-920248" y="-919335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pic>
        <p:nvPicPr>
          <p:cNvPr id="8" name="Gambar 1">
            <a:extLst>
              <a:ext uri="{FF2B5EF4-FFF2-40B4-BE49-F238E27FC236}">
                <a16:creationId xmlns="" xmlns:a16="http://schemas.microsoft.com/office/drawing/2014/main" id="{89B2A8CA-7E6C-FD86-F435-C943D9D2001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3" b="38565"/>
          <a:stretch/>
        </p:blipFill>
        <p:spPr>
          <a:xfrm>
            <a:off x="6809748" y="199382"/>
            <a:ext cx="2143833" cy="512411"/>
          </a:xfrm>
          <a:prstGeom prst="rect">
            <a:avLst/>
          </a:prstGeom>
        </p:spPr>
      </p:pic>
      <p:pic>
        <p:nvPicPr>
          <p:cNvPr id="9" name="Gambar 2">
            <a:extLst>
              <a:ext uri="{FF2B5EF4-FFF2-40B4-BE49-F238E27FC236}">
                <a16:creationId xmlns="" xmlns:a16="http://schemas.microsoft.com/office/drawing/2014/main" id="{B8E1FC1E-AFA1-8810-556F-5902A65B82A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7" b="26731"/>
          <a:stretch/>
        </p:blipFill>
        <p:spPr>
          <a:xfrm>
            <a:off x="254712" y="197864"/>
            <a:ext cx="1134681" cy="513929"/>
          </a:xfrm>
          <a:prstGeom prst="rect">
            <a:avLst/>
          </a:prstGeom>
        </p:spPr>
      </p:pic>
      <p:sp>
        <p:nvSpPr>
          <p:cNvPr id="10" name="Bentuk Bebas: Bentuk 12">
            <a:extLst>
              <a:ext uri="{FF2B5EF4-FFF2-40B4-BE49-F238E27FC236}">
                <a16:creationId xmlns="" xmlns:a16="http://schemas.microsoft.com/office/drawing/2014/main" id="{C4E7AB7B-5256-B415-EA4A-881D16C2A44C}"/>
              </a:ext>
            </a:extLst>
          </p:cNvPr>
          <p:cNvSpPr/>
          <p:nvPr/>
        </p:nvSpPr>
        <p:spPr>
          <a:xfrm>
            <a:off x="6784590" y="2663770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1" name="Bentuk Bebas: Bentuk 13">
            <a:extLst>
              <a:ext uri="{FF2B5EF4-FFF2-40B4-BE49-F238E27FC236}">
                <a16:creationId xmlns="" xmlns:a16="http://schemas.microsoft.com/office/drawing/2014/main" id="{0B285807-7393-5925-EFFD-8B4B56EB0BE3}"/>
              </a:ext>
            </a:extLst>
          </p:cNvPr>
          <p:cNvSpPr/>
          <p:nvPr/>
        </p:nvSpPr>
        <p:spPr>
          <a:xfrm>
            <a:off x="-776973" y="-1210080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noFill/>
          <a:ln w="28575" cap="flat">
            <a:solidFill>
              <a:srgbClr val="019846"/>
            </a:solidFill>
            <a:prstDash val="dash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2" name="Bentuk Bebas: Bentuk 15">
            <a:extLst>
              <a:ext uri="{FF2B5EF4-FFF2-40B4-BE49-F238E27FC236}">
                <a16:creationId xmlns="" xmlns:a16="http://schemas.microsoft.com/office/drawing/2014/main" id="{997A7E3B-D798-2B5D-68EC-3D0F0CD25427}"/>
              </a:ext>
            </a:extLst>
          </p:cNvPr>
          <p:cNvSpPr/>
          <p:nvPr/>
        </p:nvSpPr>
        <p:spPr>
          <a:xfrm rot="980602">
            <a:off x="6891621" y="2495175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794" name="Google Shape;794;p73"/>
          <p:cNvSpPr txBox="1">
            <a:spLocks noGrp="1"/>
          </p:cNvSpPr>
          <p:nvPr>
            <p:ph type="title"/>
          </p:nvPr>
        </p:nvSpPr>
        <p:spPr>
          <a:xfrm>
            <a:off x="2967163" y="254627"/>
            <a:ext cx="3432000" cy="73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latin typeface="Arial Rounded MT Bold" panose="020F0704030504030204" pitchFamily="34" charset="0"/>
              </a:rPr>
              <a:t>7 Habits</a:t>
            </a:r>
            <a:endParaRPr sz="4000" b="1" dirty="0">
              <a:latin typeface="Arial Rounded MT Bold" panose="020F0704030504030204" pitchFamily="34" charset="0"/>
            </a:endParaRPr>
          </a:p>
        </p:txBody>
      </p:sp>
      <p:sp>
        <p:nvSpPr>
          <p:cNvPr id="795" name="Google Shape;795;p73"/>
          <p:cNvSpPr txBox="1"/>
          <p:nvPr/>
        </p:nvSpPr>
        <p:spPr>
          <a:xfrm>
            <a:off x="521457" y="2050519"/>
            <a:ext cx="7752746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Comic Sans MS"/>
              <a:buAutoNum type="arabicPeriod"/>
            </a:pPr>
            <a:r>
              <a:rPr lang="en-ID" sz="2000" dirty="0">
                <a:solidFill>
                  <a:schemeClr val="dk1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Be proactive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(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jadilah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proaktif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Comic Sans MS"/>
              <a:buAutoNum type="arabicPeriod"/>
            </a:pPr>
            <a:r>
              <a:rPr lang="en-ID" sz="2000" dirty="0">
                <a:solidFill>
                  <a:schemeClr val="dk1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Begin with the end in mind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(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mulai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dengan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tujuan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akhir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Comic Sans MS"/>
              <a:buAutoNum type="arabicPeriod"/>
            </a:pPr>
            <a:r>
              <a:rPr lang="en-ID" sz="2000" dirty="0">
                <a:solidFill>
                  <a:schemeClr val="dk1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Put first think first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(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dahulukan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yang 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utama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Comic Sans MS"/>
              <a:buAutoNum type="arabicPeriod"/>
            </a:pPr>
            <a:r>
              <a:rPr lang="en-ID" sz="2000" dirty="0">
                <a:solidFill>
                  <a:schemeClr val="dk1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Think win-win (</a:t>
            </a:r>
            <a:r>
              <a:rPr lang="en-ID" sz="2000" dirty="0" err="1">
                <a:solidFill>
                  <a:schemeClr val="accent1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berfikir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menang-menang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Comic Sans MS"/>
              <a:buAutoNum type="arabicPeriod"/>
            </a:pPr>
            <a:r>
              <a:rPr lang="en-ID" sz="2000" dirty="0">
                <a:solidFill>
                  <a:schemeClr val="dk1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Seek first to understand then to be understood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(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memahami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dahulu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baru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dipahami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Comic Sans MS"/>
              <a:buAutoNum type="arabicPeriod"/>
            </a:pPr>
            <a:r>
              <a:rPr lang="en-ID" sz="2000" dirty="0">
                <a:solidFill>
                  <a:schemeClr val="dk1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Synergize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(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bekerja</a:t>
            </a:r>
            <a:r>
              <a:rPr lang="id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sama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Comic Sans MS"/>
              <a:buAutoNum type="arabicPeriod"/>
            </a:pPr>
            <a:r>
              <a:rPr lang="en-ID" sz="2000" dirty="0">
                <a:solidFill>
                  <a:schemeClr val="dk1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Sharpen the saw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(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asah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 </a:t>
            </a:r>
            <a:r>
              <a:rPr lang="en-ID" sz="2000" dirty="0" err="1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gergaji</a:t>
            </a:r>
            <a:r>
              <a:rPr lang="en-ID" sz="2000" dirty="0">
                <a:solidFill>
                  <a:srgbClr val="0070C0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)</a:t>
            </a:r>
            <a:endParaRPr sz="2000" dirty="0">
              <a:solidFill>
                <a:srgbClr val="0070C0"/>
              </a:solidFill>
              <a:latin typeface="Arial Rounded MT Bold" panose="020F0704030504030204" pitchFamily="34" charset="0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796" name="Google Shape;796;p73"/>
          <p:cNvPicPr preferRelativeResize="0"/>
          <p:nvPr/>
        </p:nvPicPr>
        <p:blipFill rotWithShape="1">
          <a:blip r:embed="rId5">
            <a:alphaModFix/>
          </a:blip>
          <a:srcRect r="7261"/>
          <a:stretch/>
        </p:blipFill>
        <p:spPr>
          <a:xfrm>
            <a:off x="7097830" y="2931755"/>
            <a:ext cx="1869199" cy="2143763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73"/>
          <p:cNvSpPr txBox="1"/>
          <p:nvPr/>
        </p:nvSpPr>
        <p:spPr>
          <a:xfrm>
            <a:off x="1889196" y="1058664"/>
            <a:ext cx="4954822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Arial Rounded MT Bold" panose="020F0704030504030204" pitchFamily="34" charset="0"/>
                <a:ea typeface="Comic Sans MS"/>
                <a:cs typeface="Comic Sans MS"/>
                <a:sym typeface="Comic Sans MS"/>
              </a:rPr>
              <a:t>The 7 Habits merupakan kerangka dasar yang digunakan sekolah Leader in Me</a:t>
            </a:r>
            <a:endParaRPr sz="1800" dirty="0">
              <a:solidFill>
                <a:schemeClr val="dk1"/>
              </a:solidFill>
              <a:latin typeface="Arial Rounded MT Bold" panose="020F0704030504030204" pitchFamily="34" charset="0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entuk Bebas: Bentuk 14">
            <a:extLst>
              <a:ext uri="{FF2B5EF4-FFF2-40B4-BE49-F238E27FC236}">
                <a16:creationId xmlns="" xmlns:a16="http://schemas.microsoft.com/office/drawing/2014/main" id="{88FA08DD-EFA8-4986-ABB6-59C8A4DDDB37}"/>
              </a:ext>
            </a:extLst>
          </p:cNvPr>
          <p:cNvSpPr/>
          <p:nvPr/>
        </p:nvSpPr>
        <p:spPr>
          <a:xfrm>
            <a:off x="-1639107" y="-825700"/>
            <a:ext cx="4572000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2" name="Bentuk Bebas: Bentuk 11">
            <a:extLst>
              <a:ext uri="{FF2B5EF4-FFF2-40B4-BE49-F238E27FC236}">
                <a16:creationId xmlns="" xmlns:a16="http://schemas.microsoft.com/office/drawing/2014/main" id="{D5629F74-9298-414D-BC01-92C30F314AE8}"/>
              </a:ext>
            </a:extLst>
          </p:cNvPr>
          <p:cNvSpPr/>
          <p:nvPr/>
        </p:nvSpPr>
        <p:spPr>
          <a:xfrm>
            <a:off x="-920248" y="-919335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pic>
        <p:nvPicPr>
          <p:cNvPr id="2" name="Gambar 1">
            <a:extLst>
              <a:ext uri="{FF2B5EF4-FFF2-40B4-BE49-F238E27FC236}">
                <a16:creationId xmlns="" xmlns:a16="http://schemas.microsoft.com/office/drawing/2014/main" id="{17D11E49-C5DB-462C-AA7D-05D1194B93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3" b="38565"/>
          <a:stretch/>
        </p:blipFill>
        <p:spPr>
          <a:xfrm>
            <a:off x="6809748" y="199382"/>
            <a:ext cx="2143833" cy="512411"/>
          </a:xfrm>
          <a:prstGeom prst="rect">
            <a:avLst/>
          </a:prstGeom>
        </p:spPr>
      </p:pic>
      <p:pic>
        <p:nvPicPr>
          <p:cNvPr id="3" name="Gambar 2">
            <a:extLst>
              <a:ext uri="{FF2B5EF4-FFF2-40B4-BE49-F238E27FC236}">
                <a16:creationId xmlns="" xmlns:a16="http://schemas.microsoft.com/office/drawing/2014/main" id="{16FF52C4-744B-40DA-A4C7-A21C84DE00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7" b="26731"/>
          <a:stretch/>
        </p:blipFill>
        <p:spPr>
          <a:xfrm>
            <a:off x="254712" y="197864"/>
            <a:ext cx="1134681" cy="513929"/>
          </a:xfrm>
          <a:prstGeom prst="rect">
            <a:avLst/>
          </a:prstGeom>
        </p:spPr>
      </p:pic>
      <p:sp>
        <p:nvSpPr>
          <p:cNvPr id="13" name="Bentuk Bebas: Bentuk 12">
            <a:extLst>
              <a:ext uri="{FF2B5EF4-FFF2-40B4-BE49-F238E27FC236}">
                <a16:creationId xmlns="" xmlns:a16="http://schemas.microsoft.com/office/drawing/2014/main" id="{9A7AA5A1-788C-4C84-B8A2-24776044FAD0}"/>
              </a:ext>
            </a:extLst>
          </p:cNvPr>
          <p:cNvSpPr/>
          <p:nvPr/>
        </p:nvSpPr>
        <p:spPr>
          <a:xfrm>
            <a:off x="6784590" y="2663770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4" name="Bentuk Bebas: Bentuk 13">
            <a:extLst>
              <a:ext uri="{FF2B5EF4-FFF2-40B4-BE49-F238E27FC236}">
                <a16:creationId xmlns="" xmlns:a16="http://schemas.microsoft.com/office/drawing/2014/main" id="{CD1B4B9D-B763-4572-A588-9779F2440333}"/>
              </a:ext>
            </a:extLst>
          </p:cNvPr>
          <p:cNvSpPr/>
          <p:nvPr/>
        </p:nvSpPr>
        <p:spPr>
          <a:xfrm>
            <a:off x="-776973" y="-1210080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noFill/>
          <a:ln w="28575" cap="flat">
            <a:solidFill>
              <a:srgbClr val="019846"/>
            </a:solidFill>
            <a:prstDash val="dash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6" name="Bentuk Bebas: Bentuk 15">
            <a:extLst>
              <a:ext uri="{FF2B5EF4-FFF2-40B4-BE49-F238E27FC236}">
                <a16:creationId xmlns="" xmlns:a16="http://schemas.microsoft.com/office/drawing/2014/main" id="{44CDAA40-DAEC-4C5C-8F97-8666A728F315}"/>
              </a:ext>
            </a:extLst>
          </p:cNvPr>
          <p:cNvSpPr/>
          <p:nvPr/>
        </p:nvSpPr>
        <p:spPr>
          <a:xfrm rot="980602">
            <a:off x="6891622" y="2495176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0" name="Google Shape;744;p66">
            <a:extLst>
              <a:ext uri="{FF2B5EF4-FFF2-40B4-BE49-F238E27FC236}">
                <a16:creationId xmlns="" xmlns:a16="http://schemas.microsoft.com/office/drawing/2014/main" id="{BA8A3D90-4310-4042-0641-DDEFD01E8A97}"/>
              </a:ext>
            </a:extLst>
          </p:cNvPr>
          <p:cNvSpPr txBox="1">
            <a:spLocks/>
          </p:cNvSpPr>
          <p:nvPr/>
        </p:nvSpPr>
        <p:spPr>
          <a:xfrm>
            <a:off x="2483004" y="1514475"/>
            <a:ext cx="4149186" cy="202882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Dihabit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1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kita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jadi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aktif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sendiri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tanpa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diminta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orang lain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dan</a:t>
            </a:r>
            <a:r>
              <a:rPr lang="en-ID" sz="196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bertanggung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jawab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Contoh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: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memberi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pakan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lele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tanpa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disuruh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untuk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tugas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sekolah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957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entuk Bebas: Bentuk 14">
            <a:extLst>
              <a:ext uri="{FF2B5EF4-FFF2-40B4-BE49-F238E27FC236}">
                <a16:creationId xmlns="" xmlns:a16="http://schemas.microsoft.com/office/drawing/2014/main" id="{88FA08DD-EFA8-4986-ABB6-59C8A4DDDB37}"/>
              </a:ext>
            </a:extLst>
          </p:cNvPr>
          <p:cNvSpPr/>
          <p:nvPr/>
        </p:nvSpPr>
        <p:spPr>
          <a:xfrm>
            <a:off x="-1639107" y="-825700"/>
            <a:ext cx="4572000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2" name="Bentuk Bebas: Bentuk 11">
            <a:extLst>
              <a:ext uri="{FF2B5EF4-FFF2-40B4-BE49-F238E27FC236}">
                <a16:creationId xmlns="" xmlns:a16="http://schemas.microsoft.com/office/drawing/2014/main" id="{D5629F74-9298-414D-BC01-92C30F314AE8}"/>
              </a:ext>
            </a:extLst>
          </p:cNvPr>
          <p:cNvSpPr/>
          <p:nvPr/>
        </p:nvSpPr>
        <p:spPr>
          <a:xfrm>
            <a:off x="-920248" y="-919335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pic>
        <p:nvPicPr>
          <p:cNvPr id="2" name="Gambar 1">
            <a:extLst>
              <a:ext uri="{FF2B5EF4-FFF2-40B4-BE49-F238E27FC236}">
                <a16:creationId xmlns="" xmlns:a16="http://schemas.microsoft.com/office/drawing/2014/main" id="{17D11E49-C5DB-462C-AA7D-05D1194B93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3" b="38565"/>
          <a:stretch/>
        </p:blipFill>
        <p:spPr>
          <a:xfrm>
            <a:off x="6809748" y="199382"/>
            <a:ext cx="2143833" cy="512411"/>
          </a:xfrm>
          <a:prstGeom prst="rect">
            <a:avLst/>
          </a:prstGeom>
        </p:spPr>
      </p:pic>
      <p:pic>
        <p:nvPicPr>
          <p:cNvPr id="3" name="Gambar 2">
            <a:extLst>
              <a:ext uri="{FF2B5EF4-FFF2-40B4-BE49-F238E27FC236}">
                <a16:creationId xmlns="" xmlns:a16="http://schemas.microsoft.com/office/drawing/2014/main" id="{16FF52C4-744B-40DA-A4C7-A21C84DE00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7" b="26731"/>
          <a:stretch/>
        </p:blipFill>
        <p:spPr>
          <a:xfrm>
            <a:off x="254712" y="197864"/>
            <a:ext cx="1134681" cy="513929"/>
          </a:xfrm>
          <a:prstGeom prst="rect">
            <a:avLst/>
          </a:prstGeom>
        </p:spPr>
      </p:pic>
      <p:sp>
        <p:nvSpPr>
          <p:cNvPr id="13" name="Bentuk Bebas: Bentuk 12">
            <a:extLst>
              <a:ext uri="{FF2B5EF4-FFF2-40B4-BE49-F238E27FC236}">
                <a16:creationId xmlns="" xmlns:a16="http://schemas.microsoft.com/office/drawing/2014/main" id="{9A7AA5A1-788C-4C84-B8A2-24776044FAD0}"/>
              </a:ext>
            </a:extLst>
          </p:cNvPr>
          <p:cNvSpPr/>
          <p:nvPr/>
        </p:nvSpPr>
        <p:spPr>
          <a:xfrm>
            <a:off x="6784590" y="2663770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4" name="Bentuk Bebas: Bentuk 13">
            <a:extLst>
              <a:ext uri="{FF2B5EF4-FFF2-40B4-BE49-F238E27FC236}">
                <a16:creationId xmlns="" xmlns:a16="http://schemas.microsoft.com/office/drawing/2014/main" id="{CD1B4B9D-B763-4572-A588-9779F2440333}"/>
              </a:ext>
            </a:extLst>
          </p:cNvPr>
          <p:cNvSpPr/>
          <p:nvPr/>
        </p:nvSpPr>
        <p:spPr>
          <a:xfrm>
            <a:off x="-776973" y="-1210080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noFill/>
          <a:ln w="28575" cap="flat">
            <a:solidFill>
              <a:srgbClr val="019846"/>
            </a:solidFill>
            <a:prstDash val="dash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6" name="Bentuk Bebas: Bentuk 15">
            <a:extLst>
              <a:ext uri="{FF2B5EF4-FFF2-40B4-BE49-F238E27FC236}">
                <a16:creationId xmlns="" xmlns:a16="http://schemas.microsoft.com/office/drawing/2014/main" id="{44CDAA40-DAEC-4C5C-8F97-8666A728F315}"/>
              </a:ext>
            </a:extLst>
          </p:cNvPr>
          <p:cNvSpPr/>
          <p:nvPr/>
        </p:nvSpPr>
        <p:spPr>
          <a:xfrm rot="980602">
            <a:off x="6891622" y="2495176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0" name="Google Shape;744;p66">
            <a:extLst>
              <a:ext uri="{FF2B5EF4-FFF2-40B4-BE49-F238E27FC236}">
                <a16:creationId xmlns="" xmlns:a16="http://schemas.microsoft.com/office/drawing/2014/main" id="{BA8A3D90-4310-4042-0641-DDEFD01E8A97}"/>
              </a:ext>
            </a:extLst>
          </p:cNvPr>
          <p:cNvSpPr txBox="1">
            <a:spLocks/>
          </p:cNvSpPr>
          <p:nvPr/>
        </p:nvSpPr>
        <p:spPr>
          <a:xfrm>
            <a:off x="2554326" y="1922627"/>
            <a:ext cx="4149186" cy="159374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 fontScale="77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 Habit 2 :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Mulailah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dengan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tujuan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akhir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contoh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ketika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saya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sekolah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di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Auladi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saya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punya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tujuan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akhir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yaitu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meningkatkan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akademik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juga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meningkatkan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prestasi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punya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target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hafalan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al-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quran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5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juz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tentang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entrepreneur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menemukan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jati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diri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sendiri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 </a:t>
            </a:r>
            <a:endParaRPr lang="en-ID" sz="196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81943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entuk Bebas: Bentuk 14">
            <a:extLst>
              <a:ext uri="{FF2B5EF4-FFF2-40B4-BE49-F238E27FC236}">
                <a16:creationId xmlns="" xmlns:a16="http://schemas.microsoft.com/office/drawing/2014/main" id="{88FA08DD-EFA8-4986-ABB6-59C8A4DDDB37}"/>
              </a:ext>
            </a:extLst>
          </p:cNvPr>
          <p:cNvSpPr/>
          <p:nvPr/>
        </p:nvSpPr>
        <p:spPr>
          <a:xfrm>
            <a:off x="-1639107" y="-825700"/>
            <a:ext cx="4572000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2" name="Bentuk Bebas: Bentuk 11">
            <a:extLst>
              <a:ext uri="{FF2B5EF4-FFF2-40B4-BE49-F238E27FC236}">
                <a16:creationId xmlns="" xmlns:a16="http://schemas.microsoft.com/office/drawing/2014/main" id="{D5629F74-9298-414D-BC01-92C30F314AE8}"/>
              </a:ext>
            </a:extLst>
          </p:cNvPr>
          <p:cNvSpPr/>
          <p:nvPr/>
        </p:nvSpPr>
        <p:spPr>
          <a:xfrm>
            <a:off x="-920248" y="-919335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pic>
        <p:nvPicPr>
          <p:cNvPr id="2" name="Gambar 1">
            <a:extLst>
              <a:ext uri="{FF2B5EF4-FFF2-40B4-BE49-F238E27FC236}">
                <a16:creationId xmlns="" xmlns:a16="http://schemas.microsoft.com/office/drawing/2014/main" id="{17D11E49-C5DB-462C-AA7D-05D1194B93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3" b="38565"/>
          <a:stretch/>
        </p:blipFill>
        <p:spPr>
          <a:xfrm>
            <a:off x="6809748" y="199382"/>
            <a:ext cx="2143833" cy="512411"/>
          </a:xfrm>
          <a:prstGeom prst="rect">
            <a:avLst/>
          </a:prstGeom>
        </p:spPr>
      </p:pic>
      <p:pic>
        <p:nvPicPr>
          <p:cNvPr id="3" name="Gambar 2">
            <a:extLst>
              <a:ext uri="{FF2B5EF4-FFF2-40B4-BE49-F238E27FC236}">
                <a16:creationId xmlns="" xmlns:a16="http://schemas.microsoft.com/office/drawing/2014/main" id="{16FF52C4-744B-40DA-A4C7-A21C84DE00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7" b="26731"/>
          <a:stretch/>
        </p:blipFill>
        <p:spPr>
          <a:xfrm>
            <a:off x="254712" y="197864"/>
            <a:ext cx="1134681" cy="513929"/>
          </a:xfrm>
          <a:prstGeom prst="rect">
            <a:avLst/>
          </a:prstGeom>
        </p:spPr>
      </p:pic>
      <p:sp>
        <p:nvSpPr>
          <p:cNvPr id="13" name="Bentuk Bebas: Bentuk 12">
            <a:extLst>
              <a:ext uri="{FF2B5EF4-FFF2-40B4-BE49-F238E27FC236}">
                <a16:creationId xmlns="" xmlns:a16="http://schemas.microsoft.com/office/drawing/2014/main" id="{9A7AA5A1-788C-4C84-B8A2-24776044FAD0}"/>
              </a:ext>
            </a:extLst>
          </p:cNvPr>
          <p:cNvSpPr/>
          <p:nvPr/>
        </p:nvSpPr>
        <p:spPr>
          <a:xfrm>
            <a:off x="6784590" y="2663770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4" name="Bentuk Bebas: Bentuk 13">
            <a:extLst>
              <a:ext uri="{FF2B5EF4-FFF2-40B4-BE49-F238E27FC236}">
                <a16:creationId xmlns="" xmlns:a16="http://schemas.microsoft.com/office/drawing/2014/main" id="{CD1B4B9D-B763-4572-A588-9779F2440333}"/>
              </a:ext>
            </a:extLst>
          </p:cNvPr>
          <p:cNvSpPr/>
          <p:nvPr/>
        </p:nvSpPr>
        <p:spPr>
          <a:xfrm>
            <a:off x="-776973" y="-1210080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noFill/>
          <a:ln w="28575" cap="flat">
            <a:solidFill>
              <a:srgbClr val="019846"/>
            </a:solidFill>
            <a:prstDash val="dash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6" name="Bentuk Bebas: Bentuk 15">
            <a:extLst>
              <a:ext uri="{FF2B5EF4-FFF2-40B4-BE49-F238E27FC236}">
                <a16:creationId xmlns="" xmlns:a16="http://schemas.microsoft.com/office/drawing/2014/main" id="{44CDAA40-DAEC-4C5C-8F97-8666A728F315}"/>
              </a:ext>
            </a:extLst>
          </p:cNvPr>
          <p:cNvSpPr/>
          <p:nvPr/>
        </p:nvSpPr>
        <p:spPr>
          <a:xfrm rot="980602">
            <a:off x="6891622" y="2495176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0" name="Google Shape;744;p66">
            <a:extLst>
              <a:ext uri="{FF2B5EF4-FFF2-40B4-BE49-F238E27FC236}">
                <a16:creationId xmlns="" xmlns:a16="http://schemas.microsoft.com/office/drawing/2014/main" id="{BA8A3D90-4310-4042-0641-DDEFD01E8A97}"/>
              </a:ext>
            </a:extLst>
          </p:cNvPr>
          <p:cNvSpPr txBox="1">
            <a:spLocks/>
          </p:cNvSpPr>
          <p:nvPr/>
        </p:nvSpPr>
        <p:spPr>
          <a:xfrm>
            <a:off x="2495550" y="571500"/>
            <a:ext cx="4136640" cy="224625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endParaRPr lang="en-ID" sz="2000" b="1" dirty="0" smtClean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algn="ctr"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endParaRPr lang="en-ID" sz="200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algn="ctr"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endParaRPr lang="en-ID" sz="2000" b="1" dirty="0" smtClean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algn="ctr"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endParaRPr lang="en-ID" sz="200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algn="ctr"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endParaRPr lang="en-ID" sz="2000" b="1" dirty="0" smtClean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algn="ctr"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endParaRPr lang="en-ID" sz="200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algn="ctr"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 habits 3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ini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artinya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mendahulukan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yang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utama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seperti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dahulukan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hafalan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dan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belajar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dari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pada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bermain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Jadi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kita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harus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memilih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yang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terpenting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dalam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hidup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kita</a:t>
            </a:r>
            <a:r>
              <a:rPr lang="en-ID" sz="200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untuk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yang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akan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200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mendatang</a:t>
            </a:r>
            <a:r>
              <a:rPr lang="en-ID" sz="200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endParaRPr lang="en-ID" sz="200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81943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entuk Bebas: Bentuk 14">
            <a:extLst>
              <a:ext uri="{FF2B5EF4-FFF2-40B4-BE49-F238E27FC236}">
                <a16:creationId xmlns="" xmlns:a16="http://schemas.microsoft.com/office/drawing/2014/main" id="{88FA08DD-EFA8-4986-ABB6-59C8A4DDDB37}"/>
              </a:ext>
            </a:extLst>
          </p:cNvPr>
          <p:cNvSpPr/>
          <p:nvPr/>
        </p:nvSpPr>
        <p:spPr>
          <a:xfrm>
            <a:off x="-1639107" y="-825700"/>
            <a:ext cx="4572000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2" name="Bentuk Bebas: Bentuk 11">
            <a:extLst>
              <a:ext uri="{FF2B5EF4-FFF2-40B4-BE49-F238E27FC236}">
                <a16:creationId xmlns="" xmlns:a16="http://schemas.microsoft.com/office/drawing/2014/main" id="{D5629F74-9298-414D-BC01-92C30F314AE8}"/>
              </a:ext>
            </a:extLst>
          </p:cNvPr>
          <p:cNvSpPr/>
          <p:nvPr/>
        </p:nvSpPr>
        <p:spPr>
          <a:xfrm>
            <a:off x="-920248" y="-919335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pic>
        <p:nvPicPr>
          <p:cNvPr id="2" name="Gambar 1">
            <a:extLst>
              <a:ext uri="{FF2B5EF4-FFF2-40B4-BE49-F238E27FC236}">
                <a16:creationId xmlns="" xmlns:a16="http://schemas.microsoft.com/office/drawing/2014/main" id="{17D11E49-C5DB-462C-AA7D-05D1194B93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3" b="38565"/>
          <a:stretch/>
        </p:blipFill>
        <p:spPr>
          <a:xfrm>
            <a:off x="6809748" y="199382"/>
            <a:ext cx="2143833" cy="512411"/>
          </a:xfrm>
          <a:prstGeom prst="rect">
            <a:avLst/>
          </a:prstGeom>
        </p:spPr>
      </p:pic>
      <p:pic>
        <p:nvPicPr>
          <p:cNvPr id="3" name="Gambar 2">
            <a:extLst>
              <a:ext uri="{FF2B5EF4-FFF2-40B4-BE49-F238E27FC236}">
                <a16:creationId xmlns="" xmlns:a16="http://schemas.microsoft.com/office/drawing/2014/main" id="{16FF52C4-744B-40DA-A4C7-A21C84DE00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7" b="26731"/>
          <a:stretch/>
        </p:blipFill>
        <p:spPr>
          <a:xfrm>
            <a:off x="254712" y="197864"/>
            <a:ext cx="1134681" cy="513929"/>
          </a:xfrm>
          <a:prstGeom prst="rect">
            <a:avLst/>
          </a:prstGeom>
        </p:spPr>
      </p:pic>
      <p:sp>
        <p:nvSpPr>
          <p:cNvPr id="13" name="Bentuk Bebas: Bentuk 12">
            <a:extLst>
              <a:ext uri="{FF2B5EF4-FFF2-40B4-BE49-F238E27FC236}">
                <a16:creationId xmlns="" xmlns:a16="http://schemas.microsoft.com/office/drawing/2014/main" id="{9A7AA5A1-788C-4C84-B8A2-24776044FAD0}"/>
              </a:ext>
            </a:extLst>
          </p:cNvPr>
          <p:cNvSpPr/>
          <p:nvPr/>
        </p:nvSpPr>
        <p:spPr>
          <a:xfrm>
            <a:off x="6784590" y="2663770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4" name="Bentuk Bebas: Bentuk 13">
            <a:extLst>
              <a:ext uri="{FF2B5EF4-FFF2-40B4-BE49-F238E27FC236}">
                <a16:creationId xmlns="" xmlns:a16="http://schemas.microsoft.com/office/drawing/2014/main" id="{CD1B4B9D-B763-4572-A588-9779F2440333}"/>
              </a:ext>
            </a:extLst>
          </p:cNvPr>
          <p:cNvSpPr/>
          <p:nvPr/>
        </p:nvSpPr>
        <p:spPr>
          <a:xfrm>
            <a:off x="-776973" y="-1210080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noFill/>
          <a:ln w="28575" cap="flat">
            <a:solidFill>
              <a:srgbClr val="019846"/>
            </a:solidFill>
            <a:prstDash val="dash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6" name="Bentuk Bebas: Bentuk 15">
            <a:extLst>
              <a:ext uri="{FF2B5EF4-FFF2-40B4-BE49-F238E27FC236}">
                <a16:creationId xmlns="" xmlns:a16="http://schemas.microsoft.com/office/drawing/2014/main" id="{44CDAA40-DAEC-4C5C-8F97-8666A728F315}"/>
              </a:ext>
            </a:extLst>
          </p:cNvPr>
          <p:cNvSpPr/>
          <p:nvPr/>
        </p:nvSpPr>
        <p:spPr>
          <a:xfrm rot="980602">
            <a:off x="6891622" y="2495176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0" name="Google Shape;744;p66">
            <a:extLst>
              <a:ext uri="{FF2B5EF4-FFF2-40B4-BE49-F238E27FC236}">
                <a16:creationId xmlns="" xmlns:a16="http://schemas.microsoft.com/office/drawing/2014/main" id="{BA8A3D90-4310-4042-0641-DDEFD01E8A97}"/>
              </a:ext>
            </a:extLst>
          </p:cNvPr>
          <p:cNvSpPr txBox="1">
            <a:spLocks/>
          </p:cNvSpPr>
          <p:nvPr/>
        </p:nvSpPr>
        <p:spPr>
          <a:xfrm>
            <a:off x="2483004" y="1123950"/>
            <a:ext cx="4149186" cy="2743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 fontScale="92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Dihabits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4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adalah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semua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orang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bisa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menang</a:t>
            </a:r>
            <a:r>
              <a:rPr lang="en-ID" sz="196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atau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berpikir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menang-menang.contoh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dalam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diskusi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kelompok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kita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harus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mendengarkan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orang lain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sama-sama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mencari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solusi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biar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bisa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menang-menang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Atau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contoh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lain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ketika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ada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rebutan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makanan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bersama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teman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maka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kita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harus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bagi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makanan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itu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dengan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rata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supaya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tidak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ada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satu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pihak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yang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diuntungkan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endParaRPr lang="en-ID" sz="196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81943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entuk Bebas: Bentuk 14">
            <a:extLst>
              <a:ext uri="{FF2B5EF4-FFF2-40B4-BE49-F238E27FC236}">
                <a16:creationId xmlns="" xmlns:a16="http://schemas.microsoft.com/office/drawing/2014/main" id="{88FA08DD-EFA8-4986-ABB6-59C8A4DDDB37}"/>
              </a:ext>
            </a:extLst>
          </p:cNvPr>
          <p:cNvSpPr/>
          <p:nvPr/>
        </p:nvSpPr>
        <p:spPr>
          <a:xfrm>
            <a:off x="-1639107" y="-825700"/>
            <a:ext cx="4572000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2" name="Bentuk Bebas: Bentuk 11">
            <a:extLst>
              <a:ext uri="{FF2B5EF4-FFF2-40B4-BE49-F238E27FC236}">
                <a16:creationId xmlns="" xmlns:a16="http://schemas.microsoft.com/office/drawing/2014/main" id="{D5629F74-9298-414D-BC01-92C30F314AE8}"/>
              </a:ext>
            </a:extLst>
          </p:cNvPr>
          <p:cNvSpPr/>
          <p:nvPr/>
        </p:nvSpPr>
        <p:spPr>
          <a:xfrm>
            <a:off x="-920248" y="-919335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pic>
        <p:nvPicPr>
          <p:cNvPr id="2" name="Gambar 1">
            <a:extLst>
              <a:ext uri="{FF2B5EF4-FFF2-40B4-BE49-F238E27FC236}">
                <a16:creationId xmlns="" xmlns:a16="http://schemas.microsoft.com/office/drawing/2014/main" id="{17D11E49-C5DB-462C-AA7D-05D1194B93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3" b="38565"/>
          <a:stretch/>
        </p:blipFill>
        <p:spPr>
          <a:xfrm>
            <a:off x="6809748" y="199382"/>
            <a:ext cx="2143833" cy="512411"/>
          </a:xfrm>
          <a:prstGeom prst="rect">
            <a:avLst/>
          </a:prstGeom>
        </p:spPr>
      </p:pic>
      <p:pic>
        <p:nvPicPr>
          <p:cNvPr id="3" name="Gambar 2">
            <a:extLst>
              <a:ext uri="{FF2B5EF4-FFF2-40B4-BE49-F238E27FC236}">
                <a16:creationId xmlns="" xmlns:a16="http://schemas.microsoft.com/office/drawing/2014/main" id="{16FF52C4-744B-40DA-A4C7-A21C84DE00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7" b="26731"/>
          <a:stretch/>
        </p:blipFill>
        <p:spPr>
          <a:xfrm>
            <a:off x="254712" y="197864"/>
            <a:ext cx="1134681" cy="513929"/>
          </a:xfrm>
          <a:prstGeom prst="rect">
            <a:avLst/>
          </a:prstGeom>
        </p:spPr>
      </p:pic>
      <p:sp>
        <p:nvSpPr>
          <p:cNvPr id="13" name="Bentuk Bebas: Bentuk 12">
            <a:extLst>
              <a:ext uri="{FF2B5EF4-FFF2-40B4-BE49-F238E27FC236}">
                <a16:creationId xmlns="" xmlns:a16="http://schemas.microsoft.com/office/drawing/2014/main" id="{9A7AA5A1-788C-4C84-B8A2-24776044FAD0}"/>
              </a:ext>
            </a:extLst>
          </p:cNvPr>
          <p:cNvSpPr/>
          <p:nvPr/>
        </p:nvSpPr>
        <p:spPr>
          <a:xfrm>
            <a:off x="6784590" y="2663770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4" name="Bentuk Bebas: Bentuk 13">
            <a:extLst>
              <a:ext uri="{FF2B5EF4-FFF2-40B4-BE49-F238E27FC236}">
                <a16:creationId xmlns="" xmlns:a16="http://schemas.microsoft.com/office/drawing/2014/main" id="{CD1B4B9D-B763-4572-A588-9779F2440333}"/>
              </a:ext>
            </a:extLst>
          </p:cNvPr>
          <p:cNvSpPr/>
          <p:nvPr/>
        </p:nvSpPr>
        <p:spPr>
          <a:xfrm>
            <a:off x="-776973" y="-1210080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noFill/>
          <a:ln w="28575" cap="flat">
            <a:solidFill>
              <a:srgbClr val="019846"/>
            </a:solidFill>
            <a:prstDash val="dash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6" name="Bentuk Bebas: Bentuk 15">
            <a:extLst>
              <a:ext uri="{FF2B5EF4-FFF2-40B4-BE49-F238E27FC236}">
                <a16:creationId xmlns="" xmlns:a16="http://schemas.microsoft.com/office/drawing/2014/main" id="{44CDAA40-DAEC-4C5C-8F97-8666A728F315}"/>
              </a:ext>
            </a:extLst>
          </p:cNvPr>
          <p:cNvSpPr/>
          <p:nvPr/>
        </p:nvSpPr>
        <p:spPr>
          <a:xfrm rot="980602">
            <a:off x="6891622" y="2495176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0" name="Google Shape;744;p66">
            <a:extLst>
              <a:ext uri="{FF2B5EF4-FFF2-40B4-BE49-F238E27FC236}">
                <a16:creationId xmlns="" xmlns:a16="http://schemas.microsoft.com/office/drawing/2014/main" id="{BA8A3D90-4310-4042-0641-DDEFD01E8A97}"/>
              </a:ext>
            </a:extLst>
          </p:cNvPr>
          <p:cNvSpPr txBox="1">
            <a:spLocks/>
          </p:cNvSpPr>
          <p:nvPr/>
        </p:nvSpPr>
        <p:spPr>
          <a:xfrm>
            <a:off x="2076449" y="1400175"/>
            <a:ext cx="4829175" cy="283844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Habits 5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artinya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dengarkan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sebelum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berbicara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yaitu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kita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harus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tau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cerita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orang lain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mencari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tau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tentang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faktanya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Contoh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terjadi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perkelahian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antara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Hafy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Agha. Guru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harus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mendengarkan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cerita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mereka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berdua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jangan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dari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satu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pihak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mencari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tau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kelapangan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atau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menjadi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teman-teman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lain yang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melihat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perkelahian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agar tau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awal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mula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terjadi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peristiwa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tersebut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endParaRPr lang="en-ID" sz="196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81943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entuk Bebas: Bentuk 14">
            <a:extLst>
              <a:ext uri="{FF2B5EF4-FFF2-40B4-BE49-F238E27FC236}">
                <a16:creationId xmlns="" xmlns:a16="http://schemas.microsoft.com/office/drawing/2014/main" id="{88FA08DD-EFA8-4986-ABB6-59C8A4DDDB37}"/>
              </a:ext>
            </a:extLst>
          </p:cNvPr>
          <p:cNvSpPr/>
          <p:nvPr/>
        </p:nvSpPr>
        <p:spPr>
          <a:xfrm>
            <a:off x="-1639107" y="-825700"/>
            <a:ext cx="4572000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2" name="Bentuk Bebas: Bentuk 11">
            <a:extLst>
              <a:ext uri="{FF2B5EF4-FFF2-40B4-BE49-F238E27FC236}">
                <a16:creationId xmlns="" xmlns:a16="http://schemas.microsoft.com/office/drawing/2014/main" id="{D5629F74-9298-414D-BC01-92C30F314AE8}"/>
              </a:ext>
            </a:extLst>
          </p:cNvPr>
          <p:cNvSpPr/>
          <p:nvPr/>
        </p:nvSpPr>
        <p:spPr>
          <a:xfrm>
            <a:off x="-920248" y="-919335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pic>
        <p:nvPicPr>
          <p:cNvPr id="2" name="Gambar 1">
            <a:extLst>
              <a:ext uri="{FF2B5EF4-FFF2-40B4-BE49-F238E27FC236}">
                <a16:creationId xmlns="" xmlns:a16="http://schemas.microsoft.com/office/drawing/2014/main" id="{17D11E49-C5DB-462C-AA7D-05D1194B93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3" b="38565"/>
          <a:stretch/>
        </p:blipFill>
        <p:spPr>
          <a:xfrm>
            <a:off x="6809748" y="199382"/>
            <a:ext cx="2143833" cy="512411"/>
          </a:xfrm>
          <a:prstGeom prst="rect">
            <a:avLst/>
          </a:prstGeom>
        </p:spPr>
      </p:pic>
      <p:pic>
        <p:nvPicPr>
          <p:cNvPr id="3" name="Gambar 2">
            <a:extLst>
              <a:ext uri="{FF2B5EF4-FFF2-40B4-BE49-F238E27FC236}">
                <a16:creationId xmlns="" xmlns:a16="http://schemas.microsoft.com/office/drawing/2014/main" id="{16FF52C4-744B-40DA-A4C7-A21C84DE00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7" b="26731"/>
          <a:stretch/>
        </p:blipFill>
        <p:spPr>
          <a:xfrm>
            <a:off x="254712" y="197864"/>
            <a:ext cx="1134681" cy="513929"/>
          </a:xfrm>
          <a:prstGeom prst="rect">
            <a:avLst/>
          </a:prstGeom>
        </p:spPr>
      </p:pic>
      <p:sp>
        <p:nvSpPr>
          <p:cNvPr id="13" name="Bentuk Bebas: Bentuk 12">
            <a:extLst>
              <a:ext uri="{FF2B5EF4-FFF2-40B4-BE49-F238E27FC236}">
                <a16:creationId xmlns="" xmlns:a16="http://schemas.microsoft.com/office/drawing/2014/main" id="{9A7AA5A1-788C-4C84-B8A2-24776044FAD0}"/>
              </a:ext>
            </a:extLst>
          </p:cNvPr>
          <p:cNvSpPr/>
          <p:nvPr/>
        </p:nvSpPr>
        <p:spPr>
          <a:xfrm>
            <a:off x="6784590" y="2663770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4" name="Bentuk Bebas: Bentuk 13">
            <a:extLst>
              <a:ext uri="{FF2B5EF4-FFF2-40B4-BE49-F238E27FC236}">
                <a16:creationId xmlns="" xmlns:a16="http://schemas.microsoft.com/office/drawing/2014/main" id="{CD1B4B9D-B763-4572-A588-9779F2440333}"/>
              </a:ext>
            </a:extLst>
          </p:cNvPr>
          <p:cNvSpPr/>
          <p:nvPr/>
        </p:nvSpPr>
        <p:spPr>
          <a:xfrm>
            <a:off x="-776973" y="-1210080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noFill/>
          <a:ln w="28575" cap="flat">
            <a:solidFill>
              <a:srgbClr val="019846"/>
            </a:solidFill>
            <a:prstDash val="dash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6" name="Bentuk Bebas: Bentuk 15">
            <a:extLst>
              <a:ext uri="{FF2B5EF4-FFF2-40B4-BE49-F238E27FC236}">
                <a16:creationId xmlns="" xmlns:a16="http://schemas.microsoft.com/office/drawing/2014/main" id="{44CDAA40-DAEC-4C5C-8F97-8666A728F315}"/>
              </a:ext>
            </a:extLst>
          </p:cNvPr>
          <p:cNvSpPr/>
          <p:nvPr/>
        </p:nvSpPr>
        <p:spPr>
          <a:xfrm rot="980602">
            <a:off x="6891622" y="2495176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0" name="Google Shape;744;p66">
            <a:extLst>
              <a:ext uri="{FF2B5EF4-FFF2-40B4-BE49-F238E27FC236}">
                <a16:creationId xmlns="" xmlns:a16="http://schemas.microsoft.com/office/drawing/2014/main" id="{BA8A3D90-4310-4042-0641-DDEFD01E8A97}"/>
              </a:ext>
            </a:extLst>
          </p:cNvPr>
          <p:cNvSpPr txBox="1">
            <a:spLocks/>
          </p:cNvSpPr>
          <p:nvPr/>
        </p:nvSpPr>
        <p:spPr>
          <a:xfrm>
            <a:off x="2057401" y="1047750"/>
            <a:ext cx="4657724" cy="321945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Habits 6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artinya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berkerja</a:t>
            </a:r>
            <a:r>
              <a:rPr lang="en-ID" sz="196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sama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agar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dapat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mendapatkan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hasil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yang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diinginkan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Contoh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Bilqis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kelompoknya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ingin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mengambil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bola yang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jatuh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di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sungai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agar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mereka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bisa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cepat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main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lagi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mereka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haus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berkerja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sama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bisa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mendapatkan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bola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tersebut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bisa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bermain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lagi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endParaRPr lang="en-ID" sz="196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81943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entuk Bebas: Bentuk 14">
            <a:extLst>
              <a:ext uri="{FF2B5EF4-FFF2-40B4-BE49-F238E27FC236}">
                <a16:creationId xmlns="" xmlns:a16="http://schemas.microsoft.com/office/drawing/2014/main" id="{88FA08DD-EFA8-4986-ABB6-59C8A4DDDB37}"/>
              </a:ext>
            </a:extLst>
          </p:cNvPr>
          <p:cNvSpPr/>
          <p:nvPr/>
        </p:nvSpPr>
        <p:spPr>
          <a:xfrm>
            <a:off x="-1639107" y="-825700"/>
            <a:ext cx="4572000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2" name="Bentuk Bebas: Bentuk 11">
            <a:extLst>
              <a:ext uri="{FF2B5EF4-FFF2-40B4-BE49-F238E27FC236}">
                <a16:creationId xmlns="" xmlns:a16="http://schemas.microsoft.com/office/drawing/2014/main" id="{D5629F74-9298-414D-BC01-92C30F314AE8}"/>
              </a:ext>
            </a:extLst>
          </p:cNvPr>
          <p:cNvSpPr/>
          <p:nvPr/>
        </p:nvSpPr>
        <p:spPr>
          <a:xfrm>
            <a:off x="-920248" y="-919335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pic>
        <p:nvPicPr>
          <p:cNvPr id="2" name="Gambar 1">
            <a:extLst>
              <a:ext uri="{FF2B5EF4-FFF2-40B4-BE49-F238E27FC236}">
                <a16:creationId xmlns="" xmlns:a16="http://schemas.microsoft.com/office/drawing/2014/main" id="{17D11E49-C5DB-462C-AA7D-05D1194B93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3" b="38565"/>
          <a:stretch/>
        </p:blipFill>
        <p:spPr>
          <a:xfrm>
            <a:off x="6809748" y="199382"/>
            <a:ext cx="2143833" cy="512411"/>
          </a:xfrm>
          <a:prstGeom prst="rect">
            <a:avLst/>
          </a:prstGeom>
        </p:spPr>
      </p:pic>
      <p:pic>
        <p:nvPicPr>
          <p:cNvPr id="3" name="Gambar 2">
            <a:extLst>
              <a:ext uri="{FF2B5EF4-FFF2-40B4-BE49-F238E27FC236}">
                <a16:creationId xmlns="" xmlns:a16="http://schemas.microsoft.com/office/drawing/2014/main" id="{16FF52C4-744B-40DA-A4C7-A21C84DE00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7" b="26731"/>
          <a:stretch/>
        </p:blipFill>
        <p:spPr>
          <a:xfrm>
            <a:off x="254712" y="197864"/>
            <a:ext cx="1134681" cy="513929"/>
          </a:xfrm>
          <a:prstGeom prst="rect">
            <a:avLst/>
          </a:prstGeom>
        </p:spPr>
      </p:pic>
      <p:sp>
        <p:nvSpPr>
          <p:cNvPr id="13" name="Bentuk Bebas: Bentuk 12">
            <a:extLst>
              <a:ext uri="{FF2B5EF4-FFF2-40B4-BE49-F238E27FC236}">
                <a16:creationId xmlns="" xmlns:a16="http://schemas.microsoft.com/office/drawing/2014/main" id="{9A7AA5A1-788C-4C84-B8A2-24776044FAD0}"/>
              </a:ext>
            </a:extLst>
          </p:cNvPr>
          <p:cNvSpPr/>
          <p:nvPr/>
        </p:nvSpPr>
        <p:spPr>
          <a:xfrm>
            <a:off x="6784590" y="2663770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4" name="Bentuk Bebas: Bentuk 13">
            <a:extLst>
              <a:ext uri="{FF2B5EF4-FFF2-40B4-BE49-F238E27FC236}">
                <a16:creationId xmlns="" xmlns:a16="http://schemas.microsoft.com/office/drawing/2014/main" id="{CD1B4B9D-B763-4572-A588-9779F2440333}"/>
              </a:ext>
            </a:extLst>
          </p:cNvPr>
          <p:cNvSpPr/>
          <p:nvPr/>
        </p:nvSpPr>
        <p:spPr>
          <a:xfrm>
            <a:off x="-776973" y="-1210080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noFill/>
          <a:ln w="28575" cap="flat">
            <a:solidFill>
              <a:srgbClr val="019846"/>
            </a:solidFill>
            <a:prstDash val="dash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6" name="Bentuk Bebas: Bentuk 15">
            <a:extLst>
              <a:ext uri="{FF2B5EF4-FFF2-40B4-BE49-F238E27FC236}">
                <a16:creationId xmlns="" xmlns:a16="http://schemas.microsoft.com/office/drawing/2014/main" id="{44CDAA40-DAEC-4C5C-8F97-8666A728F315}"/>
              </a:ext>
            </a:extLst>
          </p:cNvPr>
          <p:cNvSpPr/>
          <p:nvPr/>
        </p:nvSpPr>
        <p:spPr>
          <a:xfrm rot="980602">
            <a:off x="6891622" y="2495176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0" name="Google Shape;744;p66">
            <a:extLst>
              <a:ext uri="{FF2B5EF4-FFF2-40B4-BE49-F238E27FC236}">
                <a16:creationId xmlns="" xmlns:a16="http://schemas.microsoft.com/office/drawing/2014/main" id="{BA8A3D90-4310-4042-0641-DDEFD01E8A97}"/>
              </a:ext>
            </a:extLst>
          </p:cNvPr>
          <p:cNvSpPr txBox="1">
            <a:spLocks/>
          </p:cNvSpPr>
          <p:nvPr/>
        </p:nvSpPr>
        <p:spPr>
          <a:xfrm>
            <a:off x="2483004" y="1438276"/>
            <a:ext cx="4149186" cy="3124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FFC000"/>
              </a:buClr>
              <a:buSzPts val="3960"/>
              <a:buFont typeface="Bookman Old Style"/>
              <a:buNone/>
            </a:pP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Habit 7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ini</a:t>
            </a:r>
            <a:r>
              <a:rPr lang="en-ID" sz="196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artinya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mengasah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gergaji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atau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mengasah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kemampuan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diri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sendiri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Contoh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: Kita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bersekolah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di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Auladi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pas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awal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masuk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kita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ragu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akan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kemampuan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sendiri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namun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kita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harus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mengasah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kemapuan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sendiri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dengan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belajar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tekun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percaya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akan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kemampuan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diri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sendiri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Kalau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kita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itu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bisa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asalkan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mau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D" sz="1960" b="1" dirty="0" err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berusaha</a:t>
            </a:r>
            <a:r>
              <a:rPr lang="en-ID" sz="1960" b="1" dirty="0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endParaRPr lang="en-ID" sz="196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81943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entuk Bebas: Bentuk 14">
            <a:extLst>
              <a:ext uri="{FF2B5EF4-FFF2-40B4-BE49-F238E27FC236}">
                <a16:creationId xmlns="" xmlns:a16="http://schemas.microsoft.com/office/drawing/2014/main" id="{88FA08DD-EFA8-4986-ABB6-59C8A4DDDB37}"/>
              </a:ext>
            </a:extLst>
          </p:cNvPr>
          <p:cNvSpPr/>
          <p:nvPr/>
        </p:nvSpPr>
        <p:spPr>
          <a:xfrm>
            <a:off x="-1639107" y="-825700"/>
            <a:ext cx="4572000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2" name="Bentuk Bebas: Bentuk 11">
            <a:extLst>
              <a:ext uri="{FF2B5EF4-FFF2-40B4-BE49-F238E27FC236}">
                <a16:creationId xmlns="" xmlns:a16="http://schemas.microsoft.com/office/drawing/2014/main" id="{D5629F74-9298-414D-BC01-92C30F314AE8}"/>
              </a:ext>
            </a:extLst>
          </p:cNvPr>
          <p:cNvSpPr/>
          <p:nvPr/>
        </p:nvSpPr>
        <p:spPr>
          <a:xfrm>
            <a:off x="-920248" y="-919335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pic>
        <p:nvPicPr>
          <p:cNvPr id="2" name="Gambar 1">
            <a:extLst>
              <a:ext uri="{FF2B5EF4-FFF2-40B4-BE49-F238E27FC236}">
                <a16:creationId xmlns="" xmlns:a16="http://schemas.microsoft.com/office/drawing/2014/main" id="{17D11E49-C5DB-462C-AA7D-05D1194B93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3" b="38565"/>
          <a:stretch/>
        </p:blipFill>
        <p:spPr>
          <a:xfrm>
            <a:off x="6809748" y="199382"/>
            <a:ext cx="2143833" cy="512411"/>
          </a:xfrm>
          <a:prstGeom prst="rect">
            <a:avLst/>
          </a:prstGeom>
        </p:spPr>
      </p:pic>
      <p:pic>
        <p:nvPicPr>
          <p:cNvPr id="3" name="Gambar 2">
            <a:extLst>
              <a:ext uri="{FF2B5EF4-FFF2-40B4-BE49-F238E27FC236}">
                <a16:creationId xmlns="" xmlns:a16="http://schemas.microsoft.com/office/drawing/2014/main" id="{16FF52C4-744B-40DA-A4C7-A21C84DE00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7" b="26731"/>
          <a:stretch/>
        </p:blipFill>
        <p:spPr>
          <a:xfrm>
            <a:off x="254712" y="197864"/>
            <a:ext cx="1134681" cy="513929"/>
          </a:xfrm>
          <a:prstGeom prst="rect">
            <a:avLst/>
          </a:prstGeom>
        </p:spPr>
      </p:pic>
      <p:sp>
        <p:nvSpPr>
          <p:cNvPr id="13" name="Bentuk Bebas: Bentuk 12">
            <a:extLst>
              <a:ext uri="{FF2B5EF4-FFF2-40B4-BE49-F238E27FC236}">
                <a16:creationId xmlns="" xmlns:a16="http://schemas.microsoft.com/office/drawing/2014/main" id="{9A7AA5A1-788C-4C84-B8A2-24776044FAD0}"/>
              </a:ext>
            </a:extLst>
          </p:cNvPr>
          <p:cNvSpPr/>
          <p:nvPr/>
        </p:nvSpPr>
        <p:spPr>
          <a:xfrm>
            <a:off x="6784590" y="2663770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4" name="Bentuk Bebas: Bentuk 13">
            <a:extLst>
              <a:ext uri="{FF2B5EF4-FFF2-40B4-BE49-F238E27FC236}">
                <a16:creationId xmlns="" xmlns:a16="http://schemas.microsoft.com/office/drawing/2014/main" id="{CD1B4B9D-B763-4572-A588-9779F2440333}"/>
              </a:ext>
            </a:extLst>
          </p:cNvPr>
          <p:cNvSpPr/>
          <p:nvPr/>
        </p:nvSpPr>
        <p:spPr>
          <a:xfrm>
            <a:off x="-776973" y="-1210080"/>
            <a:ext cx="3696386" cy="3132707"/>
          </a:xfrm>
          <a:custGeom>
            <a:avLst/>
            <a:gdLst>
              <a:gd name="connsiteX0" fmla="*/ 3584244 w 4928515"/>
              <a:gd name="connsiteY0" fmla="*/ 3367 h 4176943"/>
              <a:gd name="connsiteX1" fmla="*/ 4644537 w 4928515"/>
              <a:gd name="connsiteY1" fmla="*/ 462998 h 4176943"/>
              <a:gd name="connsiteX2" fmla="*/ 4862493 w 4928515"/>
              <a:gd name="connsiteY2" fmla="*/ 1544446 h 4176943"/>
              <a:gd name="connsiteX3" fmla="*/ 4026567 w 4928515"/>
              <a:gd name="connsiteY3" fmla="*/ 2394475 h 4176943"/>
              <a:gd name="connsiteX4" fmla="*/ 3291927 w 4928515"/>
              <a:gd name="connsiteY4" fmla="*/ 3122064 h 4176943"/>
              <a:gd name="connsiteX5" fmla="*/ 2423948 w 4928515"/>
              <a:gd name="connsiteY5" fmla="*/ 4067609 h 4176943"/>
              <a:gd name="connsiteX6" fmla="*/ 1206598 w 4928515"/>
              <a:gd name="connsiteY6" fmla="*/ 3952862 h 4176943"/>
              <a:gd name="connsiteX7" fmla="*/ 381570 w 4928515"/>
              <a:gd name="connsiteY7" fmla="*/ 2886800 h 4176943"/>
              <a:gd name="connsiteX8" fmla="*/ 788 w 4928515"/>
              <a:gd name="connsiteY8" fmla="*/ 1633551 h 4176943"/>
              <a:gd name="connsiteX9" fmla="*/ 525165 w 4928515"/>
              <a:gd name="connsiteY9" fmla="*/ 576464 h 4176943"/>
              <a:gd name="connsiteX10" fmla="*/ 1643152 w 4928515"/>
              <a:gd name="connsiteY10" fmla="*/ 257863 h 4176943"/>
              <a:gd name="connsiteX11" fmla="*/ 2567543 w 4928515"/>
              <a:gd name="connsiteY11" fmla="*/ 143756 h 4176943"/>
              <a:gd name="connsiteX12" fmla="*/ 3584244 w 4928515"/>
              <a:gd name="connsiteY12" fmla="*/ 3367 h 41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28515" h="4176943">
                <a:moveTo>
                  <a:pt x="3584244" y="3367"/>
                </a:moveTo>
                <a:cubicBezTo>
                  <a:pt x="3963104" y="25804"/>
                  <a:pt x="4382990" y="171321"/>
                  <a:pt x="4644537" y="462998"/>
                </a:cubicBezTo>
                <a:cubicBezTo>
                  <a:pt x="4905444" y="754675"/>
                  <a:pt x="5008011" y="1191228"/>
                  <a:pt x="4862493" y="1544446"/>
                </a:cubicBezTo>
                <a:cubicBezTo>
                  <a:pt x="4716976" y="1897663"/>
                  <a:pt x="4324654" y="2166903"/>
                  <a:pt x="4026567" y="2394475"/>
                </a:cubicBezTo>
                <a:cubicBezTo>
                  <a:pt x="3728480" y="2622047"/>
                  <a:pt x="3524627" y="2807951"/>
                  <a:pt x="3291927" y="3122064"/>
                </a:cubicBezTo>
                <a:cubicBezTo>
                  <a:pt x="3058585" y="3436177"/>
                  <a:pt x="2795756" y="3878500"/>
                  <a:pt x="2423948" y="4067609"/>
                </a:cubicBezTo>
                <a:cubicBezTo>
                  <a:pt x="2052140" y="4256077"/>
                  <a:pt x="1571355" y="4191331"/>
                  <a:pt x="1206598" y="3952862"/>
                </a:cubicBezTo>
                <a:cubicBezTo>
                  <a:pt x="842483" y="3715033"/>
                  <a:pt x="593757" y="3302839"/>
                  <a:pt x="381570" y="2886800"/>
                </a:cubicBezTo>
                <a:cubicBezTo>
                  <a:pt x="168742" y="2470119"/>
                  <a:pt x="-8187" y="2049591"/>
                  <a:pt x="788" y="1633551"/>
                </a:cubicBezTo>
                <a:cubicBezTo>
                  <a:pt x="10403" y="1218152"/>
                  <a:pt x="205923" y="807882"/>
                  <a:pt x="525165" y="576464"/>
                </a:cubicBezTo>
                <a:cubicBezTo>
                  <a:pt x="844407" y="345045"/>
                  <a:pt x="1288012" y="293120"/>
                  <a:pt x="1643152" y="257863"/>
                </a:cubicBezTo>
                <a:cubicBezTo>
                  <a:pt x="1998933" y="222605"/>
                  <a:pt x="2265609" y="204015"/>
                  <a:pt x="2567543" y="143756"/>
                </a:cubicBezTo>
                <a:cubicBezTo>
                  <a:pt x="2869476" y="84139"/>
                  <a:pt x="3206026" y="-18429"/>
                  <a:pt x="3584244" y="3367"/>
                </a:cubicBezTo>
              </a:path>
            </a:pathLst>
          </a:custGeom>
          <a:noFill/>
          <a:ln w="28575" cap="flat">
            <a:solidFill>
              <a:srgbClr val="019846"/>
            </a:solidFill>
            <a:prstDash val="dash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16" name="Bentuk Bebas: Bentuk 15">
            <a:extLst>
              <a:ext uri="{FF2B5EF4-FFF2-40B4-BE49-F238E27FC236}">
                <a16:creationId xmlns="" xmlns:a16="http://schemas.microsoft.com/office/drawing/2014/main" id="{44CDAA40-DAEC-4C5C-8F97-8666A728F315}"/>
              </a:ext>
            </a:extLst>
          </p:cNvPr>
          <p:cNvSpPr/>
          <p:nvPr/>
        </p:nvSpPr>
        <p:spPr>
          <a:xfrm rot="980602">
            <a:off x="6891622" y="2495176"/>
            <a:ext cx="3860888" cy="4584101"/>
          </a:xfrm>
          <a:custGeom>
            <a:avLst/>
            <a:gdLst>
              <a:gd name="connsiteX0" fmla="*/ 4194496 w 5147850"/>
              <a:gd name="connsiteY0" fmla="*/ 450171 h 6112135"/>
              <a:gd name="connsiteX1" fmla="*/ 4468054 w 5147850"/>
              <a:gd name="connsiteY1" fmla="*/ 2067135 h 6112135"/>
              <a:gd name="connsiteX2" fmla="*/ 5012884 w 5147850"/>
              <a:gd name="connsiteY2" fmla="*/ 3226137 h 6112135"/>
              <a:gd name="connsiteX3" fmla="*/ 5025838 w 5147850"/>
              <a:gd name="connsiteY3" fmla="*/ 4430098 h 6112135"/>
              <a:gd name="connsiteX4" fmla="*/ 4033714 w 5147850"/>
              <a:gd name="connsiteY4" fmla="*/ 5348308 h 6112135"/>
              <a:gd name="connsiteX5" fmla="*/ 2777176 w 5147850"/>
              <a:gd name="connsiteY5" fmla="*/ 6108021 h 6112135"/>
              <a:gd name="connsiteX6" fmla="*/ 1613602 w 5147850"/>
              <a:gd name="connsiteY6" fmla="*/ 5448130 h 6112135"/>
              <a:gd name="connsiteX7" fmla="*/ 1018480 w 5147850"/>
              <a:gd name="connsiteY7" fmla="*/ 4138251 h 6112135"/>
              <a:gd name="connsiteX8" fmla="*/ 69790 w 5147850"/>
              <a:gd name="connsiteY8" fmla="*/ 3035637 h 6112135"/>
              <a:gd name="connsiteX9" fmla="*/ 386782 w 5147850"/>
              <a:gd name="connsiteY9" fmla="*/ 1824057 h 6112135"/>
              <a:gd name="connsiteX10" fmla="*/ 1646368 w 5147850"/>
              <a:gd name="connsiteY10" fmla="*/ 1065105 h 6112135"/>
              <a:gd name="connsiteX11" fmla="*/ 2908240 w 5147850"/>
              <a:gd name="connsiteY11" fmla="*/ 79077 h 6112135"/>
              <a:gd name="connsiteX12" fmla="*/ 4194496 w 5147850"/>
              <a:gd name="connsiteY12" fmla="*/ 450171 h 611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7850" h="6112135">
                <a:moveTo>
                  <a:pt x="4194496" y="450171"/>
                </a:moveTo>
                <a:cubicBezTo>
                  <a:pt x="4442146" y="868509"/>
                  <a:pt x="4365184" y="1572597"/>
                  <a:pt x="4468054" y="2067135"/>
                </a:cubicBezTo>
                <a:cubicBezTo>
                  <a:pt x="4570924" y="2562435"/>
                  <a:pt x="4853626" y="2848185"/>
                  <a:pt x="5012884" y="3226137"/>
                </a:cubicBezTo>
                <a:cubicBezTo>
                  <a:pt x="5172142" y="3604089"/>
                  <a:pt x="5208718" y="4073481"/>
                  <a:pt x="5025838" y="4430098"/>
                </a:cubicBezTo>
                <a:cubicBezTo>
                  <a:pt x="4842958" y="4786713"/>
                  <a:pt x="4440622" y="5029029"/>
                  <a:pt x="4033714" y="5348308"/>
                </a:cubicBezTo>
                <a:cubicBezTo>
                  <a:pt x="3626806" y="5666823"/>
                  <a:pt x="3215326" y="6061540"/>
                  <a:pt x="2777176" y="6108021"/>
                </a:cubicBezTo>
                <a:cubicBezTo>
                  <a:pt x="2339026" y="6153741"/>
                  <a:pt x="1874206" y="5851228"/>
                  <a:pt x="1613602" y="5448130"/>
                </a:cubicBezTo>
                <a:cubicBezTo>
                  <a:pt x="1352998" y="5045032"/>
                  <a:pt x="1296610" y="4541349"/>
                  <a:pt x="1018480" y="4138251"/>
                </a:cubicBezTo>
                <a:cubicBezTo>
                  <a:pt x="740350" y="3735915"/>
                  <a:pt x="240478" y="3434925"/>
                  <a:pt x="69790" y="3035637"/>
                </a:cubicBezTo>
                <a:cubicBezTo>
                  <a:pt x="-100898" y="2636349"/>
                  <a:pt x="58360" y="2138001"/>
                  <a:pt x="386782" y="1824057"/>
                </a:cubicBezTo>
                <a:cubicBezTo>
                  <a:pt x="715966" y="1509351"/>
                  <a:pt x="1215076" y="1377525"/>
                  <a:pt x="1646368" y="1065105"/>
                </a:cubicBezTo>
                <a:cubicBezTo>
                  <a:pt x="2077660" y="752685"/>
                  <a:pt x="2440372" y="259671"/>
                  <a:pt x="2908240" y="79077"/>
                </a:cubicBezTo>
                <a:cubicBezTo>
                  <a:pt x="3375346" y="-101517"/>
                  <a:pt x="3946846" y="31833"/>
                  <a:pt x="4194496" y="450171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1050"/>
          </a:p>
        </p:txBody>
      </p:sp>
      <p:sp>
        <p:nvSpPr>
          <p:cNvPr id="42" name="Google Shape;117;p22">
            <a:extLst>
              <a:ext uri="{FF2B5EF4-FFF2-40B4-BE49-F238E27FC236}">
                <a16:creationId xmlns="" xmlns:a16="http://schemas.microsoft.com/office/drawing/2014/main" id="{1ACC55FE-2C0A-7493-E779-D8A63EF9F687}"/>
              </a:ext>
            </a:extLst>
          </p:cNvPr>
          <p:cNvSpPr txBox="1">
            <a:spLocks/>
          </p:cNvSpPr>
          <p:nvPr/>
        </p:nvSpPr>
        <p:spPr>
          <a:xfrm>
            <a:off x="2448384" y="1732045"/>
            <a:ext cx="4361364" cy="167941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Tx/>
              <a:buSzPts val="990"/>
              <a:buFontTx/>
            </a:pPr>
            <a:r>
              <a:rPr lang="id-ID" sz="6600" b="1" dirty="0">
                <a:latin typeface="Arial Rounded MT Bold" panose="020F0704030504030204" pitchFamily="34" charset="0"/>
              </a:rPr>
              <a:t>Terima kasih</a:t>
            </a:r>
            <a:endParaRPr lang="en-ID" sz="66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556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</TotalTime>
  <Words>382</Words>
  <Application>Microsoft Office PowerPoint</Application>
  <PresentationFormat>On-screen Show (16:9)</PresentationFormat>
  <Paragraphs>29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Narrow</vt:lpstr>
      <vt:lpstr>Arial Rounded MT Bold</vt:lpstr>
      <vt:lpstr>Calibri Light</vt:lpstr>
      <vt:lpstr>Comic Sans MS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7 Habits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BAdaruddin</dc:creator>
  <cp:lastModifiedBy>BAdaruddin</cp:lastModifiedBy>
  <cp:revision>33</cp:revision>
  <dcterms:modified xsi:type="dcterms:W3CDTF">2024-07-19T05:31:56Z</dcterms:modified>
</cp:coreProperties>
</file>