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Maiden Orange" charset="1" panose="020605060000000200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79219" y="527355"/>
            <a:ext cx="12023724" cy="9793870"/>
          </a:xfrm>
          <a:custGeom>
            <a:avLst/>
            <a:gdLst/>
            <a:ahLst/>
            <a:cxnLst/>
            <a:rect r="r" b="b" t="t" l="l"/>
            <a:pathLst>
              <a:path h="9793870" w="12023724">
                <a:moveTo>
                  <a:pt x="0" y="0"/>
                </a:moveTo>
                <a:lnTo>
                  <a:pt x="12023724" y="0"/>
                </a:lnTo>
                <a:lnTo>
                  <a:pt x="12023724" y="9793870"/>
                </a:lnTo>
                <a:lnTo>
                  <a:pt x="0" y="9793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74933" y="8416740"/>
            <a:ext cx="7315200" cy="2205206"/>
          </a:xfrm>
          <a:custGeom>
            <a:avLst/>
            <a:gdLst/>
            <a:ahLst/>
            <a:cxnLst/>
            <a:rect r="r" b="b" t="t" l="l"/>
            <a:pathLst>
              <a:path h="2205206" w="7315200">
                <a:moveTo>
                  <a:pt x="0" y="0"/>
                </a:moveTo>
                <a:lnTo>
                  <a:pt x="7315200" y="0"/>
                </a:lnTo>
                <a:lnTo>
                  <a:pt x="7315200" y="2205206"/>
                </a:lnTo>
                <a:lnTo>
                  <a:pt x="0" y="2205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00976" y="5939707"/>
            <a:ext cx="7212644" cy="166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7"/>
              </a:lnSpc>
            </a:pPr>
            <a:r>
              <a:rPr lang="en-US" sz="4776">
                <a:solidFill>
                  <a:srgbClr val="403D46"/>
                </a:solidFill>
                <a:latin typeface="Maiden Orange"/>
                <a:ea typeface="Maiden Orange"/>
                <a:cs typeface="Maiden Orange"/>
                <a:sym typeface="Maiden Orange"/>
              </a:rPr>
              <a:t>Kelompok 4:Justice, Fadhlan, Dwi, Sani, Wawa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275505" y="8416740"/>
            <a:ext cx="7315200" cy="2205206"/>
          </a:xfrm>
          <a:custGeom>
            <a:avLst/>
            <a:gdLst/>
            <a:ahLst/>
            <a:cxnLst/>
            <a:rect r="r" b="b" t="t" l="l"/>
            <a:pathLst>
              <a:path h="2205206" w="7315200">
                <a:moveTo>
                  <a:pt x="7315200" y="0"/>
                </a:moveTo>
                <a:lnTo>
                  <a:pt x="0" y="0"/>
                </a:lnTo>
                <a:lnTo>
                  <a:pt x="0" y="2205206"/>
                </a:lnTo>
                <a:lnTo>
                  <a:pt x="7315200" y="22052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13620" y="-114300"/>
            <a:ext cx="4974380" cy="3156818"/>
          </a:xfrm>
          <a:custGeom>
            <a:avLst/>
            <a:gdLst/>
            <a:ahLst/>
            <a:cxnLst/>
            <a:rect r="r" b="b" t="t" l="l"/>
            <a:pathLst>
              <a:path h="3156818" w="4974380">
                <a:moveTo>
                  <a:pt x="0" y="0"/>
                </a:moveTo>
                <a:lnTo>
                  <a:pt x="4974380" y="0"/>
                </a:lnTo>
                <a:lnTo>
                  <a:pt x="4974380" y="3156818"/>
                </a:lnTo>
                <a:lnTo>
                  <a:pt x="0" y="31568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86191" y="2909168"/>
            <a:ext cx="8541373" cy="312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sz="5937">
                <a:solidFill>
                  <a:srgbClr val="403D46"/>
                </a:solidFill>
                <a:latin typeface="Maiden Orange"/>
                <a:ea typeface="Maiden Orange"/>
                <a:cs typeface="Maiden Orange"/>
                <a:sym typeface="Maiden Orange"/>
              </a:rPr>
              <a:t>CONTOH PERILAKU/CONTOH DARI MINUMAN KERAS JUDI DAN PERTENGKARAN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0" y="0"/>
            <a:ext cx="4974380" cy="3156818"/>
          </a:xfrm>
          <a:custGeom>
            <a:avLst/>
            <a:gdLst/>
            <a:ahLst/>
            <a:cxnLst/>
            <a:rect r="r" b="b" t="t" l="l"/>
            <a:pathLst>
              <a:path h="3156818" w="4974380">
                <a:moveTo>
                  <a:pt x="4974380" y="0"/>
                </a:moveTo>
                <a:lnTo>
                  <a:pt x="0" y="0"/>
                </a:lnTo>
                <a:lnTo>
                  <a:pt x="0" y="3156818"/>
                </a:lnTo>
                <a:lnTo>
                  <a:pt x="4974380" y="3156818"/>
                </a:lnTo>
                <a:lnTo>
                  <a:pt x="497438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74933" y="8416740"/>
            <a:ext cx="7315200" cy="2205206"/>
          </a:xfrm>
          <a:custGeom>
            <a:avLst/>
            <a:gdLst/>
            <a:ahLst/>
            <a:cxnLst/>
            <a:rect r="r" b="b" t="t" l="l"/>
            <a:pathLst>
              <a:path h="2205206" w="7315200">
                <a:moveTo>
                  <a:pt x="0" y="0"/>
                </a:moveTo>
                <a:lnTo>
                  <a:pt x="7315200" y="0"/>
                </a:lnTo>
                <a:lnTo>
                  <a:pt x="7315200" y="2205206"/>
                </a:lnTo>
                <a:lnTo>
                  <a:pt x="0" y="220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75505" y="8416740"/>
            <a:ext cx="7315200" cy="2205206"/>
          </a:xfrm>
          <a:custGeom>
            <a:avLst/>
            <a:gdLst/>
            <a:ahLst/>
            <a:cxnLst/>
            <a:rect r="r" b="b" t="t" l="l"/>
            <a:pathLst>
              <a:path h="2205206" w="7315200">
                <a:moveTo>
                  <a:pt x="7315200" y="0"/>
                </a:moveTo>
                <a:lnTo>
                  <a:pt x="0" y="0"/>
                </a:lnTo>
                <a:lnTo>
                  <a:pt x="0" y="2205206"/>
                </a:lnTo>
                <a:lnTo>
                  <a:pt x="7315200" y="22052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15753" y="-114300"/>
            <a:ext cx="4974380" cy="3156818"/>
          </a:xfrm>
          <a:custGeom>
            <a:avLst/>
            <a:gdLst/>
            <a:ahLst/>
            <a:cxnLst/>
            <a:rect r="r" b="b" t="t" l="l"/>
            <a:pathLst>
              <a:path h="3156818" w="4974380">
                <a:moveTo>
                  <a:pt x="0" y="0"/>
                </a:moveTo>
                <a:lnTo>
                  <a:pt x="4974380" y="0"/>
                </a:lnTo>
                <a:lnTo>
                  <a:pt x="4974380" y="3156818"/>
                </a:lnTo>
                <a:lnTo>
                  <a:pt x="0" y="3156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4974380" cy="3156818"/>
          </a:xfrm>
          <a:custGeom>
            <a:avLst/>
            <a:gdLst/>
            <a:ahLst/>
            <a:cxnLst/>
            <a:rect r="r" b="b" t="t" l="l"/>
            <a:pathLst>
              <a:path h="3156818" w="4974380">
                <a:moveTo>
                  <a:pt x="4974380" y="0"/>
                </a:moveTo>
                <a:lnTo>
                  <a:pt x="0" y="0"/>
                </a:lnTo>
                <a:lnTo>
                  <a:pt x="0" y="3156818"/>
                </a:lnTo>
                <a:lnTo>
                  <a:pt x="4974380" y="3156818"/>
                </a:lnTo>
                <a:lnTo>
                  <a:pt x="497438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42805" y="2590216"/>
            <a:ext cx="8512029" cy="685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8"/>
              </a:lnSpc>
            </a:pPr>
            <a:r>
              <a:rPr lang="en-US" sz="3256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Konsumsi:Meminum minuman beralkohol seperti bir, anggur, atau spiritus.</a:t>
            </a:r>
          </a:p>
          <a:p>
            <a:pPr algn="ctr">
              <a:lnSpc>
                <a:spcPts val="4558"/>
              </a:lnSpc>
            </a:pPr>
          </a:p>
          <a:p>
            <a:pPr algn="ctr">
              <a:lnSpc>
                <a:spcPts val="4558"/>
              </a:lnSpc>
            </a:pPr>
            <a:r>
              <a:rPr lang="en-US" sz="3256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Kecanduan:Terus menerus merasa perlu meminum alkohol untuk berfungsi sehari hari.</a:t>
            </a:r>
          </a:p>
          <a:p>
            <a:pPr algn="ctr">
              <a:lnSpc>
                <a:spcPts val="4558"/>
              </a:lnSpc>
            </a:pPr>
          </a:p>
          <a:p>
            <a:pPr algn="ctr">
              <a:lnSpc>
                <a:spcPts val="4558"/>
              </a:lnSpc>
            </a:pPr>
            <a:r>
              <a:rPr lang="en-US" sz="3256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Perilaku Agresif:Lebih mudah marah, kasar, atau bahkan melakukan kekerasan fisik saat mabuk.</a:t>
            </a:r>
          </a:p>
          <a:p>
            <a:pPr algn="ctr">
              <a:lnSpc>
                <a:spcPts val="4558"/>
              </a:lnSpc>
            </a:pPr>
          </a:p>
          <a:p>
            <a:pPr algn="ctr">
              <a:lnSpc>
                <a:spcPts val="4558"/>
              </a:lnSpc>
            </a:pPr>
            <a:r>
              <a:rPr lang="en-US" sz="3256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Mengabaikan Tanggung Jawab:Melakukan tindakan merugikan diri sendiri atau orang lain, seperti mengemudi dalam keadaan mabuk atau mengabaikan pekerjaan.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185537" y="490402"/>
            <a:ext cx="8826564" cy="2176013"/>
          </a:xfrm>
          <a:custGeom>
            <a:avLst/>
            <a:gdLst/>
            <a:ahLst/>
            <a:cxnLst/>
            <a:rect r="r" b="b" t="t" l="l"/>
            <a:pathLst>
              <a:path h="2176013" w="8826564">
                <a:moveTo>
                  <a:pt x="0" y="0"/>
                </a:moveTo>
                <a:lnTo>
                  <a:pt x="8826564" y="0"/>
                </a:lnTo>
                <a:lnTo>
                  <a:pt x="8826564" y="2176014"/>
                </a:lnTo>
                <a:lnTo>
                  <a:pt x="0" y="21760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54162" y="624668"/>
            <a:ext cx="6489315" cy="180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3"/>
              </a:lnSpc>
            </a:pPr>
            <a:r>
              <a:rPr lang="en-US" sz="5152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PERILAKU/CONTOH MINUMAN KERAS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74933" y="8416740"/>
            <a:ext cx="7315200" cy="2205206"/>
          </a:xfrm>
          <a:custGeom>
            <a:avLst/>
            <a:gdLst/>
            <a:ahLst/>
            <a:cxnLst/>
            <a:rect r="r" b="b" t="t" l="l"/>
            <a:pathLst>
              <a:path h="2205206" w="7315200">
                <a:moveTo>
                  <a:pt x="0" y="0"/>
                </a:moveTo>
                <a:lnTo>
                  <a:pt x="7315200" y="0"/>
                </a:lnTo>
                <a:lnTo>
                  <a:pt x="7315200" y="2205206"/>
                </a:lnTo>
                <a:lnTo>
                  <a:pt x="0" y="220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75505" y="8416740"/>
            <a:ext cx="7315200" cy="2205206"/>
          </a:xfrm>
          <a:custGeom>
            <a:avLst/>
            <a:gdLst/>
            <a:ahLst/>
            <a:cxnLst/>
            <a:rect r="r" b="b" t="t" l="l"/>
            <a:pathLst>
              <a:path h="2205206" w="7315200">
                <a:moveTo>
                  <a:pt x="7315200" y="0"/>
                </a:moveTo>
                <a:lnTo>
                  <a:pt x="0" y="0"/>
                </a:lnTo>
                <a:lnTo>
                  <a:pt x="0" y="2205206"/>
                </a:lnTo>
                <a:lnTo>
                  <a:pt x="7315200" y="22052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15753" y="-114300"/>
            <a:ext cx="4974380" cy="3156818"/>
          </a:xfrm>
          <a:custGeom>
            <a:avLst/>
            <a:gdLst/>
            <a:ahLst/>
            <a:cxnLst/>
            <a:rect r="r" b="b" t="t" l="l"/>
            <a:pathLst>
              <a:path h="3156818" w="4974380">
                <a:moveTo>
                  <a:pt x="0" y="0"/>
                </a:moveTo>
                <a:lnTo>
                  <a:pt x="4974380" y="0"/>
                </a:lnTo>
                <a:lnTo>
                  <a:pt x="4974380" y="3156818"/>
                </a:lnTo>
                <a:lnTo>
                  <a:pt x="0" y="3156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4974380" cy="3156818"/>
          </a:xfrm>
          <a:custGeom>
            <a:avLst/>
            <a:gdLst/>
            <a:ahLst/>
            <a:cxnLst/>
            <a:rect r="r" b="b" t="t" l="l"/>
            <a:pathLst>
              <a:path h="3156818" w="4974380">
                <a:moveTo>
                  <a:pt x="4974380" y="0"/>
                </a:moveTo>
                <a:lnTo>
                  <a:pt x="0" y="0"/>
                </a:lnTo>
                <a:lnTo>
                  <a:pt x="0" y="3156818"/>
                </a:lnTo>
                <a:lnTo>
                  <a:pt x="4974380" y="3156818"/>
                </a:lnTo>
                <a:lnTo>
                  <a:pt x="497438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87661" y="1008881"/>
            <a:ext cx="8712677" cy="2147937"/>
          </a:xfrm>
          <a:custGeom>
            <a:avLst/>
            <a:gdLst/>
            <a:ahLst/>
            <a:cxnLst/>
            <a:rect r="r" b="b" t="t" l="l"/>
            <a:pathLst>
              <a:path h="2147937" w="8712677">
                <a:moveTo>
                  <a:pt x="0" y="0"/>
                </a:moveTo>
                <a:lnTo>
                  <a:pt x="8712678" y="0"/>
                </a:lnTo>
                <a:lnTo>
                  <a:pt x="8712678" y="2147937"/>
                </a:lnTo>
                <a:lnTo>
                  <a:pt x="0" y="21479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36251" y="1461307"/>
            <a:ext cx="8015497" cy="120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3"/>
              </a:lnSpc>
            </a:pPr>
            <a:r>
              <a:rPr lang="en-US" sz="6952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PERILAKU/CONTOH JUDI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73041" y="3196040"/>
            <a:ext cx="10308156" cy="231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6" indent="-356238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Perjudian uang, contohnya. Bermain kartu remi untuk memperebutkan uang, memasang taruhan pada permainan dadu, bermain mesin slot kasino, menaruh taruhan pada pertandingan olahraga.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19582" y="5664919"/>
            <a:ext cx="10308156" cy="184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5" indent="-377828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Perjudian barang, contohnya. Bertaruh barang berharga seperti ponsel atau perhiasan, menukar barang dengan harapan mendapatkan keuntungan lebih besar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19582" y="8033469"/>
            <a:ext cx="10308156" cy="122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5" indent="-377828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Perjudian Waktu, contohnya. Bermain game online dengan sistem taruhan, mengikuti kuis berhadiah dengan syarat tertentu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74933" y="8416740"/>
            <a:ext cx="7315200" cy="2205206"/>
          </a:xfrm>
          <a:custGeom>
            <a:avLst/>
            <a:gdLst/>
            <a:ahLst/>
            <a:cxnLst/>
            <a:rect r="r" b="b" t="t" l="l"/>
            <a:pathLst>
              <a:path h="2205206" w="7315200">
                <a:moveTo>
                  <a:pt x="0" y="0"/>
                </a:moveTo>
                <a:lnTo>
                  <a:pt x="7315200" y="0"/>
                </a:lnTo>
                <a:lnTo>
                  <a:pt x="7315200" y="2205206"/>
                </a:lnTo>
                <a:lnTo>
                  <a:pt x="0" y="220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75505" y="8416740"/>
            <a:ext cx="7315200" cy="2205206"/>
          </a:xfrm>
          <a:custGeom>
            <a:avLst/>
            <a:gdLst/>
            <a:ahLst/>
            <a:cxnLst/>
            <a:rect r="r" b="b" t="t" l="l"/>
            <a:pathLst>
              <a:path h="2205206" w="7315200">
                <a:moveTo>
                  <a:pt x="7315200" y="0"/>
                </a:moveTo>
                <a:lnTo>
                  <a:pt x="0" y="0"/>
                </a:lnTo>
                <a:lnTo>
                  <a:pt x="0" y="2205206"/>
                </a:lnTo>
                <a:lnTo>
                  <a:pt x="7315200" y="22052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15753" y="-114300"/>
            <a:ext cx="4974380" cy="3156818"/>
          </a:xfrm>
          <a:custGeom>
            <a:avLst/>
            <a:gdLst/>
            <a:ahLst/>
            <a:cxnLst/>
            <a:rect r="r" b="b" t="t" l="l"/>
            <a:pathLst>
              <a:path h="3156818" w="4974380">
                <a:moveTo>
                  <a:pt x="0" y="0"/>
                </a:moveTo>
                <a:lnTo>
                  <a:pt x="4974380" y="0"/>
                </a:lnTo>
                <a:lnTo>
                  <a:pt x="4974380" y="3156818"/>
                </a:lnTo>
                <a:lnTo>
                  <a:pt x="0" y="3156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4974380" cy="3156818"/>
          </a:xfrm>
          <a:custGeom>
            <a:avLst/>
            <a:gdLst/>
            <a:ahLst/>
            <a:cxnLst/>
            <a:rect r="r" b="b" t="t" l="l"/>
            <a:pathLst>
              <a:path h="3156818" w="4974380">
                <a:moveTo>
                  <a:pt x="4974380" y="0"/>
                </a:moveTo>
                <a:lnTo>
                  <a:pt x="0" y="0"/>
                </a:lnTo>
                <a:lnTo>
                  <a:pt x="0" y="3156818"/>
                </a:lnTo>
                <a:lnTo>
                  <a:pt x="4974380" y="3156818"/>
                </a:lnTo>
                <a:lnTo>
                  <a:pt x="497438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51333" y="403710"/>
            <a:ext cx="9529864" cy="2349398"/>
          </a:xfrm>
          <a:custGeom>
            <a:avLst/>
            <a:gdLst/>
            <a:ahLst/>
            <a:cxnLst/>
            <a:rect r="r" b="b" t="t" l="l"/>
            <a:pathLst>
              <a:path h="2349398" w="9529864">
                <a:moveTo>
                  <a:pt x="0" y="0"/>
                </a:moveTo>
                <a:lnTo>
                  <a:pt x="9529864" y="0"/>
                </a:lnTo>
                <a:lnTo>
                  <a:pt x="9529864" y="2349398"/>
                </a:lnTo>
                <a:lnTo>
                  <a:pt x="0" y="2349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51849" y="533205"/>
            <a:ext cx="10184303" cy="221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3"/>
              </a:lnSpc>
            </a:pPr>
            <a:r>
              <a:rPr lang="en-US" sz="6352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PERILAKU/CONTOH PERTENGKARAN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73041" y="3196040"/>
            <a:ext cx="10308156" cy="173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6" indent="-356238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Pertengkaran fisik, contohnya. Menendang, memukul, atau mendorong orang lain, merusak barang milik orang lain, menggunakan senjata untuk mengancam atau melukai orang lain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76042" y="5713680"/>
            <a:ext cx="10308156" cy="184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5" indent="-377828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0140D"/>
                </a:solidFill>
                <a:latin typeface="Maiden Orange"/>
                <a:ea typeface="Maiden Orange"/>
                <a:cs typeface="Maiden Orange"/>
                <a:sym typeface="Maiden Orange"/>
              </a:rPr>
              <a:t>Pertengkaran verbal, contohnya. Berteriak teriak, memaki atau menghina, mengucapkan kata kata kasar, menyalahkan orang lain atas semua kesalahan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6308">
            <a:off x="4476039" y="886243"/>
            <a:ext cx="10453086" cy="8514513"/>
          </a:xfrm>
          <a:custGeom>
            <a:avLst/>
            <a:gdLst/>
            <a:ahLst/>
            <a:cxnLst/>
            <a:rect r="r" b="b" t="t" l="l"/>
            <a:pathLst>
              <a:path h="8514513" w="10453086">
                <a:moveTo>
                  <a:pt x="0" y="0"/>
                </a:moveTo>
                <a:lnTo>
                  <a:pt x="10453085" y="0"/>
                </a:lnTo>
                <a:lnTo>
                  <a:pt x="10453085" y="8514514"/>
                </a:lnTo>
                <a:lnTo>
                  <a:pt x="0" y="851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74933" y="8416740"/>
            <a:ext cx="7315200" cy="2205206"/>
          </a:xfrm>
          <a:custGeom>
            <a:avLst/>
            <a:gdLst/>
            <a:ahLst/>
            <a:cxnLst/>
            <a:rect r="r" b="b" t="t" l="l"/>
            <a:pathLst>
              <a:path h="2205206" w="7315200">
                <a:moveTo>
                  <a:pt x="0" y="0"/>
                </a:moveTo>
                <a:lnTo>
                  <a:pt x="7315200" y="0"/>
                </a:lnTo>
                <a:lnTo>
                  <a:pt x="7315200" y="2205206"/>
                </a:lnTo>
                <a:lnTo>
                  <a:pt x="0" y="2205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75505" y="8416740"/>
            <a:ext cx="7315200" cy="2205206"/>
          </a:xfrm>
          <a:custGeom>
            <a:avLst/>
            <a:gdLst/>
            <a:ahLst/>
            <a:cxnLst/>
            <a:rect r="r" b="b" t="t" l="l"/>
            <a:pathLst>
              <a:path h="2205206" w="7315200">
                <a:moveTo>
                  <a:pt x="7315200" y="0"/>
                </a:moveTo>
                <a:lnTo>
                  <a:pt x="0" y="0"/>
                </a:lnTo>
                <a:lnTo>
                  <a:pt x="0" y="2205206"/>
                </a:lnTo>
                <a:lnTo>
                  <a:pt x="7315200" y="22052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15753" y="-114300"/>
            <a:ext cx="4974380" cy="3156818"/>
          </a:xfrm>
          <a:custGeom>
            <a:avLst/>
            <a:gdLst/>
            <a:ahLst/>
            <a:cxnLst/>
            <a:rect r="r" b="b" t="t" l="l"/>
            <a:pathLst>
              <a:path h="3156818" w="4974380">
                <a:moveTo>
                  <a:pt x="0" y="0"/>
                </a:moveTo>
                <a:lnTo>
                  <a:pt x="4974380" y="0"/>
                </a:lnTo>
                <a:lnTo>
                  <a:pt x="4974380" y="3156818"/>
                </a:lnTo>
                <a:lnTo>
                  <a:pt x="0" y="31568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0"/>
            <a:ext cx="4974380" cy="3156818"/>
          </a:xfrm>
          <a:custGeom>
            <a:avLst/>
            <a:gdLst/>
            <a:ahLst/>
            <a:cxnLst/>
            <a:rect r="r" b="b" t="t" l="l"/>
            <a:pathLst>
              <a:path h="3156818" w="4974380">
                <a:moveTo>
                  <a:pt x="4974380" y="0"/>
                </a:moveTo>
                <a:lnTo>
                  <a:pt x="0" y="0"/>
                </a:lnTo>
                <a:lnTo>
                  <a:pt x="0" y="3156818"/>
                </a:lnTo>
                <a:lnTo>
                  <a:pt x="4974380" y="3156818"/>
                </a:lnTo>
                <a:lnTo>
                  <a:pt x="497438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16015" y="2945988"/>
            <a:ext cx="6773134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403D46"/>
                </a:solidFill>
                <a:latin typeface="Maiden Orange"/>
                <a:ea typeface="Maiden Orange"/>
                <a:cs typeface="Maiden Orange"/>
                <a:sym typeface="Maiden Orange"/>
              </a:rPr>
              <a:t>TERIMA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18228" y="5003388"/>
            <a:ext cx="6042868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403D46"/>
                </a:solidFill>
                <a:latin typeface="Maiden Orange"/>
                <a:ea typeface="Maiden Orange"/>
                <a:cs typeface="Maiden Orange"/>
                <a:sym typeface="Maiden Orange"/>
              </a:rPr>
              <a:t>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DAGSNuC-M_U</dc:identifier>
  <dcterms:modified xsi:type="dcterms:W3CDTF">2011-08-01T06:04:30Z</dcterms:modified>
  <cp:revision>1</cp:revision>
  <dc:title>Contoh perilaku/contoh dari minuman keras judi dan pertengkaran</dc:title>
</cp:coreProperties>
</file>