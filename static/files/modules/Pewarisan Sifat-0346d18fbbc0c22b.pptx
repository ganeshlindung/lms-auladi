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sldIdLst>
    <p:sldId id="256" r:id="rId2"/>
    <p:sldId id="287" r:id="rId3"/>
    <p:sldId id="288" r:id="rId4"/>
    <p:sldId id="290" r:id="rId5"/>
    <p:sldId id="291" r:id="rId6"/>
    <p:sldId id="26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D0065BE-0657-4A47-90AD-C21C55E16B19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7BB8AF-C16A-4836-A92D-61834B5F0BA5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47D2193-4505-4A75-99BB-880C6989A757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13A18F4-33C3-445B-924C-31108C51719C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F7543A-E259-478F-9E0D-57BA40E442B7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FB012D-77A1-44B0-BB26-329BA1EE55C9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4B7499E-3031-413E-B01E-B94970708CAA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C7EAB0C-2220-4D0E-A0DD-DB7FA0F742F4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3416D63-31BF-4B94-B6C5-E20B2C63F515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6C3AA4-67BE-44F7-809A-3582401494AF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172EEB-1769-4776-AD69-E7C1260563EB}" type="datetime4">
              <a:rPr lang="en-US" smtClean="0"/>
              <a:pPr/>
              <a:t>August 11,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2B1B13E-D5AF-485E-81A1-82A140076526}" type="datetime4">
              <a:rPr lang="en-US" smtClean="0"/>
              <a:pPr/>
              <a:t>August 11, 2024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 smtClean="0"/>
              <a:t>Pewarisan</a:t>
            </a:r>
            <a:r>
              <a:rPr lang="en-US" sz="4400" dirty="0" smtClean="0"/>
              <a:t> </a:t>
            </a:r>
            <a:r>
              <a:rPr lang="en-US" sz="4400" dirty="0" err="1" smtClean="0"/>
              <a:t>Sifat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8964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4320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Bagian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terkecil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penyusun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sel.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benang-benang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pembawa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dikenal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chromatin.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Benang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cromatin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menebal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membentuk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struktur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materi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gen. 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paling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berperan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kepada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anak-anaknya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Dasar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Ilmu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tentang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mewariskan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sifat-sifat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miliki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kepada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keturunannya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Proses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tersebut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diatur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materi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didalam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inti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DNA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RNA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8754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302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Hukum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Pewarisan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Ditemukan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Gregor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endel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menyilangkan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engapa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menggunakan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dibudidayakan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Menghasilkan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biji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banyak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Berumur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pendek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melakukan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penyerbukan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sendiri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Mudah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disilangkan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tujuh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kontras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Berikut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tabel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tujuh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kacang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ercis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kontras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9" t="4492" r="14872" b="3146"/>
          <a:stretch/>
        </p:blipFill>
        <p:spPr bwMode="auto">
          <a:xfrm>
            <a:off x="1223628" y="3356992"/>
            <a:ext cx="6768752" cy="32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24883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5760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Istilah-istilah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lmu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Genetika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Parental (p):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/orang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Filial (f):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faktor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pembawa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keturunan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Genetika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menutupi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resesif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resesif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tertutupi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dominan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kecil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tidak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tampak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biasanya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dilambangkan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(MM, Mm, mm).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yaitu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homozigot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pasangan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sejenis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(AA/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heterozigot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pasangan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alel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tak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sejenis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Bb,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dst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Fenotipe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tampak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biasanya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dipengaruhi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oleh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faktor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lingkungan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warna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kulit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jenis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rambut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tinggi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dst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pasangan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gen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kromosom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sama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(A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berpasangan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sealel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Hibrid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hasil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persilangan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antara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individu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mempunyai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beda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Hibridisasi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mengawinkan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jenis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makhluk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hidup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berbeda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varietas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memiliki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sifat-sifat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unggul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kelamin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0848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86680" y="332656"/>
            <a:ext cx="8442649" cy="5760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Penulisan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ambang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amet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berasal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genotip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homozigot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1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genotipnya</a:t>
            </a: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Jika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berasal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heterozigot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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ditulis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kedua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huruf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genotifnya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(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terpisah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</a:t>
            </a:r>
          </a:p>
          <a:p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Contoh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Tentukan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dari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genotip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AA,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!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dan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	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</a:t>
            </a:r>
            <a:r>
              <a:rPr lang="en-US" sz="20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A, a		            a</a:t>
            </a:r>
          </a:p>
          <a:p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aa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: 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Gamet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12745161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576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1220</TotalTime>
  <Words>364</Words>
  <Application>Microsoft Office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Concourse</vt:lpstr>
      <vt:lpstr>Pewarisan Sifat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Gerak Pada Manusia</dc:title>
  <dc:creator>User</dc:creator>
  <cp:lastModifiedBy>User</cp:lastModifiedBy>
  <cp:revision>94</cp:revision>
  <dcterms:created xsi:type="dcterms:W3CDTF">2023-07-16T21:27:36Z</dcterms:created>
  <dcterms:modified xsi:type="dcterms:W3CDTF">2024-08-11T14:10:57Z</dcterms:modified>
</cp:coreProperties>
</file>