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sldIdLst>
    <p:sldId id="256" r:id="rId2"/>
    <p:sldId id="287" r:id="rId3"/>
    <p:sldId id="292" r:id="rId4"/>
    <p:sldId id="288" r:id="rId5"/>
    <p:sldId id="290" r:id="rId6"/>
    <p:sldId id="291" r:id="rId7"/>
    <p:sldId id="293" r:id="rId8"/>
    <p:sldId id="294" r:id="rId9"/>
    <p:sldId id="29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D0065BE-0657-4A47-90AD-C21C55E16B19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7BB8AF-C16A-4836-A92D-61834B5F0BA5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47D2193-4505-4A75-99BB-880C6989A757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3A18F4-33C3-445B-924C-31108C51719C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F7543A-E259-478F-9E0D-57BA40E442B7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FB012D-77A1-44B0-BB26-329BA1EE55C9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4B7499E-3031-413E-B01E-B94970708CAA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C7EAB0C-2220-4D0E-A0DD-DB7FA0F742F4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416D63-31BF-4B94-B6C5-E20B2C63F515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6C3AA4-67BE-44F7-809A-3582401494AF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172EEB-1769-4776-AD69-E7C1260563EB}" type="datetime4">
              <a:rPr lang="en-US" smtClean="0"/>
              <a:pPr/>
              <a:t>August 12,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2B1B13E-D5AF-485E-81A1-82A140076526}" type="datetime4">
              <a:rPr lang="en-US" smtClean="0"/>
              <a:pPr/>
              <a:t>August 12,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 smtClean="0"/>
              <a:t>Pewarisan</a:t>
            </a:r>
            <a:r>
              <a:rPr lang="en-US" sz="4400" dirty="0" smtClean="0"/>
              <a:t> </a:t>
            </a:r>
            <a:r>
              <a:rPr lang="en-US" sz="4400" dirty="0" err="1" smtClean="0"/>
              <a:t>Sifat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964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5472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Bagian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terkecil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penyusun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sel.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benang-benang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dikenal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chromatin.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cromatin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menebal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gen.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paling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berperan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anak-anaknya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Dasar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Setiap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mewariskan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miliki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kepada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Itulah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sebabnya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kita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kesamaan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maupun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fisik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kita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Proses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diatur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tepatnya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nukleus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Lalu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kemudian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DNA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RNA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tertentu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875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Perbedaan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DNA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RNA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4" t="17799" r="36668" b="14787"/>
          <a:stretch/>
        </p:blipFill>
        <p:spPr bwMode="auto">
          <a:xfrm>
            <a:off x="683569" y="714280"/>
            <a:ext cx="7704855" cy="5090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9292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302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Hukum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itemukan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Gregor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endel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menyilangkan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polong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engapa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dibudidayakan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Menghasilkan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biji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banyak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Berumur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pendek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penyerbukan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sendiri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disilangkan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tujuh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kontras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tujuh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kontras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9" t="4492" r="14872" b="3146"/>
          <a:stretch/>
        </p:blipFill>
        <p:spPr bwMode="auto">
          <a:xfrm>
            <a:off x="1619672" y="3548462"/>
            <a:ext cx="6372708" cy="308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2488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Istilah-istilah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lmu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Parental (p):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/orang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Filial (f):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faktor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menutupi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resesif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resesif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tertutupi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tampak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dilambangkan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(MM, Mm, mm).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homozigot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sejenis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(AA/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heterozigot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sejenis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Bb,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tampak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dipengaruhi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faktor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lingkungan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kulit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jenis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rambut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tinggi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berpasangan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sealel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Hibrid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individu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mempunyai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beda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Hibridisasi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mengawinkan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jenis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berbeda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varietas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unggul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kelamin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084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Penulisan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ambang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amet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berasal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homozigot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genotipnya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berasal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heterozigot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kedua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genotifnya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terpisah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Contoh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Tentukan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AA,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!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	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A, a		            a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274516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24482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Monohibrid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berbeda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monohibrid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terbagi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intermedit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Courier New" pitchFamily="49" charset="0"/>
              <a:buChar char="o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(MM)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disilangkan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putih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(mm).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(F1) 100%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tentukanlah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perbandingan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6" t="43937" r="51434" b="1778"/>
          <a:stretch/>
        </p:blipFill>
        <p:spPr bwMode="auto">
          <a:xfrm>
            <a:off x="971600" y="2810073"/>
            <a:ext cx="4709988" cy="38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12160" y="3833006"/>
            <a:ext cx="1800200" cy="1240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Putih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: 1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425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1368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intermedit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(semi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(MM)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disilangkan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bunga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putih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(mm).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pertama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(F1) 100%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tentukanlah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perbandingan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6" t="42374" r="56155" b="1779"/>
          <a:stretch/>
        </p:blipFill>
        <p:spPr bwMode="auto">
          <a:xfrm>
            <a:off x="755576" y="1717377"/>
            <a:ext cx="4752529" cy="457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08105" y="2878223"/>
            <a:ext cx="3456384" cy="1240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Merah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Putih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: 2 : 1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3041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Dihibrid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berbeda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berbiji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bulat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kuning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(BBKK)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disilangkan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berbiji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kisut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hijau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bbkk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tentukanlah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perbandingan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6012159" y="3501008"/>
            <a:ext cx="2817170" cy="1240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B_K_: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bulat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kuning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9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B_kk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bulat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hijau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3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bbK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_: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kisut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kuning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3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Bbkk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kisut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hijau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1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7" t="36320" r="49729" b="1583"/>
          <a:stretch/>
        </p:blipFill>
        <p:spPr bwMode="auto">
          <a:xfrm>
            <a:off x="829258" y="1916832"/>
            <a:ext cx="5224718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8221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76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1321</TotalTime>
  <Words>574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Pewarisan Sifat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Gerak Pada Manusia</dc:title>
  <dc:creator>User</dc:creator>
  <cp:lastModifiedBy>User</cp:lastModifiedBy>
  <cp:revision>98</cp:revision>
  <dcterms:created xsi:type="dcterms:W3CDTF">2023-07-16T21:27:36Z</dcterms:created>
  <dcterms:modified xsi:type="dcterms:W3CDTF">2024-08-12T01:59:15Z</dcterms:modified>
</cp:coreProperties>
</file>