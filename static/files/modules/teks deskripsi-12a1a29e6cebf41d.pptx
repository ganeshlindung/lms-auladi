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31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A5B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1139" y="243839"/>
            <a:ext cx="11724640" cy="6377940"/>
          </a:xfrm>
          <a:custGeom>
            <a:avLst/>
            <a:gdLst/>
            <a:ahLst/>
            <a:cxnLst/>
            <a:rect l="l" t="t" r="r" b="b"/>
            <a:pathLst>
              <a:path w="11724640" h="6377940">
                <a:moveTo>
                  <a:pt x="0" y="0"/>
                </a:moveTo>
                <a:lnTo>
                  <a:pt x="11724611" y="0"/>
                </a:lnTo>
                <a:lnTo>
                  <a:pt x="11724611" y="6377922"/>
                </a:lnTo>
                <a:lnTo>
                  <a:pt x="0" y="637792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978655" y="3733792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73" y="0"/>
                </a:lnTo>
              </a:path>
            </a:pathLst>
          </a:custGeom>
          <a:ln w="99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6842" y="2656712"/>
            <a:ext cx="9038315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A5B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1139" y="243839"/>
            <a:ext cx="11724640" cy="6377940"/>
          </a:xfrm>
          <a:custGeom>
            <a:avLst/>
            <a:gdLst/>
            <a:ahLst/>
            <a:cxnLst/>
            <a:rect l="l" t="t" r="r" b="b"/>
            <a:pathLst>
              <a:path w="11724640" h="6377940">
                <a:moveTo>
                  <a:pt x="11724611" y="6377922"/>
                </a:moveTo>
                <a:lnTo>
                  <a:pt x="0" y="6377922"/>
                </a:lnTo>
                <a:lnTo>
                  <a:pt x="0" y="0"/>
                </a:lnTo>
                <a:lnTo>
                  <a:pt x="11724611" y="0"/>
                </a:lnTo>
                <a:lnTo>
                  <a:pt x="11724611" y="63779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76617" y="433386"/>
            <a:ext cx="5162550" cy="1157605"/>
          </a:xfrm>
          <a:custGeom>
            <a:avLst/>
            <a:gdLst/>
            <a:ahLst/>
            <a:cxnLst/>
            <a:rect l="l" t="t" r="r" b="b"/>
            <a:pathLst>
              <a:path w="5162550" h="1157605">
                <a:moveTo>
                  <a:pt x="5162539" y="1157285"/>
                </a:moveTo>
                <a:lnTo>
                  <a:pt x="0" y="1157285"/>
                </a:lnTo>
                <a:lnTo>
                  <a:pt x="0" y="0"/>
                </a:lnTo>
                <a:lnTo>
                  <a:pt x="5162539" y="0"/>
                </a:lnTo>
                <a:lnTo>
                  <a:pt x="5162539" y="1157285"/>
                </a:lnTo>
                <a:close/>
              </a:path>
            </a:pathLst>
          </a:custGeom>
          <a:solidFill>
            <a:srgbClr val="A5B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576617" y="433386"/>
            <a:ext cx="5162550" cy="1157605"/>
          </a:xfrm>
          <a:custGeom>
            <a:avLst/>
            <a:gdLst/>
            <a:ahLst/>
            <a:cxnLst/>
            <a:rect l="l" t="t" r="r" b="b"/>
            <a:pathLst>
              <a:path w="5162550" h="1157605">
                <a:moveTo>
                  <a:pt x="0" y="0"/>
                </a:moveTo>
                <a:lnTo>
                  <a:pt x="5162539" y="0"/>
                </a:lnTo>
                <a:lnTo>
                  <a:pt x="5162539" y="1157285"/>
                </a:lnTo>
                <a:lnTo>
                  <a:pt x="0" y="1157285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7985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A5B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1139" y="243839"/>
            <a:ext cx="11724640" cy="6377940"/>
          </a:xfrm>
          <a:custGeom>
            <a:avLst/>
            <a:gdLst/>
            <a:ahLst/>
            <a:cxnLst/>
            <a:rect l="l" t="t" r="r" b="b"/>
            <a:pathLst>
              <a:path w="11724640" h="6377940">
                <a:moveTo>
                  <a:pt x="11724611" y="6377922"/>
                </a:moveTo>
                <a:lnTo>
                  <a:pt x="0" y="6377922"/>
                </a:lnTo>
                <a:lnTo>
                  <a:pt x="0" y="0"/>
                </a:lnTo>
                <a:lnTo>
                  <a:pt x="11724611" y="0"/>
                </a:lnTo>
                <a:lnTo>
                  <a:pt x="11724611" y="63779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022" y="595577"/>
            <a:ext cx="9502140" cy="129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10588" y="2125458"/>
            <a:ext cx="4912359" cy="3338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00"/>
              </a:spcBef>
            </a:pPr>
            <a:r>
              <a:rPr sz="7200" spc="170" dirty="0">
                <a:solidFill>
                  <a:srgbClr val="FFFFFF"/>
                </a:solidFill>
                <a:latin typeface="Trebuchet MS"/>
                <a:cs typeface="Trebuchet MS"/>
              </a:rPr>
              <a:t>BAHASA</a:t>
            </a:r>
            <a:r>
              <a:rPr sz="7200" spc="-6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180" dirty="0">
                <a:solidFill>
                  <a:srgbClr val="FFFFFF"/>
                </a:solidFill>
                <a:latin typeface="Trebuchet MS"/>
                <a:cs typeface="Trebuchet MS"/>
              </a:rPr>
              <a:t>INDONESIA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3314" y="4397569"/>
            <a:ext cx="31603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Arial Black"/>
                <a:cs typeface="Arial Black"/>
              </a:rPr>
              <a:t>KELAS</a:t>
            </a:r>
            <a:r>
              <a:rPr sz="4400" spc="-25" dirty="0">
                <a:solidFill>
                  <a:srgbClr val="FFFFFF"/>
                </a:solidFill>
                <a:latin typeface="Arial Black"/>
                <a:cs typeface="Arial Black"/>
              </a:rPr>
              <a:t> VII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80" dirty="0">
                <a:solidFill>
                  <a:srgbClr val="001F60"/>
                </a:solidFill>
                <a:latin typeface="Times New Roman"/>
                <a:cs typeface="Times New Roman"/>
              </a:rPr>
              <a:t>PPT</a:t>
            </a:r>
            <a:r>
              <a:rPr sz="7200" spc="-3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7200" spc="-390" dirty="0">
                <a:solidFill>
                  <a:srgbClr val="001F60"/>
                </a:solidFill>
                <a:latin typeface="Times New Roman"/>
                <a:cs typeface="Times New Roman"/>
              </a:rPr>
              <a:t>TEKS</a:t>
            </a:r>
            <a:r>
              <a:rPr sz="7200" spc="-3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7200" spc="-270" dirty="0">
                <a:solidFill>
                  <a:srgbClr val="001F60"/>
                </a:solidFill>
                <a:latin typeface="Times New Roman"/>
                <a:cs typeface="Times New Roman"/>
              </a:rPr>
              <a:t>DESKRIPSI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9898" y="4520150"/>
            <a:ext cx="619823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 Black"/>
                <a:cs typeface="Arial Black"/>
              </a:rPr>
              <a:t>Di</a:t>
            </a:r>
            <a:r>
              <a:rPr sz="28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800" dirty="0">
                <a:solidFill>
                  <a:srgbClr val="FFFFFF"/>
                </a:solidFill>
                <a:latin typeface="Arial Black"/>
                <a:cs typeface="Arial Black"/>
              </a:rPr>
              <a:t>susun</a:t>
            </a:r>
            <a:r>
              <a:rPr sz="28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800" dirty="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sz="28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800" dirty="0">
                <a:solidFill>
                  <a:srgbClr val="FFFFFF"/>
                </a:solidFill>
                <a:latin typeface="Arial Black"/>
                <a:cs typeface="Arial Black"/>
              </a:rPr>
              <a:t>Ol</a:t>
            </a:r>
            <a:r>
              <a:rPr lang="en-US" sz="2800" dirty="0">
                <a:solidFill>
                  <a:srgbClr val="FFFFFF"/>
                </a:solidFill>
                <a:latin typeface="Arial Black"/>
                <a:cs typeface="Arial Black"/>
              </a:rPr>
              <a:t>eh Yemi </a:t>
            </a:r>
            <a:r>
              <a:rPr lang="en-US" sz="2800" dirty="0" err="1">
                <a:solidFill>
                  <a:srgbClr val="FFFFFF"/>
                </a:solidFill>
                <a:latin typeface="Arial Black"/>
                <a:cs typeface="Arial Black"/>
              </a:rPr>
              <a:t>Marni</a:t>
            </a:r>
            <a:r>
              <a:rPr sz="2800" spc="-10" dirty="0" err="1">
                <a:solidFill>
                  <a:srgbClr val="FFFFFF"/>
                </a:solidFill>
                <a:latin typeface="Arial Black"/>
                <a:cs typeface="Arial Black"/>
              </a:rPr>
              <a:t>,S.Pd</a:t>
            </a:r>
            <a:r>
              <a:rPr sz="2800" spc="-10" dirty="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endParaRPr sz="28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426" y="201451"/>
            <a:ext cx="6771005" cy="1172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205230" algn="ctr">
              <a:lnSpc>
                <a:spcPts val="4510"/>
              </a:lnSpc>
              <a:spcBef>
                <a:spcPts val="110"/>
              </a:spcBef>
            </a:pPr>
            <a:r>
              <a:rPr sz="3950" spc="-200" dirty="0">
                <a:solidFill>
                  <a:srgbClr val="2A2823"/>
                </a:solidFill>
                <a:latin typeface="Trebuchet MS"/>
                <a:cs typeface="Trebuchet MS"/>
              </a:rPr>
              <a:t>BAB</a:t>
            </a:r>
            <a:r>
              <a:rPr sz="3950" spc="-320" dirty="0">
                <a:solidFill>
                  <a:srgbClr val="2A2823"/>
                </a:solidFill>
                <a:latin typeface="Trebuchet MS"/>
                <a:cs typeface="Trebuchet MS"/>
              </a:rPr>
              <a:t> </a:t>
            </a:r>
            <a:r>
              <a:rPr lang="en-US" sz="3950" spc="-50" dirty="0">
                <a:solidFill>
                  <a:srgbClr val="2A2823"/>
                </a:solidFill>
                <a:latin typeface="Trebuchet MS"/>
                <a:cs typeface="Trebuchet MS"/>
              </a:rPr>
              <a:t>1</a:t>
            </a:r>
            <a:endParaRPr sz="3950" dirty="0">
              <a:latin typeface="Trebuchet MS"/>
              <a:cs typeface="Trebuchet MS"/>
            </a:endParaRPr>
          </a:p>
          <a:p>
            <a:pPr marL="12700">
              <a:lnSpc>
                <a:spcPts val="4510"/>
              </a:lnSpc>
            </a:pPr>
            <a:r>
              <a:rPr sz="3950" spc="-240" dirty="0">
                <a:solidFill>
                  <a:srgbClr val="2A2823"/>
                </a:solidFill>
                <a:latin typeface="Trebuchet MS"/>
                <a:cs typeface="Trebuchet MS"/>
              </a:rPr>
              <a:t>Berkreasi</a:t>
            </a:r>
            <a:r>
              <a:rPr sz="3950" spc="-300" dirty="0">
                <a:solidFill>
                  <a:srgbClr val="2A2823"/>
                </a:solidFill>
                <a:latin typeface="Trebuchet MS"/>
                <a:cs typeface="Trebuchet MS"/>
              </a:rPr>
              <a:t> </a:t>
            </a:r>
            <a:r>
              <a:rPr sz="3950" spc="-185" dirty="0">
                <a:solidFill>
                  <a:srgbClr val="2A2823"/>
                </a:solidFill>
                <a:latin typeface="Trebuchet MS"/>
                <a:cs typeface="Trebuchet MS"/>
              </a:rPr>
              <a:t>dengan</a:t>
            </a:r>
            <a:r>
              <a:rPr sz="3950" spc="-295" dirty="0">
                <a:solidFill>
                  <a:srgbClr val="2A2823"/>
                </a:solidFill>
                <a:latin typeface="Trebuchet MS"/>
                <a:cs typeface="Trebuchet MS"/>
              </a:rPr>
              <a:t> </a:t>
            </a:r>
            <a:r>
              <a:rPr sz="3950" spc="-260" dirty="0">
                <a:solidFill>
                  <a:srgbClr val="2A2823"/>
                </a:solidFill>
                <a:latin typeface="Trebuchet MS"/>
                <a:cs typeface="Trebuchet MS"/>
              </a:rPr>
              <a:t>Teks</a:t>
            </a:r>
            <a:r>
              <a:rPr sz="3950" spc="-300" dirty="0">
                <a:solidFill>
                  <a:srgbClr val="2A2823"/>
                </a:solidFill>
                <a:latin typeface="Trebuchet MS"/>
                <a:cs typeface="Trebuchet MS"/>
              </a:rPr>
              <a:t> </a:t>
            </a:r>
            <a:r>
              <a:rPr sz="3950" spc="-140" dirty="0">
                <a:solidFill>
                  <a:srgbClr val="2A2823"/>
                </a:solidFill>
                <a:latin typeface="Trebuchet MS"/>
                <a:cs typeface="Trebuchet MS"/>
              </a:rPr>
              <a:t>Deskripsi</a:t>
            </a:r>
            <a:endParaRPr sz="395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14889" y="3907366"/>
            <a:ext cx="3200400" cy="1549400"/>
            <a:chOff x="4914889" y="3907366"/>
            <a:chExt cx="3200400" cy="1549400"/>
          </a:xfrm>
        </p:grpSpPr>
        <p:sp>
          <p:nvSpPr>
            <p:cNvPr id="4" name="object 4"/>
            <p:cNvSpPr/>
            <p:nvPr/>
          </p:nvSpPr>
          <p:spPr>
            <a:xfrm>
              <a:off x="4924415" y="3916892"/>
              <a:ext cx="3181350" cy="1530350"/>
            </a:xfrm>
            <a:custGeom>
              <a:avLst/>
              <a:gdLst/>
              <a:ahLst/>
              <a:cxnLst/>
              <a:rect l="l" t="t" r="r" b="b"/>
              <a:pathLst>
                <a:path w="3181350" h="1530350">
                  <a:moveTo>
                    <a:pt x="1590671" y="1530196"/>
                  </a:moveTo>
                  <a:lnTo>
                    <a:pt x="1526696" y="1529589"/>
                  </a:lnTo>
                  <a:lnTo>
                    <a:pt x="1463361" y="1527782"/>
                  </a:lnTo>
                  <a:lnTo>
                    <a:pt x="1400716" y="1524797"/>
                  </a:lnTo>
                  <a:lnTo>
                    <a:pt x="1338806" y="1520659"/>
                  </a:lnTo>
                  <a:lnTo>
                    <a:pt x="1277680" y="1515389"/>
                  </a:lnTo>
                  <a:lnTo>
                    <a:pt x="1217386" y="1509011"/>
                  </a:lnTo>
                  <a:lnTo>
                    <a:pt x="1157970" y="1501548"/>
                  </a:lnTo>
                  <a:lnTo>
                    <a:pt x="1099481" y="1493022"/>
                  </a:lnTo>
                  <a:lnTo>
                    <a:pt x="1041965" y="1483456"/>
                  </a:lnTo>
                  <a:lnTo>
                    <a:pt x="985471" y="1472873"/>
                  </a:lnTo>
                  <a:lnTo>
                    <a:pt x="930045" y="1461296"/>
                  </a:lnTo>
                  <a:lnTo>
                    <a:pt x="875736" y="1448747"/>
                  </a:lnTo>
                  <a:lnTo>
                    <a:pt x="822591" y="1435251"/>
                  </a:lnTo>
                  <a:lnTo>
                    <a:pt x="770658" y="1420829"/>
                  </a:lnTo>
                  <a:lnTo>
                    <a:pt x="719983" y="1405504"/>
                  </a:lnTo>
                  <a:lnTo>
                    <a:pt x="670614" y="1389299"/>
                  </a:lnTo>
                  <a:lnTo>
                    <a:pt x="622600" y="1372237"/>
                  </a:lnTo>
                  <a:lnTo>
                    <a:pt x="575987" y="1354342"/>
                  </a:lnTo>
                  <a:lnTo>
                    <a:pt x="530823" y="1335635"/>
                  </a:lnTo>
                  <a:lnTo>
                    <a:pt x="487156" y="1316139"/>
                  </a:lnTo>
                  <a:lnTo>
                    <a:pt x="445033" y="1295878"/>
                  </a:lnTo>
                  <a:lnTo>
                    <a:pt x="404501" y="1274875"/>
                  </a:lnTo>
                  <a:lnTo>
                    <a:pt x="365609" y="1253151"/>
                  </a:lnTo>
                  <a:lnTo>
                    <a:pt x="328403" y="1230731"/>
                  </a:lnTo>
                  <a:lnTo>
                    <a:pt x="292931" y="1207637"/>
                  </a:lnTo>
                  <a:lnTo>
                    <a:pt x="259241" y="1183891"/>
                  </a:lnTo>
                  <a:lnTo>
                    <a:pt x="227380" y="1159517"/>
                  </a:lnTo>
                  <a:lnTo>
                    <a:pt x="197395" y="1134537"/>
                  </a:lnTo>
                  <a:lnTo>
                    <a:pt x="143247" y="1082853"/>
                  </a:lnTo>
                  <a:lnTo>
                    <a:pt x="97175" y="1029020"/>
                  </a:lnTo>
                  <a:lnTo>
                    <a:pt x="59561" y="973223"/>
                  </a:lnTo>
                  <a:lnTo>
                    <a:pt x="30784" y="915644"/>
                  </a:lnTo>
                  <a:lnTo>
                    <a:pt x="11225" y="856465"/>
                  </a:lnTo>
                  <a:lnTo>
                    <a:pt x="1263" y="795870"/>
                  </a:lnTo>
                  <a:lnTo>
                    <a:pt x="0" y="765098"/>
                  </a:lnTo>
                  <a:lnTo>
                    <a:pt x="1263" y="734326"/>
                  </a:lnTo>
                  <a:lnTo>
                    <a:pt x="11225" y="673731"/>
                  </a:lnTo>
                  <a:lnTo>
                    <a:pt x="30784" y="614552"/>
                  </a:lnTo>
                  <a:lnTo>
                    <a:pt x="59561" y="556973"/>
                  </a:lnTo>
                  <a:lnTo>
                    <a:pt x="97175" y="501175"/>
                  </a:lnTo>
                  <a:lnTo>
                    <a:pt x="143247" y="447343"/>
                  </a:lnTo>
                  <a:lnTo>
                    <a:pt x="197395" y="395659"/>
                  </a:lnTo>
                  <a:lnTo>
                    <a:pt x="227380" y="370679"/>
                  </a:lnTo>
                  <a:lnTo>
                    <a:pt x="259241" y="346305"/>
                  </a:lnTo>
                  <a:lnTo>
                    <a:pt x="292931" y="322559"/>
                  </a:lnTo>
                  <a:lnTo>
                    <a:pt x="328403" y="299465"/>
                  </a:lnTo>
                  <a:lnTo>
                    <a:pt x="365609" y="277044"/>
                  </a:lnTo>
                  <a:lnTo>
                    <a:pt x="404501" y="255321"/>
                  </a:lnTo>
                  <a:lnTo>
                    <a:pt x="445033" y="234318"/>
                  </a:lnTo>
                  <a:lnTo>
                    <a:pt x="487156" y="214057"/>
                  </a:lnTo>
                  <a:lnTo>
                    <a:pt x="530823" y="194561"/>
                  </a:lnTo>
                  <a:lnTo>
                    <a:pt x="575987" y="175854"/>
                  </a:lnTo>
                  <a:lnTo>
                    <a:pt x="622600" y="157959"/>
                  </a:lnTo>
                  <a:lnTo>
                    <a:pt x="670614" y="140897"/>
                  </a:lnTo>
                  <a:lnTo>
                    <a:pt x="719983" y="124692"/>
                  </a:lnTo>
                  <a:lnTo>
                    <a:pt x="770658" y="109367"/>
                  </a:lnTo>
                  <a:lnTo>
                    <a:pt x="822591" y="94945"/>
                  </a:lnTo>
                  <a:lnTo>
                    <a:pt x="875736" y="81449"/>
                  </a:lnTo>
                  <a:lnTo>
                    <a:pt x="930045" y="68900"/>
                  </a:lnTo>
                  <a:lnTo>
                    <a:pt x="985471" y="57323"/>
                  </a:lnTo>
                  <a:lnTo>
                    <a:pt x="1041965" y="46740"/>
                  </a:lnTo>
                  <a:lnTo>
                    <a:pt x="1099481" y="37174"/>
                  </a:lnTo>
                  <a:lnTo>
                    <a:pt x="1157970" y="28648"/>
                  </a:lnTo>
                  <a:lnTo>
                    <a:pt x="1217386" y="21185"/>
                  </a:lnTo>
                  <a:lnTo>
                    <a:pt x="1277680" y="14807"/>
                  </a:lnTo>
                  <a:lnTo>
                    <a:pt x="1338806" y="9537"/>
                  </a:lnTo>
                  <a:lnTo>
                    <a:pt x="1400716" y="5399"/>
                  </a:lnTo>
                  <a:lnTo>
                    <a:pt x="1463361" y="2414"/>
                  </a:lnTo>
                  <a:lnTo>
                    <a:pt x="1526696" y="607"/>
                  </a:lnTo>
                  <a:lnTo>
                    <a:pt x="1590671" y="0"/>
                  </a:lnTo>
                  <a:lnTo>
                    <a:pt x="1654647" y="607"/>
                  </a:lnTo>
                  <a:lnTo>
                    <a:pt x="1717981" y="2414"/>
                  </a:lnTo>
                  <a:lnTo>
                    <a:pt x="1780627" y="5399"/>
                  </a:lnTo>
                  <a:lnTo>
                    <a:pt x="1842537" y="9537"/>
                  </a:lnTo>
                  <a:lnTo>
                    <a:pt x="1903662" y="14807"/>
                  </a:lnTo>
                  <a:lnTo>
                    <a:pt x="1963957" y="21185"/>
                  </a:lnTo>
                  <a:lnTo>
                    <a:pt x="2023373" y="28648"/>
                  </a:lnTo>
                  <a:lnTo>
                    <a:pt x="2081862" y="37174"/>
                  </a:lnTo>
                  <a:lnTo>
                    <a:pt x="2139378" y="46740"/>
                  </a:lnTo>
                  <a:lnTo>
                    <a:pt x="2195872" y="57323"/>
                  </a:lnTo>
                  <a:lnTo>
                    <a:pt x="2251297" y="68900"/>
                  </a:lnTo>
                  <a:lnTo>
                    <a:pt x="2305606" y="81449"/>
                  </a:lnTo>
                  <a:lnTo>
                    <a:pt x="2358751" y="94945"/>
                  </a:lnTo>
                  <a:lnTo>
                    <a:pt x="2410685" y="109367"/>
                  </a:lnTo>
                  <a:lnTo>
                    <a:pt x="2461360" y="124692"/>
                  </a:lnTo>
                  <a:lnTo>
                    <a:pt x="2510728" y="140897"/>
                  </a:lnTo>
                  <a:lnTo>
                    <a:pt x="2558743" y="157959"/>
                  </a:lnTo>
                  <a:lnTo>
                    <a:pt x="2605355" y="175854"/>
                  </a:lnTo>
                  <a:lnTo>
                    <a:pt x="2650519" y="194561"/>
                  </a:lnTo>
                  <a:lnTo>
                    <a:pt x="2694187" y="214057"/>
                  </a:lnTo>
                  <a:lnTo>
                    <a:pt x="2736310" y="234318"/>
                  </a:lnTo>
                  <a:lnTo>
                    <a:pt x="2776841" y="255321"/>
                  </a:lnTo>
                  <a:lnTo>
                    <a:pt x="2815734" y="277044"/>
                  </a:lnTo>
                  <a:lnTo>
                    <a:pt x="2852940" y="299465"/>
                  </a:lnTo>
                  <a:lnTo>
                    <a:pt x="2888412" y="322559"/>
                  </a:lnTo>
                  <a:lnTo>
                    <a:pt x="2922102" y="346305"/>
                  </a:lnTo>
                  <a:lnTo>
                    <a:pt x="2953963" y="370679"/>
                  </a:lnTo>
                  <a:lnTo>
                    <a:pt x="2983947" y="395659"/>
                  </a:lnTo>
                  <a:lnTo>
                    <a:pt x="3038096" y="447343"/>
                  </a:lnTo>
                  <a:lnTo>
                    <a:pt x="3084167" y="501175"/>
                  </a:lnTo>
                  <a:lnTo>
                    <a:pt x="3121782" y="556973"/>
                  </a:lnTo>
                  <a:lnTo>
                    <a:pt x="3150559" y="614552"/>
                  </a:lnTo>
                  <a:lnTo>
                    <a:pt x="3170118" y="673731"/>
                  </a:lnTo>
                  <a:lnTo>
                    <a:pt x="3180080" y="734326"/>
                  </a:lnTo>
                  <a:lnTo>
                    <a:pt x="3181343" y="765098"/>
                  </a:lnTo>
                  <a:lnTo>
                    <a:pt x="3180080" y="795870"/>
                  </a:lnTo>
                  <a:lnTo>
                    <a:pt x="3170118" y="856465"/>
                  </a:lnTo>
                  <a:lnTo>
                    <a:pt x="3150559" y="915644"/>
                  </a:lnTo>
                  <a:lnTo>
                    <a:pt x="3121782" y="973223"/>
                  </a:lnTo>
                  <a:lnTo>
                    <a:pt x="3084167" y="1029020"/>
                  </a:lnTo>
                  <a:lnTo>
                    <a:pt x="3038096" y="1082853"/>
                  </a:lnTo>
                  <a:lnTo>
                    <a:pt x="2983947" y="1134537"/>
                  </a:lnTo>
                  <a:lnTo>
                    <a:pt x="2953963" y="1159517"/>
                  </a:lnTo>
                  <a:lnTo>
                    <a:pt x="2922102" y="1183891"/>
                  </a:lnTo>
                  <a:lnTo>
                    <a:pt x="2888412" y="1207637"/>
                  </a:lnTo>
                  <a:lnTo>
                    <a:pt x="2852940" y="1230731"/>
                  </a:lnTo>
                  <a:lnTo>
                    <a:pt x="2815734" y="1253151"/>
                  </a:lnTo>
                  <a:lnTo>
                    <a:pt x="2776841" y="1274875"/>
                  </a:lnTo>
                  <a:lnTo>
                    <a:pt x="2736310" y="1295878"/>
                  </a:lnTo>
                  <a:lnTo>
                    <a:pt x="2694187" y="1316139"/>
                  </a:lnTo>
                  <a:lnTo>
                    <a:pt x="2650519" y="1335635"/>
                  </a:lnTo>
                  <a:lnTo>
                    <a:pt x="2605355" y="1354342"/>
                  </a:lnTo>
                  <a:lnTo>
                    <a:pt x="2558743" y="1372237"/>
                  </a:lnTo>
                  <a:lnTo>
                    <a:pt x="2510728" y="1389299"/>
                  </a:lnTo>
                  <a:lnTo>
                    <a:pt x="2461360" y="1405504"/>
                  </a:lnTo>
                  <a:lnTo>
                    <a:pt x="2410685" y="1420829"/>
                  </a:lnTo>
                  <a:lnTo>
                    <a:pt x="2358751" y="1435251"/>
                  </a:lnTo>
                  <a:lnTo>
                    <a:pt x="2305606" y="1448747"/>
                  </a:lnTo>
                  <a:lnTo>
                    <a:pt x="2251297" y="1461296"/>
                  </a:lnTo>
                  <a:lnTo>
                    <a:pt x="2195872" y="1472873"/>
                  </a:lnTo>
                  <a:lnTo>
                    <a:pt x="2139378" y="1483456"/>
                  </a:lnTo>
                  <a:lnTo>
                    <a:pt x="2081862" y="1493022"/>
                  </a:lnTo>
                  <a:lnTo>
                    <a:pt x="2023373" y="1501548"/>
                  </a:lnTo>
                  <a:lnTo>
                    <a:pt x="1963957" y="1509011"/>
                  </a:lnTo>
                  <a:lnTo>
                    <a:pt x="1903662" y="1515389"/>
                  </a:lnTo>
                  <a:lnTo>
                    <a:pt x="1842537" y="1520659"/>
                  </a:lnTo>
                  <a:lnTo>
                    <a:pt x="1780627" y="1524797"/>
                  </a:lnTo>
                  <a:lnTo>
                    <a:pt x="1717981" y="1527782"/>
                  </a:lnTo>
                  <a:lnTo>
                    <a:pt x="1654647" y="1529589"/>
                  </a:lnTo>
                  <a:lnTo>
                    <a:pt x="1590671" y="1530196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24414" y="3916891"/>
              <a:ext cx="3181350" cy="1530350"/>
            </a:xfrm>
            <a:custGeom>
              <a:avLst/>
              <a:gdLst/>
              <a:ahLst/>
              <a:cxnLst/>
              <a:rect l="l" t="t" r="r" b="b"/>
              <a:pathLst>
                <a:path w="3181350" h="1530350">
                  <a:moveTo>
                    <a:pt x="0" y="765098"/>
                  </a:moveTo>
                  <a:lnTo>
                    <a:pt x="1263" y="734326"/>
                  </a:lnTo>
                  <a:lnTo>
                    <a:pt x="5020" y="703863"/>
                  </a:lnTo>
                  <a:lnTo>
                    <a:pt x="19828" y="643953"/>
                  </a:lnTo>
                  <a:lnTo>
                    <a:pt x="44044" y="585551"/>
                  </a:lnTo>
                  <a:lnTo>
                    <a:pt x="77287" y="528840"/>
                  </a:lnTo>
                  <a:lnTo>
                    <a:pt x="119178" y="474002"/>
                  </a:lnTo>
                  <a:lnTo>
                    <a:pt x="169335" y="421221"/>
                  </a:lnTo>
                  <a:lnTo>
                    <a:pt x="227380" y="370679"/>
                  </a:lnTo>
                  <a:lnTo>
                    <a:pt x="259241" y="346305"/>
                  </a:lnTo>
                  <a:lnTo>
                    <a:pt x="292931" y="322559"/>
                  </a:lnTo>
                  <a:lnTo>
                    <a:pt x="328403" y="299465"/>
                  </a:lnTo>
                  <a:lnTo>
                    <a:pt x="365609" y="277044"/>
                  </a:lnTo>
                  <a:lnTo>
                    <a:pt x="404501" y="255321"/>
                  </a:lnTo>
                  <a:lnTo>
                    <a:pt x="445033" y="234318"/>
                  </a:lnTo>
                  <a:lnTo>
                    <a:pt x="487156" y="214057"/>
                  </a:lnTo>
                  <a:lnTo>
                    <a:pt x="530823" y="194561"/>
                  </a:lnTo>
                  <a:lnTo>
                    <a:pt x="575987" y="175854"/>
                  </a:lnTo>
                  <a:lnTo>
                    <a:pt x="622600" y="157959"/>
                  </a:lnTo>
                  <a:lnTo>
                    <a:pt x="670614" y="140897"/>
                  </a:lnTo>
                  <a:lnTo>
                    <a:pt x="719983" y="124692"/>
                  </a:lnTo>
                  <a:lnTo>
                    <a:pt x="770658" y="109367"/>
                  </a:lnTo>
                  <a:lnTo>
                    <a:pt x="822591" y="94945"/>
                  </a:lnTo>
                  <a:lnTo>
                    <a:pt x="875736" y="81449"/>
                  </a:lnTo>
                  <a:lnTo>
                    <a:pt x="930045" y="68900"/>
                  </a:lnTo>
                  <a:lnTo>
                    <a:pt x="985471" y="57323"/>
                  </a:lnTo>
                  <a:lnTo>
                    <a:pt x="1041965" y="46740"/>
                  </a:lnTo>
                  <a:lnTo>
                    <a:pt x="1099481" y="37174"/>
                  </a:lnTo>
                  <a:lnTo>
                    <a:pt x="1157970" y="28648"/>
                  </a:lnTo>
                  <a:lnTo>
                    <a:pt x="1217386" y="21185"/>
                  </a:lnTo>
                  <a:lnTo>
                    <a:pt x="1277680" y="14807"/>
                  </a:lnTo>
                  <a:lnTo>
                    <a:pt x="1338806" y="9537"/>
                  </a:lnTo>
                  <a:lnTo>
                    <a:pt x="1400716" y="5399"/>
                  </a:lnTo>
                  <a:lnTo>
                    <a:pt x="1463361" y="2414"/>
                  </a:lnTo>
                  <a:lnTo>
                    <a:pt x="1526696" y="607"/>
                  </a:lnTo>
                  <a:lnTo>
                    <a:pt x="1590671" y="0"/>
                  </a:lnTo>
                  <a:lnTo>
                    <a:pt x="1654647" y="607"/>
                  </a:lnTo>
                  <a:lnTo>
                    <a:pt x="1717981" y="2414"/>
                  </a:lnTo>
                  <a:lnTo>
                    <a:pt x="1780627" y="5399"/>
                  </a:lnTo>
                  <a:lnTo>
                    <a:pt x="1842537" y="9537"/>
                  </a:lnTo>
                  <a:lnTo>
                    <a:pt x="1903662" y="14807"/>
                  </a:lnTo>
                  <a:lnTo>
                    <a:pt x="1963957" y="21185"/>
                  </a:lnTo>
                  <a:lnTo>
                    <a:pt x="2023373" y="28648"/>
                  </a:lnTo>
                  <a:lnTo>
                    <a:pt x="2081862" y="37174"/>
                  </a:lnTo>
                  <a:lnTo>
                    <a:pt x="2139378" y="46740"/>
                  </a:lnTo>
                  <a:lnTo>
                    <a:pt x="2195872" y="57323"/>
                  </a:lnTo>
                  <a:lnTo>
                    <a:pt x="2251297" y="68900"/>
                  </a:lnTo>
                  <a:lnTo>
                    <a:pt x="2305606" y="81449"/>
                  </a:lnTo>
                  <a:lnTo>
                    <a:pt x="2358751" y="94945"/>
                  </a:lnTo>
                  <a:lnTo>
                    <a:pt x="2410685" y="109367"/>
                  </a:lnTo>
                  <a:lnTo>
                    <a:pt x="2461360" y="124692"/>
                  </a:lnTo>
                  <a:lnTo>
                    <a:pt x="2510728" y="140897"/>
                  </a:lnTo>
                  <a:lnTo>
                    <a:pt x="2558742" y="157959"/>
                  </a:lnTo>
                  <a:lnTo>
                    <a:pt x="2605355" y="175854"/>
                  </a:lnTo>
                  <a:lnTo>
                    <a:pt x="2650519" y="194561"/>
                  </a:lnTo>
                  <a:lnTo>
                    <a:pt x="2694186" y="214057"/>
                  </a:lnTo>
                  <a:lnTo>
                    <a:pt x="2736310" y="234318"/>
                  </a:lnTo>
                  <a:lnTo>
                    <a:pt x="2776841" y="255321"/>
                  </a:lnTo>
                  <a:lnTo>
                    <a:pt x="2815734" y="277044"/>
                  </a:lnTo>
                  <a:lnTo>
                    <a:pt x="2852940" y="299465"/>
                  </a:lnTo>
                  <a:lnTo>
                    <a:pt x="2888412" y="322559"/>
                  </a:lnTo>
                  <a:lnTo>
                    <a:pt x="2922102" y="346305"/>
                  </a:lnTo>
                  <a:lnTo>
                    <a:pt x="2953963" y="370679"/>
                  </a:lnTo>
                  <a:lnTo>
                    <a:pt x="2983947" y="395659"/>
                  </a:lnTo>
                  <a:lnTo>
                    <a:pt x="3038096" y="447343"/>
                  </a:lnTo>
                  <a:lnTo>
                    <a:pt x="3084167" y="501175"/>
                  </a:lnTo>
                  <a:lnTo>
                    <a:pt x="3121782" y="556973"/>
                  </a:lnTo>
                  <a:lnTo>
                    <a:pt x="3150559" y="614552"/>
                  </a:lnTo>
                  <a:lnTo>
                    <a:pt x="3170118" y="673731"/>
                  </a:lnTo>
                  <a:lnTo>
                    <a:pt x="3180080" y="734326"/>
                  </a:lnTo>
                  <a:lnTo>
                    <a:pt x="3181343" y="765098"/>
                  </a:lnTo>
                  <a:lnTo>
                    <a:pt x="3176323" y="826333"/>
                  </a:lnTo>
                  <a:lnTo>
                    <a:pt x="3161514" y="886243"/>
                  </a:lnTo>
                  <a:lnTo>
                    <a:pt x="3137298" y="944645"/>
                  </a:lnTo>
                  <a:lnTo>
                    <a:pt x="3104055" y="1001356"/>
                  </a:lnTo>
                  <a:lnTo>
                    <a:pt x="3062165" y="1056194"/>
                  </a:lnTo>
                  <a:lnTo>
                    <a:pt x="3012007" y="1108975"/>
                  </a:lnTo>
                  <a:lnTo>
                    <a:pt x="2953963" y="1159517"/>
                  </a:lnTo>
                  <a:lnTo>
                    <a:pt x="2922102" y="1183891"/>
                  </a:lnTo>
                  <a:lnTo>
                    <a:pt x="2888412" y="1207637"/>
                  </a:lnTo>
                  <a:lnTo>
                    <a:pt x="2852940" y="1230731"/>
                  </a:lnTo>
                  <a:lnTo>
                    <a:pt x="2815734" y="1253151"/>
                  </a:lnTo>
                  <a:lnTo>
                    <a:pt x="2776841" y="1274875"/>
                  </a:lnTo>
                  <a:lnTo>
                    <a:pt x="2736310" y="1295878"/>
                  </a:lnTo>
                  <a:lnTo>
                    <a:pt x="2694186" y="1316139"/>
                  </a:lnTo>
                  <a:lnTo>
                    <a:pt x="2650519" y="1335635"/>
                  </a:lnTo>
                  <a:lnTo>
                    <a:pt x="2605355" y="1354342"/>
                  </a:lnTo>
                  <a:lnTo>
                    <a:pt x="2558742" y="1372237"/>
                  </a:lnTo>
                  <a:lnTo>
                    <a:pt x="2510728" y="1389299"/>
                  </a:lnTo>
                  <a:lnTo>
                    <a:pt x="2461360" y="1405504"/>
                  </a:lnTo>
                  <a:lnTo>
                    <a:pt x="2410685" y="1420829"/>
                  </a:lnTo>
                  <a:lnTo>
                    <a:pt x="2358751" y="1435251"/>
                  </a:lnTo>
                  <a:lnTo>
                    <a:pt x="2305606" y="1448747"/>
                  </a:lnTo>
                  <a:lnTo>
                    <a:pt x="2251297" y="1461296"/>
                  </a:lnTo>
                  <a:lnTo>
                    <a:pt x="2195872" y="1472873"/>
                  </a:lnTo>
                  <a:lnTo>
                    <a:pt x="2139378" y="1483456"/>
                  </a:lnTo>
                  <a:lnTo>
                    <a:pt x="2081862" y="1493022"/>
                  </a:lnTo>
                  <a:lnTo>
                    <a:pt x="2023373" y="1501548"/>
                  </a:lnTo>
                  <a:lnTo>
                    <a:pt x="1963957" y="1509011"/>
                  </a:lnTo>
                  <a:lnTo>
                    <a:pt x="1903662" y="1515389"/>
                  </a:lnTo>
                  <a:lnTo>
                    <a:pt x="1842537" y="1520659"/>
                  </a:lnTo>
                  <a:lnTo>
                    <a:pt x="1780627" y="1524797"/>
                  </a:lnTo>
                  <a:lnTo>
                    <a:pt x="1717981" y="1527782"/>
                  </a:lnTo>
                  <a:lnTo>
                    <a:pt x="1654647" y="1529589"/>
                  </a:lnTo>
                  <a:lnTo>
                    <a:pt x="1590671" y="1530196"/>
                  </a:lnTo>
                  <a:lnTo>
                    <a:pt x="1526696" y="1529589"/>
                  </a:lnTo>
                  <a:lnTo>
                    <a:pt x="1463361" y="1527782"/>
                  </a:lnTo>
                  <a:lnTo>
                    <a:pt x="1400716" y="1524797"/>
                  </a:lnTo>
                  <a:lnTo>
                    <a:pt x="1338806" y="1520659"/>
                  </a:lnTo>
                  <a:lnTo>
                    <a:pt x="1277680" y="1515389"/>
                  </a:lnTo>
                  <a:lnTo>
                    <a:pt x="1217386" y="1509011"/>
                  </a:lnTo>
                  <a:lnTo>
                    <a:pt x="1157970" y="1501548"/>
                  </a:lnTo>
                  <a:lnTo>
                    <a:pt x="1099481" y="1493022"/>
                  </a:lnTo>
                  <a:lnTo>
                    <a:pt x="1041965" y="1483456"/>
                  </a:lnTo>
                  <a:lnTo>
                    <a:pt x="985471" y="1472873"/>
                  </a:lnTo>
                  <a:lnTo>
                    <a:pt x="930045" y="1461296"/>
                  </a:lnTo>
                  <a:lnTo>
                    <a:pt x="875736" y="1448747"/>
                  </a:lnTo>
                  <a:lnTo>
                    <a:pt x="822591" y="1435251"/>
                  </a:lnTo>
                  <a:lnTo>
                    <a:pt x="770658" y="1420829"/>
                  </a:lnTo>
                  <a:lnTo>
                    <a:pt x="719983" y="1405504"/>
                  </a:lnTo>
                  <a:lnTo>
                    <a:pt x="670614" y="1389299"/>
                  </a:lnTo>
                  <a:lnTo>
                    <a:pt x="622600" y="1372237"/>
                  </a:lnTo>
                  <a:lnTo>
                    <a:pt x="575987" y="1354342"/>
                  </a:lnTo>
                  <a:lnTo>
                    <a:pt x="530823" y="1335635"/>
                  </a:lnTo>
                  <a:lnTo>
                    <a:pt x="487156" y="1316139"/>
                  </a:lnTo>
                  <a:lnTo>
                    <a:pt x="445033" y="1295878"/>
                  </a:lnTo>
                  <a:lnTo>
                    <a:pt x="404501" y="1274875"/>
                  </a:lnTo>
                  <a:lnTo>
                    <a:pt x="365609" y="1253151"/>
                  </a:lnTo>
                  <a:lnTo>
                    <a:pt x="328403" y="1230731"/>
                  </a:lnTo>
                  <a:lnTo>
                    <a:pt x="292931" y="1207637"/>
                  </a:lnTo>
                  <a:lnTo>
                    <a:pt x="259241" y="1183891"/>
                  </a:lnTo>
                  <a:lnTo>
                    <a:pt x="227380" y="1159517"/>
                  </a:lnTo>
                  <a:lnTo>
                    <a:pt x="197395" y="1134537"/>
                  </a:lnTo>
                  <a:lnTo>
                    <a:pt x="143247" y="1082853"/>
                  </a:lnTo>
                  <a:lnTo>
                    <a:pt x="97175" y="1029020"/>
                  </a:lnTo>
                  <a:lnTo>
                    <a:pt x="59561" y="973223"/>
                  </a:lnTo>
                  <a:lnTo>
                    <a:pt x="30784" y="915644"/>
                  </a:lnTo>
                  <a:lnTo>
                    <a:pt x="11224" y="856465"/>
                  </a:lnTo>
                  <a:lnTo>
                    <a:pt x="1263" y="795870"/>
                  </a:lnTo>
                  <a:lnTo>
                    <a:pt x="0" y="765098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02019" y="4514765"/>
            <a:ext cx="142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Trebuchet MS"/>
                <a:cs typeface="Trebuchet MS"/>
              </a:rPr>
              <a:t>Teks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55" dirty="0">
                <a:latin typeface="Trebuchet MS"/>
                <a:cs typeface="Trebuchet MS"/>
              </a:rPr>
              <a:t>Deskripsi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63952" y="1914521"/>
            <a:ext cx="2922270" cy="1304925"/>
            <a:chOff x="1163952" y="1914521"/>
            <a:chExt cx="2922270" cy="1304925"/>
          </a:xfrm>
        </p:grpSpPr>
        <p:sp>
          <p:nvSpPr>
            <p:cNvPr id="8" name="object 8"/>
            <p:cNvSpPr/>
            <p:nvPr/>
          </p:nvSpPr>
          <p:spPr>
            <a:xfrm>
              <a:off x="1173477" y="1924046"/>
              <a:ext cx="2903220" cy="1285875"/>
            </a:xfrm>
            <a:custGeom>
              <a:avLst/>
              <a:gdLst/>
              <a:ahLst/>
              <a:cxnLst/>
              <a:rect l="l" t="t" r="r" b="b"/>
              <a:pathLst>
                <a:path w="2903220" h="1285875">
                  <a:moveTo>
                    <a:pt x="1451617" y="1285872"/>
                  </a:moveTo>
                  <a:lnTo>
                    <a:pt x="1386956" y="1285246"/>
                  </a:lnTo>
                  <a:lnTo>
                    <a:pt x="1323019" y="1283384"/>
                  </a:lnTo>
                  <a:lnTo>
                    <a:pt x="1259865" y="1280312"/>
                  </a:lnTo>
                  <a:lnTo>
                    <a:pt x="1197554" y="1276058"/>
                  </a:lnTo>
                  <a:lnTo>
                    <a:pt x="1136144" y="1270647"/>
                  </a:lnTo>
                  <a:lnTo>
                    <a:pt x="1075695" y="1264104"/>
                  </a:lnTo>
                  <a:lnTo>
                    <a:pt x="1016265" y="1256457"/>
                  </a:lnTo>
                  <a:lnTo>
                    <a:pt x="957913" y="1247731"/>
                  </a:lnTo>
                  <a:lnTo>
                    <a:pt x="900699" y="1237953"/>
                  </a:lnTo>
                  <a:lnTo>
                    <a:pt x="844681" y="1227148"/>
                  </a:lnTo>
                  <a:lnTo>
                    <a:pt x="789918" y="1215343"/>
                  </a:lnTo>
                  <a:lnTo>
                    <a:pt x="736469" y="1202564"/>
                  </a:lnTo>
                  <a:lnTo>
                    <a:pt x="684394" y="1188837"/>
                  </a:lnTo>
                  <a:lnTo>
                    <a:pt x="633752" y="1174188"/>
                  </a:lnTo>
                  <a:lnTo>
                    <a:pt x="584600" y="1158643"/>
                  </a:lnTo>
                  <a:lnTo>
                    <a:pt x="536999" y="1142229"/>
                  </a:lnTo>
                  <a:lnTo>
                    <a:pt x="491007" y="1124971"/>
                  </a:lnTo>
                  <a:lnTo>
                    <a:pt x="446684" y="1106896"/>
                  </a:lnTo>
                  <a:lnTo>
                    <a:pt x="404088" y="1088029"/>
                  </a:lnTo>
                  <a:lnTo>
                    <a:pt x="363278" y="1068398"/>
                  </a:lnTo>
                  <a:lnTo>
                    <a:pt x="324314" y="1048027"/>
                  </a:lnTo>
                  <a:lnTo>
                    <a:pt x="287254" y="1026944"/>
                  </a:lnTo>
                  <a:lnTo>
                    <a:pt x="252158" y="1005174"/>
                  </a:lnTo>
                  <a:lnTo>
                    <a:pt x="219083" y="982743"/>
                  </a:lnTo>
                  <a:lnTo>
                    <a:pt x="188091" y="959678"/>
                  </a:lnTo>
                  <a:lnTo>
                    <a:pt x="132585" y="911749"/>
                  </a:lnTo>
                  <a:lnTo>
                    <a:pt x="86113" y="861596"/>
                  </a:lnTo>
                  <a:lnTo>
                    <a:pt x="49146" y="809428"/>
                  </a:lnTo>
                  <a:lnTo>
                    <a:pt x="22157" y="755454"/>
                  </a:lnTo>
                  <a:lnTo>
                    <a:pt x="5618" y="699883"/>
                  </a:lnTo>
                  <a:lnTo>
                    <a:pt x="0" y="642923"/>
                  </a:lnTo>
                  <a:lnTo>
                    <a:pt x="1414" y="614285"/>
                  </a:lnTo>
                  <a:lnTo>
                    <a:pt x="12552" y="557998"/>
                  </a:lnTo>
                  <a:lnTo>
                    <a:pt x="34375" y="503202"/>
                  </a:lnTo>
                  <a:lnTo>
                    <a:pt x="66412" y="450108"/>
                  </a:lnTo>
                  <a:lnTo>
                    <a:pt x="108190" y="398924"/>
                  </a:lnTo>
                  <a:lnTo>
                    <a:pt x="159238" y="349859"/>
                  </a:lnTo>
                  <a:lnTo>
                    <a:pt x="219083" y="303122"/>
                  </a:lnTo>
                  <a:lnTo>
                    <a:pt x="252158" y="280693"/>
                  </a:lnTo>
                  <a:lnTo>
                    <a:pt x="287254" y="258923"/>
                  </a:lnTo>
                  <a:lnTo>
                    <a:pt x="324314" y="237841"/>
                  </a:lnTo>
                  <a:lnTo>
                    <a:pt x="363278" y="217471"/>
                  </a:lnTo>
                  <a:lnTo>
                    <a:pt x="404088" y="197840"/>
                  </a:lnTo>
                  <a:lnTo>
                    <a:pt x="446684" y="178974"/>
                  </a:lnTo>
                  <a:lnTo>
                    <a:pt x="491007" y="160899"/>
                  </a:lnTo>
                  <a:lnTo>
                    <a:pt x="536999" y="143641"/>
                  </a:lnTo>
                  <a:lnTo>
                    <a:pt x="584600" y="127227"/>
                  </a:lnTo>
                  <a:lnTo>
                    <a:pt x="633752" y="111683"/>
                  </a:lnTo>
                  <a:lnTo>
                    <a:pt x="684394" y="97034"/>
                  </a:lnTo>
                  <a:lnTo>
                    <a:pt x="736469" y="83307"/>
                  </a:lnTo>
                  <a:lnTo>
                    <a:pt x="789918" y="70528"/>
                  </a:lnTo>
                  <a:lnTo>
                    <a:pt x="844681" y="58723"/>
                  </a:lnTo>
                  <a:lnTo>
                    <a:pt x="900699" y="47918"/>
                  </a:lnTo>
                  <a:lnTo>
                    <a:pt x="957913" y="38140"/>
                  </a:lnTo>
                  <a:lnTo>
                    <a:pt x="1016265" y="29414"/>
                  </a:lnTo>
                  <a:lnTo>
                    <a:pt x="1075695" y="21767"/>
                  </a:lnTo>
                  <a:lnTo>
                    <a:pt x="1136144" y="15225"/>
                  </a:lnTo>
                  <a:lnTo>
                    <a:pt x="1197554" y="9813"/>
                  </a:lnTo>
                  <a:lnTo>
                    <a:pt x="1259865" y="5559"/>
                  </a:lnTo>
                  <a:lnTo>
                    <a:pt x="1323019" y="2488"/>
                  </a:lnTo>
                  <a:lnTo>
                    <a:pt x="1386956" y="626"/>
                  </a:lnTo>
                  <a:lnTo>
                    <a:pt x="1451617" y="0"/>
                  </a:lnTo>
                  <a:lnTo>
                    <a:pt x="1516277" y="626"/>
                  </a:lnTo>
                  <a:lnTo>
                    <a:pt x="1580212" y="2488"/>
                  </a:lnTo>
                  <a:lnTo>
                    <a:pt x="1643365" y="5559"/>
                  </a:lnTo>
                  <a:lnTo>
                    <a:pt x="1705675" y="9813"/>
                  </a:lnTo>
                  <a:lnTo>
                    <a:pt x="1767084" y="15225"/>
                  </a:lnTo>
                  <a:lnTo>
                    <a:pt x="1827533" y="21767"/>
                  </a:lnTo>
                  <a:lnTo>
                    <a:pt x="1886962" y="29414"/>
                  </a:lnTo>
                  <a:lnTo>
                    <a:pt x="1945313" y="38140"/>
                  </a:lnTo>
                  <a:lnTo>
                    <a:pt x="2002526" y="47918"/>
                  </a:lnTo>
                  <a:lnTo>
                    <a:pt x="2058544" y="58723"/>
                  </a:lnTo>
                  <a:lnTo>
                    <a:pt x="2113306" y="70528"/>
                  </a:lnTo>
                  <a:lnTo>
                    <a:pt x="2166753" y="83307"/>
                  </a:lnTo>
                  <a:lnTo>
                    <a:pt x="2218828" y="97034"/>
                  </a:lnTo>
                  <a:lnTo>
                    <a:pt x="2269470" y="111683"/>
                  </a:lnTo>
                  <a:lnTo>
                    <a:pt x="2318621" y="127227"/>
                  </a:lnTo>
                  <a:lnTo>
                    <a:pt x="2366221" y="143641"/>
                  </a:lnTo>
                  <a:lnTo>
                    <a:pt x="2412212" y="160899"/>
                  </a:lnTo>
                  <a:lnTo>
                    <a:pt x="2456535" y="178974"/>
                  </a:lnTo>
                  <a:lnTo>
                    <a:pt x="2499130" y="197840"/>
                  </a:lnTo>
                  <a:lnTo>
                    <a:pt x="2539939" y="217471"/>
                  </a:lnTo>
                  <a:lnTo>
                    <a:pt x="2578903" y="237841"/>
                  </a:lnTo>
                  <a:lnTo>
                    <a:pt x="2615963" y="258923"/>
                  </a:lnTo>
                  <a:lnTo>
                    <a:pt x="2651059" y="280693"/>
                  </a:lnTo>
                  <a:lnTo>
                    <a:pt x="2684132" y="303122"/>
                  </a:lnTo>
                  <a:lnTo>
                    <a:pt x="2715125" y="326187"/>
                  </a:lnTo>
                  <a:lnTo>
                    <a:pt x="2770630" y="374113"/>
                  </a:lnTo>
                  <a:lnTo>
                    <a:pt x="2817101" y="424264"/>
                  </a:lnTo>
                  <a:lnTo>
                    <a:pt x="2854067" y="476429"/>
                  </a:lnTo>
                  <a:lnTo>
                    <a:pt x="2881056" y="530400"/>
                  </a:lnTo>
                  <a:lnTo>
                    <a:pt x="2897596" y="585968"/>
                  </a:lnTo>
                  <a:lnTo>
                    <a:pt x="2903214" y="642923"/>
                  </a:lnTo>
                  <a:lnTo>
                    <a:pt x="2901799" y="671563"/>
                  </a:lnTo>
                  <a:lnTo>
                    <a:pt x="2890662" y="727855"/>
                  </a:lnTo>
                  <a:lnTo>
                    <a:pt x="2868839" y="782654"/>
                  </a:lnTo>
                  <a:lnTo>
                    <a:pt x="2836802" y="835751"/>
                  </a:lnTo>
                  <a:lnTo>
                    <a:pt x="2795024" y="886938"/>
                  </a:lnTo>
                  <a:lnTo>
                    <a:pt x="2743977" y="936005"/>
                  </a:lnTo>
                  <a:lnTo>
                    <a:pt x="2684132" y="982743"/>
                  </a:lnTo>
                  <a:lnTo>
                    <a:pt x="2651059" y="1005174"/>
                  </a:lnTo>
                  <a:lnTo>
                    <a:pt x="2615963" y="1026944"/>
                  </a:lnTo>
                  <a:lnTo>
                    <a:pt x="2578903" y="1048027"/>
                  </a:lnTo>
                  <a:lnTo>
                    <a:pt x="2539939" y="1068398"/>
                  </a:lnTo>
                  <a:lnTo>
                    <a:pt x="2499130" y="1088029"/>
                  </a:lnTo>
                  <a:lnTo>
                    <a:pt x="2456535" y="1106896"/>
                  </a:lnTo>
                  <a:lnTo>
                    <a:pt x="2412212" y="1124971"/>
                  </a:lnTo>
                  <a:lnTo>
                    <a:pt x="2366221" y="1142229"/>
                  </a:lnTo>
                  <a:lnTo>
                    <a:pt x="2318621" y="1158643"/>
                  </a:lnTo>
                  <a:lnTo>
                    <a:pt x="2269470" y="1174188"/>
                  </a:lnTo>
                  <a:lnTo>
                    <a:pt x="2218828" y="1188837"/>
                  </a:lnTo>
                  <a:lnTo>
                    <a:pt x="2166753" y="1202564"/>
                  </a:lnTo>
                  <a:lnTo>
                    <a:pt x="2113306" y="1215343"/>
                  </a:lnTo>
                  <a:lnTo>
                    <a:pt x="2058544" y="1227148"/>
                  </a:lnTo>
                  <a:lnTo>
                    <a:pt x="2002526" y="1237953"/>
                  </a:lnTo>
                  <a:lnTo>
                    <a:pt x="1945313" y="1247731"/>
                  </a:lnTo>
                  <a:lnTo>
                    <a:pt x="1886962" y="1256457"/>
                  </a:lnTo>
                  <a:lnTo>
                    <a:pt x="1827533" y="1264104"/>
                  </a:lnTo>
                  <a:lnTo>
                    <a:pt x="1767084" y="1270647"/>
                  </a:lnTo>
                  <a:lnTo>
                    <a:pt x="1705675" y="1276058"/>
                  </a:lnTo>
                  <a:lnTo>
                    <a:pt x="1643365" y="1280312"/>
                  </a:lnTo>
                  <a:lnTo>
                    <a:pt x="1580212" y="1283384"/>
                  </a:lnTo>
                  <a:lnTo>
                    <a:pt x="1516277" y="1285246"/>
                  </a:lnTo>
                  <a:lnTo>
                    <a:pt x="1451617" y="128587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173477" y="1924046"/>
              <a:ext cx="2903220" cy="1285875"/>
            </a:xfrm>
            <a:custGeom>
              <a:avLst/>
              <a:gdLst/>
              <a:ahLst/>
              <a:cxnLst/>
              <a:rect l="l" t="t" r="r" b="b"/>
              <a:pathLst>
                <a:path w="2903220" h="1285875">
                  <a:moveTo>
                    <a:pt x="0" y="642923"/>
                  </a:moveTo>
                  <a:lnTo>
                    <a:pt x="1414" y="614285"/>
                  </a:lnTo>
                  <a:lnTo>
                    <a:pt x="5618" y="585968"/>
                  </a:lnTo>
                  <a:lnTo>
                    <a:pt x="22157" y="530400"/>
                  </a:lnTo>
                  <a:lnTo>
                    <a:pt x="49146" y="476429"/>
                  </a:lnTo>
                  <a:lnTo>
                    <a:pt x="86113" y="424264"/>
                  </a:lnTo>
                  <a:lnTo>
                    <a:pt x="132585" y="374113"/>
                  </a:lnTo>
                  <a:lnTo>
                    <a:pt x="188091" y="326187"/>
                  </a:lnTo>
                  <a:lnTo>
                    <a:pt x="219083" y="303122"/>
                  </a:lnTo>
                  <a:lnTo>
                    <a:pt x="252158" y="280693"/>
                  </a:lnTo>
                  <a:lnTo>
                    <a:pt x="287254" y="258923"/>
                  </a:lnTo>
                  <a:lnTo>
                    <a:pt x="324314" y="237841"/>
                  </a:lnTo>
                  <a:lnTo>
                    <a:pt x="363278" y="217471"/>
                  </a:lnTo>
                  <a:lnTo>
                    <a:pt x="404088" y="197840"/>
                  </a:lnTo>
                  <a:lnTo>
                    <a:pt x="446684" y="178974"/>
                  </a:lnTo>
                  <a:lnTo>
                    <a:pt x="491007" y="160899"/>
                  </a:lnTo>
                  <a:lnTo>
                    <a:pt x="536999" y="143641"/>
                  </a:lnTo>
                  <a:lnTo>
                    <a:pt x="584600" y="127227"/>
                  </a:lnTo>
                  <a:lnTo>
                    <a:pt x="633752" y="111683"/>
                  </a:lnTo>
                  <a:lnTo>
                    <a:pt x="684394" y="97034"/>
                  </a:lnTo>
                  <a:lnTo>
                    <a:pt x="736469" y="83307"/>
                  </a:lnTo>
                  <a:lnTo>
                    <a:pt x="789918" y="70528"/>
                  </a:lnTo>
                  <a:lnTo>
                    <a:pt x="844681" y="58723"/>
                  </a:lnTo>
                  <a:lnTo>
                    <a:pt x="900699" y="47918"/>
                  </a:lnTo>
                  <a:lnTo>
                    <a:pt x="957913" y="38140"/>
                  </a:lnTo>
                  <a:lnTo>
                    <a:pt x="1016265" y="29414"/>
                  </a:lnTo>
                  <a:lnTo>
                    <a:pt x="1075695" y="21767"/>
                  </a:lnTo>
                  <a:lnTo>
                    <a:pt x="1136144" y="15225"/>
                  </a:lnTo>
                  <a:lnTo>
                    <a:pt x="1197554" y="9813"/>
                  </a:lnTo>
                  <a:lnTo>
                    <a:pt x="1259865" y="5559"/>
                  </a:lnTo>
                  <a:lnTo>
                    <a:pt x="1323019" y="2488"/>
                  </a:lnTo>
                  <a:lnTo>
                    <a:pt x="1386955" y="626"/>
                  </a:lnTo>
                  <a:lnTo>
                    <a:pt x="1451617" y="0"/>
                  </a:lnTo>
                  <a:lnTo>
                    <a:pt x="1516277" y="626"/>
                  </a:lnTo>
                  <a:lnTo>
                    <a:pt x="1580212" y="2488"/>
                  </a:lnTo>
                  <a:lnTo>
                    <a:pt x="1643365" y="5559"/>
                  </a:lnTo>
                  <a:lnTo>
                    <a:pt x="1705675" y="9813"/>
                  </a:lnTo>
                  <a:lnTo>
                    <a:pt x="1767084" y="15225"/>
                  </a:lnTo>
                  <a:lnTo>
                    <a:pt x="1827533" y="21767"/>
                  </a:lnTo>
                  <a:lnTo>
                    <a:pt x="1886962" y="29414"/>
                  </a:lnTo>
                  <a:lnTo>
                    <a:pt x="1945313" y="38140"/>
                  </a:lnTo>
                  <a:lnTo>
                    <a:pt x="2002526" y="47918"/>
                  </a:lnTo>
                  <a:lnTo>
                    <a:pt x="2058544" y="58723"/>
                  </a:lnTo>
                  <a:lnTo>
                    <a:pt x="2113306" y="70528"/>
                  </a:lnTo>
                  <a:lnTo>
                    <a:pt x="2166753" y="83307"/>
                  </a:lnTo>
                  <a:lnTo>
                    <a:pt x="2218828" y="97034"/>
                  </a:lnTo>
                  <a:lnTo>
                    <a:pt x="2269470" y="111683"/>
                  </a:lnTo>
                  <a:lnTo>
                    <a:pt x="2318620" y="127227"/>
                  </a:lnTo>
                  <a:lnTo>
                    <a:pt x="2366221" y="143641"/>
                  </a:lnTo>
                  <a:lnTo>
                    <a:pt x="2412212" y="160899"/>
                  </a:lnTo>
                  <a:lnTo>
                    <a:pt x="2456535" y="178974"/>
                  </a:lnTo>
                  <a:lnTo>
                    <a:pt x="2499130" y="197840"/>
                  </a:lnTo>
                  <a:lnTo>
                    <a:pt x="2539939" y="217471"/>
                  </a:lnTo>
                  <a:lnTo>
                    <a:pt x="2578903" y="237841"/>
                  </a:lnTo>
                  <a:lnTo>
                    <a:pt x="2615962" y="258923"/>
                  </a:lnTo>
                  <a:lnTo>
                    <a:pt x="2651059" y="280693"/>
                  </a:lnTo>
                  <a:lnTo>
                    <a:pt x="2684132" y="303122"/>
                  </a:lnTo>
                  <a:lnTo>
                    <a:pt x="2715125" y="326187"/>
                  </a:lnTo>
                  <a:lnTo>
                    <a:pt x="2770630" y="374113"/>
                  </a:lnTo>
                  <a:lnTo>
                    <a:pt x="2817101" y="424264"/>
                  </a:lnTo>
                  <a:lnTo>
                    <a:pt x="2854067" y="476429"/>
                  </a:lnTo>
                  <a:lnTo>
                    <a:pt x="2881056" y="530400"/>
                  </a:lnTo>
                  <a:lnTo>
                    <a:pt x="2897596" y="585968"/>
                  </a:lnTo>
                  <a:lnTo>
                    <a:pt x="2903214" y="642923"/>
                  </a:lnTo>
                  <a:lnTo>
                    <a:pt x="2897596" y="699883"/>
                  </a:lnTo>
                  <a:lnTo>
                    <a:pt x="2881056" y="755454"/>
                  </a:lnTo>
                  <a:lnTo>
                    <a:pt x="2854067" y="809428"/>
                  </a:lnTo>
                  <a:lnTo>
                    <a:pt x="2817101" y="861596"/>
                  </a:lnTo>
                  <a:lnTo>
                    <a:pt x="2770630" y="911749"/>
                  </a:lnTo>
                  <a:lnTo>
                    <a:pt x="2715125" y="959678"/>
                  </a:lnTo>
                  <a:lnTo>
                    <a:pt x="2684132" y="982743"/>
                  </a:lnTo>
                  <a:lnTo>
                    <a:pt x="2651059" y="1005174"/>
                  </a:lnTo>
                  <a:lnTo>
                    <a:pt x="2615962" y="1026944"/>
                  </a:lnTo>
                  <a:lnTo>
                    <a:pt x="2578903" y="1048027"/>
                  </a:lnTo>
                  <a:lnTo>
                    <a:pt x="2539939" y="1068398"/>
                  </a:lnTo>
                  <a:lnTo>
                    <a:pt x="2499130" y="1088029"/>
                  </a:lnTo>
                  <a:lnTo>
                    <a:pt x="2456535" y="1106896"/>
                  </a:lnTo>
                  <a:lnTo>
                    <a:pt x="2412212" y="1124971"/>
                  </a:lnTo>
                  <a:lnTo>
                    <a:pt x="2366221" y="1142229"/>
                  </a:lnTo>
                  <a:lnTo>
                    <a:pt x="2318620" y="1158643"/>
                  </a:lnTo>
                  <a:lnTo>
                    <a:pt x="2269470" y="1174188"/>
                  </a:lnTo>
                  <a:lnTo>
                    <a:pt x="2218828" y="1188837"/>
                  </a:lnTo>
                  <a:lnTo>
                    <a:pt x="2166753" y="1202564"/>
                  </a:lnTo>
                  <a:lnTo>
                    <a:pt x="2113306" y="1215343"/>
                  </a:lnTo>
                  <a:lnTo>
                    <a:pt x="2058544" y="1227148"/>
                  </a:lnTo>
                  <a:lnTo>
                    <a:pt x="2002526" y="1237953"/>
                  </a:lnTo>
                  <a:lnTo>
                    <a:pt x="1945313" y="1247731"/>
                  </a:lnTo>
                  <a:lnTo>
                    <a:pt x="1886962" y="1256457"/>
                  </a:lnTo>
                  <a:lnTo>
                    <a:pt x="1827533" y="1264104"/>
                  </a:lnTo>
                  <a:lnTo>
                    <a:pt x="1767084" y="1270647"/>
                  </a:lnTo>
                  <a:lnTo>
                    <a:pt x="1705675" y="1276058"/>
                  </a:lnTo>
                  <a:lnTo>
                    <a:pt x="1643365" y="1280312"/>
                  </a:lnTo>
                  <a:lnTo>
                    <a:pt x="1580212" y="1283384"/>
                  </a:lnTo>
                  <a:lnTo>
                    <a:pt x="1516277" y="1285245"/>
                  </a:lnTo>
                  <a:lnTo>
                    <a:pt x="1451617" y="1285872"/>
                  </a:lnTo>
                  <a:lnTo>
                    <a:pt x="1386955" y="1285245"/>
                  </a:lnTo>
                  <a:lnTo>
                    <a:pt x="1323019" y="1283384"/>
                  </a:lnTo>
                  <a:lnTo>
                    <a:pt x="1259865" y="1280312"/>
                  </a:lnTo>
                  <a:lnTo>
                    <a:pt x="1197554" y="1276058"/>
                  </a:lnTo>
                  <a:lnTo>
                    <a:pt x="1136144" y="1270647"/>
                  </a:lnTo>
                  <a:lnTo>
                    <a:pt x="1075695" y="1264104"/>
                  </a:lnTo>
                  <a:lnTo>
                    <a:pt x="1016265" y="1256457"/>
                  </a:lnTo>
                  <a:lnTo>
                    <a:pt x="957913" y="1247731"/>
                  </a:lnTo>
                  <a:lnTo>
                    <a:pt x="900699" y="1237953"/>
                  </a:lnTo>
                  <a:lnTo>
                    <a:pt x="844681" y="1227148"/>
                  </a:lnTo>
                  <a:lnTo>
                    <a:pt x="789918" y="1215343"/>
                  </a:lnTo>
                  <a:lnTo>
                    <a:pt x="736469" y="1202564"/>
                  </a:lnTo>
                  <a:lnTo>
                    <a:pt x="684394" y="1188837"/>
                  </a:lnTo>
                  <a:lnTo>
                    <a:pt x="633752" y="1174188"/>
                  </a:lnTo>
                  <a:lnTo>
                    <a:pt x="584600" y="1158643"/>
                  </a:lnTo>
                  <a:lnTo>
                    <a:pt x="536999" y="1142229"/>
                  </a:lnTo>
                  <a:lnTo>
                    <a:pt x="491007" y="1124971"/>
                  </a:lnTo>
                  <a:lnTo>
                    <a:pt x="446684" y="1106896"/>
                  </a:lnTo>
                  <a:lnTo>
                    <a:pt x="404088" y="1088029"/>
                  </a:lnTo>
                  <a:lnTo>
                    <a:pt x="363278" y="1068398"/>
                  </a:lnTo>
                  <a:lnTo>
                    <a:pt x="324314" y="1048027"/>
                  </a:lnTo>
                  <a:lnTo>
                    <a:pt x="287254" y="1026944"/>
                  </a:lnTo>
                  <a:lnTo>
                    <a:pt x="252158" y="1005174"/>
                  </a:lnTo>
                  <a:lnTo>
                    <a:pt x="219083" y="982743"/>
                  </a:lnTo>
                  <a:lnTo>
                    <a:pt x="188091" y="959678"/>
                  </a:lnTo>
                  <a:lnTo>
                    <a:pt x="132585" y="911749"/>
                  </a:lnTo>
                  <a:lnTo>
                    <a:pt x="86113" y="861596"/>
                  </a:lnTo>
                  <a:lnTo>
                    <a:pt x="49146" y="809428"/>
                  </a:lnTo>
                  <a:lnTo>
                    <a:pt x="22157" y="755454"/>
                  </a:lnTo>
                  <a:lnTo>
                    <a:pt x="5618" y="699883"/>
                  </a:lnTo>
                  <a:lnTo>
                    <a:pt x="1414" y="671563"/>
                  </a:lnTo>
                  <a:lnTo>
                    <a:pt x="0" y="6429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97565" y="2152858"/>
            <a:ext cx="1507444" cy="101886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117475" algn="l">
              <a:lnSpc>
                <a:spcPts val="1939"/>
              </a:lnSpc>
              <a:spcBef>
                <a:spcPts val="345"/>
              </a:spcBef>
            </a:pPr>
            <a:r>
              <a:rPr lang="en-US" b="1" spc="-165" dirty="0" err="1">
                <a:latin typeface="Trebuchet MS"/>
                <a:cs typeface="Trebuchet MS"/>
              </a:rPr>
              <a:t>Menemukan</a:t>
            </a:r>
            <a:r>
              <a:rPr lang="en-US" b="1" spc="-165" dirty="0">
                <a:latin typeface="Trebuchet MS"/>
                <a:cs typeface="Trebuchet MS"/>
              </a:rPr>
              <a:t> </a:t>
            </a:r>
            <a:r>
              <a:rPr sz="1800" b="1" spc="-10" dirty="0" err="1">
                <a:latin typeface="Trebuchet MS"/>
                <a:cs typeface="Trebuchet MS"/>
              </a:rPr>
              <a:t>Informasi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b="1" spc="-40" dirty="0" err="1">
                <a:latin typeface="Trebuchet MS"/>
                <a:cs typeface="Trebuchet MS"/>
              </a:rPr>
              <a:t>dalam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Teks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Deskripsi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91507" y="1914521"/>
            <a:ext cx="3171825" cy="1304925"/>
            <a:chOff x="8391507" y="1914521"/>
            <a:chExt cx="3171825" cy="1304925"/>
          </a:xfrm>
        </p:grpSpPr>
        <p:sp>
          <p:nvSpPr>
            <p:cNvPr id="12" name="object 12"/>
            <p:cNvSpPr/>
            <p:nvPr/>
          </p:nvSpPr>
          <p:spPr>
            <a:xfrm>
              <a:off x="8401033" y="1924046"/>
              <a:ext cx="3152775" cy="1285875"/>
            </a:xfrm>
            <a:custGeom>
              <a:avLst/>
              <a:gdLst/>
              <a:ahLst/>
              <a:cxnLst/>
              <a:rect l="l" t="t" r="r" b="b"/>
              <a:pathLst>
                <a:path w="3152775" h="1285875">
                  <a:moveTo>
                    <a:pt x="1576396" y="1285872"/>
                  </a:moveTo>
                  <a:lnTo>
                    <a:pt x="1509760" y="1285308"/>
                  </a:lnTo>
                  <a:lnTo>
                    <a:pt x="1443828" y="1283631"/>
                  </a:lnTo>
                  <a:lnTo>
                    <a:pt x="1378656" y="1280863"/>
                  </a:lnTo>
                  <a:lnTo>
                    <a:pt x="1314298" y="1277026"/>
                  </a:lnTo>
                  <a:lnTo>
                    <a:pt x="1250810" y="1272143"/>
                  </a:lnTo>
                  <a:lnTo>
                    <a:pt x="1188245" y="1266236"/>
                  </a:lnTo>
                  <a:lnTo>
                    <a:pt x="1126659" y="1259328"/>
                  </a:lnTo>
                  <a:lnTo>
                    <a:pt x="1066107" y="1251440"/>
                  </a:lnTo>
                  <a:lnTo>
                    <a:pt x="1006642" y="1242595"/>
                  </a:lnTo>
                  <a:lnTo>
                    <a:pt x="948320" y="1232816"/>
                  </a:lnTo>
                  <a:lnTo>
                    <a:pt x="891195" y="1222124"/>
                  </a:lnTo>
                  <a:lnTo>
                    <a:pt x="835323" y="1210542"/>
                  </a:lnTo>
                  <a:lnTo>
                    <a:pt x="780757" y="1198092"/>
                  </a:lnTo>
                  <a:lnTo>
                    <a:pt x="727553" y="1184797"/>
                  </a:lnTo>
                  <a:lnTo>
                    <a:pt x="675765" y="1170679"/>
                  </a:lnTo>
                  <a:lnTo>
                    <a:pt x="625449" y="1155760"/>
                  </a:lnTo>
                  <a:lnTo>
                    <a:pt x="576658" y="1140063"/>
                  </a:lnTo>
                  <a:lnTo>
                    <a:pt x="529447" y="1123609"/>
                  </a:lnTo>
                  <a:lnTo>
                    <a:pt x="483872" y="1106422"/>
                  </a:lnTo>
                  <a:lnTo>
                    <a:pt x="439986" y="1088523"/>
                  </a:lnTo>
                  <a:lnTo>
                    <a:pt x="397845" y="1069934"/>
                  </a:lnTo>
                  <a:lnTo>
                    <a:pt x="357503" y="1050679"/>
                  </a:lnTo>
                  <a:lnTo>
                    <a:pt x="319015" y="1030779"/>
                  </a:lnTo>
                  <a:lnTo>
                    <a:pt x="282436" y="1010257"/>
                  </a:lnTo>
                  <a:lnTo>
                    <a:pt x="247821" y="989135"/>
                  </a:lnTo>
                  <a:lnTo>
                    <a:pt x="215223" y="967436"/>
                  </a:lnTo>
                  <a:lnTo>
                    <a:pt x="156301" y="922392"/>
                  </a:lnTo>
                  <a:lnTo>
                    <a:pt x="106109" y="875306"/>
                  </a:lnTo>
                  <a:lnTo>
                    <a:pt x="65083" y="826355"/>
                  </a:lnTo>
                  <a:lnTo>
                    <a:pt x="33661" y="775719"/>
                  </a:lnTo>
                  <a:lnTo>
                    <a:pt x="12282" y="723575"/>
                  </a:lnTo>
                  <a:lnTo>
                    <a:pt x="1382" y="670102"/>
                  </a:lnTo>
                  <a:lnTo>
                    <a:pt x="0" y="642923"/>
                  </a:lnTo>
                  <a:lnTo>
                    <a:pt x="1382" y="615746"/>
                  </a:lnTo>
                  <a:lnTo>
                    <a:pt x="12282" y="562277"/>
                  </a:lnTo>
                  <a:lnTo>
                    <a:pt x="33661" y="510137"/>
                  </a:lnTo>
                  <a:lnTo>
                    <a:pt x="65083" y="459503"/>
                  </a:lnTo>
                  <a:lnTo>
                    <a:pt x="106109" y="410555"/>
                  </a:lnTo>
                  <a:lnTo>
                    <a:pt x="156301" y="363471"/>
                  </a:lnTo>
                  <a:lnTo>
                    <a:pt x="215223" y="318430"/>
                  </a:lnTo>
                  <a:lnTo>
                    <a:pt x="247821" y="296731"/>
                  </a:lnTo>
                  <a:lnTo>
                    <a:pt x="282436" y="275609"/>
                  </a:lnTo>
                  <a:lnTo>
                    <a:pt x="319015" y="255088"/>
                  </a:lnTo>
                  <a:lnTo>
                    <a:pt x="357503" y="235189"/>
                  </a:lnTo>
                  <a:lnTo>
                    <a:pt x="397845" y="215934"/>
                  </a:lnTo>
                  <a:lnTo>
                    <a:pt x="439986" y="197346"/>
                  </a:lnTo>
                  <a:lnTo>
                    <a:pt x="483872" y="179448"/>
                  </a:lnTo>
                  <a:lnTo>
                    <a:pt x="529447" y="162261"/>
                  </a:lnTo>
                  <a:lnTo>
                    <a:pt x="576658" y="145807"/>
                  </a:lnTo>
                  <a:lnTo>
                    <a:pt x="625449" y="130110"/>
                  </a:lnTo>
                  <a:lnTo>
                    <a:pt x="675765" y="115191"/>
                  </a:lnTo>
                  <a:lnTo>
                    <a:pt x="727553" y="101073"/>
                  </a:lnTo>
                  <a:lnTo>
                    <a:pt x="780757" y="87779"/>
                  </a:lnTo>
                  <a:lnTo>
                    <a:pt x="835323" y="75329"/>
                  </a:lnTo>
                  <a:lnTo>
                    <a:pt x="891195" y="63747"/>
                  </a:lnTo>
                  <a:lnTo>
                    <a:pt x="948320" y="53056"/>
                  </a:lnTo>
                  <a:lnTo>
                    <a:pt x="1006642" y="43276"/>
                  </a:lnTo>
                  <a:lnTo>
                    <a:pt x="1066107" y="34431"/>
                  </a:lnTo>
                  <a:lnTo>
                    <a:pt x="1126659" y="26544"/>
                  </a:lnTo>
                  <a:lnTo>
                    <a:pt x="1188245" y="19635"/>
                  </a:lnTo>
                  <a:lnTo>
                    <a:pt x="1250810" y="13728"/>
                  </a:lnTo>
                  <a:lnTo>
                    <a:pt x="1314298" y="8846"/>
                  </a:lnTo>
                  <a:lnTo>
                    <a:pt x="1378656" y="5009"/>
                  </a:lnTo>
                  <a:lnTo>
                    <a:pt x="1443828" y="2241"/>
                  </a:lnTo>
                  <a:lnTo>
                    <a:pt x="1509760" y="564"/>
                  </a:lnTo>
                  <a:lnTo>
                    <a:pt x="1576396" y="0"/>
                  </a:lnTo>
                  <a:lnTo>
                    <a:pt x="1643031" y="564"/>
                  </a:lnTo>
                  <a:lnTo>
                    <a:pt x="1708961" y="2241"/>
                  </a:lnTo>
                  <a:lnTo>
                    <a:pt x="1774132" y="5009"/>
                  </a:lnTo>
                  <a:lnTo>
                    <a:pt x="1838488" y="8846"/>
                  </a:lnTo>
                  <a:lnTo>
                    <a:pt x="1901974" y="13728"/>
                  </a:lnTo>
                  <a:lnTo>
                    <a:pt x="1964538" y="19635"/>
                  </a:lnTo>
                  <a:lnTo>
                    <a:pt x="2026122" y="26544"/>
                  </a:lnTo>
                  <a:lnTo>
                    <a:pt x="2086674" y="34431"/>
                  </a:lnTo>
                  <a:lnTo>
                    <a:pt x="2146137" y="43276"/>
                  </a:lnTo>
                  <a:lnTo>
                    <a:pt x="2204458" y="53056"/>
                  </a:lnTo>
                  <a:lnTo>
                    <a:pt x="2261582" y="63747"/>
                  </a:lnTo>
                  <a:lnTo>
                    <a:pt x="2317453" y="75329"/>
                  </a:lnTo>
                  <a:lnTo>
                    <a:pt x="2372018" y="87779"/>
                  </a:lnTo>
                  <a:lnTo>
                    <a:pt x="2425221" y="101073"/>
                  </a:lnTo>
                  <a:lnTo>
                    <a:pt x="2477008" y="115191"/>
                  </a:lnTo>
                  <a:lnTo>
                    <a:pt x="2527324" y="130110"/>
                  </a:lnTo>
                  <a:lnTo>
                    <a:pt x="2576114" y="145807"/>
                  </a:lnTo>
                  <a:lnTo>
                    <a:pt x="2623325" y="162261"/>
                  </a:lnTo>
                  <a:lnTo>
                    <a:pt x="2668899" y="179448"/>
                  </a:lnTo>
                  <a:lnTo>
                    <a:pt x="2712785" y="197346"/>
                  </a:lnTo>
                  <a:lnTo>
                    <a:pt x="2754925" y="215934"/>
                  </a:lnTo>
                  <a:lnTo>
                    <a:pt x="2795267" y="235189"/>
                  </a:lnTo>
                  <a:lnTo>
                    <a:pt x="2833754" y="255088"/>
                  </a:lnTo>
                  <a:lnTo>
                    <a:pt x="2870333" y="275609"/>
                  </a:lnTo>
                  <a:lnTo>
                    <a:pt x="2904948" y="296731"/>
                  </a:lnTo>
                  <a:lnTo>
                    <a:pt x="2937546" y="318430"/>
                  </a:lnTo>
                  <a:lnTo>
                    <a:pt x="2996467" y="363471"/>
                  </a:lnTo>
                  <a:lnTo>
                    <a:pt x="3046659" y="410555"/>
                  </a:lnTo>
                  <a:lnTo>
                    <a:pt x="3087685" y="459503"/>
                  </a:lnTo>
                  <a:lnTo>
                    <a:pt x="3119107" y="510137"/>
                  </a:lnTo>
                  <a:lnTo>
                    <a:pt x="3140486" y="562277"/>
                  </a:lnTo>
                  <a:lnTo>
                    <a:pt x="3151385" y="615746"/>
                  </a:lnTo>
                  <a:lnTo>
                    <a:pt x="3152768" y="642923"/>
                  </a:lnTo>
                  <a:lnTo>
                    <a:pt x="3151385" y="670102"/>
                  </a:lnTo>
                  <a:lnTo>
                    <a:pt x="3140486" y="723575"/>
                  </a:lnTo>
                  <a:lnTo>
                    <a:pt x="3119107" y="775719"/>
                  </a:lnTo>
                  <a:lnTo>
                    <a:pt x="3087685" y="826355"/>
                  </a:lnTo>
                  <a:lnTo>
                    <a:pt x="3046659" y="875306"/>
                  </a:lnTo>
                  <a:lnTo>
                    <a:pt x="2996467" y="922392"/>
                  </a:lnTo>
                  <a:lnTo>
                    <a:pt x="2937546" y="967436"/>
                  </a:lnTo>
                  <a:lnTo>
                    <a:pt x="2904948" y="989135"/>
                  </a:lnTo>
                  <a:lnTo>
                    <a:pt x="2870333" y="1010257"/>
                  </a:lnTo>
                  <a:lnTo>
                    <a:pt x="2833754" y="1030779"/>
                  </a:lnTo>
                  <a:lnTo>
                    <a:pt x="2795267" y="1050679"/>
                  </a:lnTo>
                  <a:lnTo>
                    <a:pt x="2754925" y="1069934"/>
                  </a:lnTo>
                  <a:lnTo>
                    <a:pt x="2712785" y="1088523"/>
                  </a:lnTo>
                  <a:lnTo>
                    <a:pt x="2668899" y="1106422"/>
                  </a:lnTo>
                  <a:lnTo>
                    <a:pt x="2623325" y="1123609"/>
                  </a:lnTo>
                  <a:lnTo>
                    <a:pt x="2576114" y="1140063"/>
                  </a:lnTo>
                  <a:lnTo>
                    <a:pt x="2527324" y="1155760"/>
                  </a:lnTo>
                  <a:lnTo>
                    <a:pt x="2477008" y="1170679"/>
                  </a:lnTo>
                  <a:lnTo>
                    <a:pt x="2425221" y="1184797"/>
                  </a:lnTo>
                  <a:lnTo>
                    <a:pt x="2372018" y="1198092"/>
                  </a:lnTo>
                  <a:lnTo>
                    <a:pt x="2317453" y="1210542"/>
                  </a:lnTo>
                  <a:lnTo>
                    <a:pt x="2261582" y="1222124"/>
                  </a:lnTo>
                  <a:lnTo>
                    <a:pt x="2204458" y="1232816"/>
                  </a:lnTo>
                  <a:lnTo>
                    <a:pt x="2146137" y="1242595"/>
                  </a:lnTo>
                  <a:lnTo>
                    <a:pt x="2086674" y="1251440"/>
                  </a:lnTo>
                  <a:lnTo>
                    <a:pt x="2026122" y="1259328"/>
                  </a:lnTo>
                  <a:lnTo>
                    <a:pt x="1964538" y="1266236"/>
                  </a:lnTo>
                  <a:lnTo>
                    <a:pt x="1901974" y="1272143"/>
                  </a:lnTo>
                  <a:lnTo>
                    <a:pt x="1838488" y="1277026"/>
                  </a:lnTo>
                  <a:lnTo>
                    <a:pt x="1774132" y="1280863"/>
                  </a:lnTo>
                  <a:lnTo>
                    <a:pt x="1708961" y="1283631"/>
                  </a:lnTo>
                  <a:lnTo>
                    <a:pt x="1643031" y="1285308"/>
                  </a:lnTo>
                  <a:lnTo>
                    <a:pt x="1576396" y="128587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01032" y="1924046"/>
              <a:ext cx="3152775" cy="1285875"/>
            </a:xfrm>
            <a:custGeom>
              <a:avLst/>
              <a:gdLst/>
              <a:ahLst/>
              <a:cxnLst/>
              <a:rect l="l" t="t" r="r" b="b"/>
              <a:pathLst>
                <a:path w="3152775" h="1285875">
                  <a:moveTo>
                    <a:pt x="0" y="642923"/>
                  </a:moveTo>
                  <a:lnTo>
                    <a:pt x="1382" y="615746"/>
                  </a:lnTo>
                  <a:lnTo>
                    <a:pt x="5495" y="588857"/>
                  </a:lnTo>
                  <a:lnTo>
                    <a:pt x="21689" y="536030"/>
                  </a:lnTo>
                  <a:lnTo>
                    <a:pt x="48144" y="484620"/>
                  </a:lnTo>
                  <a:lnTo>
                    <a:pt x="84422" y="434807"/>
                  </a:lnTo>
                  <a:lnTo>
                    <a:pt x="130086" y="386769"/>
                  </a:lnTo>
                  <a:lnTo>
                    <a:pt x="184698" y="340684"/>
                  </a:lnTo>
                  <a:lnTo>
                    <a:pt x="247821" y="296731"/>
                  </a:lnTo>
                  <a:lnTo>
                    <a:pt x="282436" y="275609"/>
                  </a:lnTo>
                  <a:lnTo>
                    <a:pt x="319015" y="255088"/>
                  </a:lnTo>
                  <a:lnTo>
                    <a:pt x="357503" y="235189"/>
                  </a:lnTo>
                  <a:lnTo>
                    <a:pt x="397845" y="215934"/>
                  </a:lnTo>
                  <a:lnTo>
                    <a:pt x="439986" y="197346"/>
                  </a:lnTo>
                  <a:lnTo>
                    <a:pt x="483872" y="179448"/>
                  </a:lnTo>
                  <a:lnTo>
                    <a:pt x="529447" y="162261"/>
                  </a:lnTo>
                  <a:lnTo>
                    <a:pt x="576658" y="145807"/>
                  </a:lnTo>
                  <a:lnTo>
                    <a:pt x="625449" y="130110"/>
                  </a:lnTo>
                  <a:lnTo>
                    <a:pt x="675765" y="115191"/>
                  </a:lnTo>
                  <a:lnTo>
                    <a:pt x="727553" y="101073"/>
                  </a:lnTo>
                  <a:lnTo>
                    <a:pt x="780757" y="87779"/>
                  </a:lnTo>
                  <a:lnTo>
                    <a:pt x="835323" y="75329"/>
                  </a:lnTo>
                  <a:lnTo>
                    <a:pt x="891195" y="63747"/>
                  </a:lnTo>
                  <a:lnTo>
                    <a:pt x="948320" y="53056"/>
                  </a:lnTo>
                  <a:lnTo>
                    <a:pt x="1006642" y="43276"/>
                  </a:lnTo>
                  <a:lnTo>
                    <a:pt x="1066106" y="34431"/>
                  </a:lnTo>
                  <a:lnTo>
                    <a:pt x="1126659" y="26544"/>
                  </a:lnTo>
                  <a:lnTo>
                    <a:pt x="1188245" y="19635"/>
                  </a:lnTo>
                  <a:lnTo>
                    <a:pt x="1250810" y="13728"/>
                  </a:lnTo>
                  <a:lnTo>
                    <a:pt x="1314298" y="8846"/>
                  </a:lnTo>
                  <a:lnTo>
                    <a:pt x="1378656" y="5009"/>
                  </a:lnTo>
                  <a:lnTo>
                    <a:pt x="1443828" y="2241"/>
                  </a:lnTo>
                  <a:lnTo>
                    <a:pt x="1509760" y="564"/>
                  </a:lnTo>
                  <a:lnTo>
                    <a:pt x="1576396" y="0"/>
                  </a:lnTo>
                  <a:lnTo>
                    <a:pt x="1643031" y="564"/>
                  </a:lnTo>
                  <a:lnTo>
                    <a:pt x="1708961" y="2241"/>
                  </a:lnTo>
                  <a:lnTo>
                    <a:pt x="1774132" y="5009"/>
                  </a:lnTo>
                  <a:lnTo>
                    <a:pt x="1838488" y="8846"/>
                  </a:lnTo>
                  <a:lnTo>
                    <a:pt x="1901974" y="13728"/>
                  </a:lnTo>
                  <a:lnTo>
                    <a:pt x="1964538" y="19635"/>
                  </a:lnTo>
                  <a:lnTo>
                    <a:pt x="2026122" y="26544"/>
                  </a:lnTo>
                  <a:lnTo>
                    <a:pt x="2086674" y="34431"/>
                  </a:lnTo>
                  <a:lnTo>
                    <a:pt x="2146137" y="43276"/>
                  </a:lnTo>
                  <a:lnTo>
                    <a:pt x="2204458" y="53056"/>
                  </a:lnTo>
                  <a:lnTo>
                    <a:pt x="2261582" y="63747"/>
                  </a:lnTo>
                  <a:lnTo>
                    <a:pt x="2317453" y="75329"/>
                  </a:lnTo>
                  <a:lnTo>
                    <a:pt x="2372018" y="87779"/>
                  </a:lnTo>
                  <a:lnTo>
                    <a:pt x="2425221" y="101073"/>
                  </a:lnTo>
                  <a:lnTo>
                    <a:pt x="2477008" y="115191"/>
                  </a:lnTo>
                  <a:lnTo>
                    <a:pt x="2527324" y="130110"/>
                  </a:lnTo>
                  <a:lnTo>
                    <a:pt x="2576114" y="145807"/>
                  </a:lnTo>
                  <a:lnTo>
                    <a:pt x="2623324" y="162261"/>
                  </a:lnTo>
                  <a:lnTo>
                    <a:pt x="2668899" y="179448"/>
                  </a:lnTo>
                  <a:lnTo>
                    <a:pt x="2712785" y="197346"/>
                  </a:lnTo>
                  <a:lnTo>
                    <a:pt x="2754925" y="215934"/>
                  </a:lnTo>
                  <a:lnTo>
                    <a:pt x="2795267" y="235189"/>
                  </a:lnTo>
                  <a:lnTo>
                    <a:pt x="2833754" y="255088"/>
                  </a:lnTo>
                  <a:lnTo>
                    <a:pt x="2870333" y="275609"/>
                  </a:lnTo>
                  <a:lnTo>
                    <a:pt x="2904948" y="296731"/>
                  </a:lnTo>
                  <a:lnTo>
                    <a:pt x="2937545" y="318430"/>
                  </a:lnTo>
                  <a:lnTo>
                    <a:pt x="2996467" y="363471"/>
                  </a:lnTo>
                  <a:lnTo>
                    <a:pt x="3046659" y="410555"/>
                  </a:lnTo>
                  <a:lnTo>
                    <a:pt x="3087685" y="459503"/>
                  </a:lnTo>
                  <a:lnTo>
                    <a:pt x="3119107" y="510137"/>
                  </a:lnTo>
                  <a:lnTo>
                    <a:pt x="3140486" y="562277"/>
                  </a:lnTo>
                  <a:lnTo>
                    <a:pt x="3151385" y="615746"/>
                  </a:lnTo>
                  <a:lnTo>
                    <a:pt x="3152768" y="642923"/>
                  </a:lnTo>
                  <a:lnTo>
                    <a:pt x="3147273" y="696994"/>
                  </a:lnTo>
                  <a:lnTo>
                    <a:pt x="3131079" y="749824"/>
                  </a:lnTo>
                  <a:lnTo>
                    <a:pt x="3104624" y="801237"/>
                  </a:lnTo>
                  <a:lnTo>
                    <a:pt x="3068346" y="851053"/>
                  </a:lnTo>
                  <a:lnTo>
                    <a:pt x="3022682" y="899093"/>
                  </a:lnTo>
                  <a:lnTo>
                    <a:pt x="2968070" y="945180"/>
                  </a:lnTo>
                  <a:lnTo>
                    <a:pt x="2904948" y="989135"/>
                  </a:lnTo>
                  <a:lnTo>
                    <a:pt x="2870333" y="1010257"/>
                  </a:lnTo>
                  <a:lnTo>
                    <a:pt x="2833754" y="1030779"/>
                  </a:lnTo>
                  <a:lnTo>
                    <a:pt x="2795267" y="1050679"/>
                  </a:lnTo>
                  <a:lnTo>
                    <a:pt x="2754925" y="1069934"/>
                  </a:lnTo>
                  <a:lnTo>
                    <a:pt x="2712785" y="1088523"/>
                  </a:lnTo>
                  <a:lnTo>
                    <a:pt x="2668899" y="1106422"/>
                  </a:lnTo>
                  <a:lnTo>
                    <a:pt x="2623324" y="1123609"/>
                  </a:lnTo>
                  <a:lnTo>
                    <a:pt x="2576114" y="1140063"/>
                  </a:lnTo>
                  <a:lnTo>
                    <a:pt x="2527324" y="1155760"/>
                  </a:lnTo>
                  <a:lnTo>
                    <a:pt x="2477008" y="1170679"/>
                  </a:lnTo>
                  <a:lnTo>
                    <a:pt x="2425221" y="1184797"/>
                  </a:lnTo>
                  <a:lnTo>
                    <a:pt x="2372018" y="1198092"/>
                  </a:lnTo>
                  <a:lnTo>
                    <a:pt x="2317453" y="1210542"/>
                  </a:lnTo>
                  <a:lnTo>
                    <a:pt x="2261582" y="1222124"/>
                  </a:lnTo>
                  <a:lnTo>
                    <a:pt x="2204458" y="1232816"/>
                  </a:lnTo>
                  <a:lnTo>
                    <a:pt x="2146137" y="1242595"/>
                  </a:lnTo>
                  <a:lnTo>
                    <a:pt x="2086674" y="1251440"/>
                  </a:lnTo>
                  <a:lnTo>
                    <a:pt x="2026122" y="1259328"/>
                  </a:lnTo>
                  <a:lnTo>
                    <a:pt x="1964538" y="1266236"/>
                  </a:lnTo>
                  <a:lnTo>
                    <a:pt x="1901974" y="1272143"/>
                  </a:lnTo>
                  <a:lnTo>
                    <a:pt x="1838488" y="1277026"/>
                  </a:lnTo>
                  <a:lnTo>
                    <a:pt x="1774132" y="1280863"/>
                  </a:lnTo>
                  <a:lnTo>
                    <a:pt x="1708961" y="1283631"/>
                  </a:lnTo>
                  <a:lnTo>
                    <a:pt x="1643031" y="1285308"/>
                  </a:lnTo>
                  <a:lnTo>
                    <a:pt x="1576396" y="1285872"/>
                  </a:lnTo>
                  <a:lnTo>
                    <a:pt x="1509760" y="1285308"/>
                  </a:lnTo>
                  <a:lnTo>
                    <a:pt x="1443828" y="1283631"/>
                  </a:lnTo>
                  <a:lnTo>
                    <a:pt x="1378656" y="1280863"/>
                  </a:lnTo>
                  <a:lnTo>
                    <a:pt x="1314298" y="1277026"/>
                  </a:lnTo>
                  <a:lnTo>
                    <a:pt x="1250810" y="1272143"/>
                  </a:lnTo>
                  <a:lnTo>
                    <a:pt x="1188245" y="1266236"/>
                  </a:lnTo>
                  <a:lnTo>
                    <a:pt x="1126659" y="1259328"/>
                  </a:lnTo>
                  <a:lnTo>
                    <a:pt x="1066106" y="1251440"/>
                  </a:lnTo>
                  <a:lnTo>
                    <a:pt x="1006642" y="1242595"/>
                  </a:lnTo>
                  <a:lnTo>
                    <a:pt x="948320" y="1232816"/>
                  </a:lnTo>
                  <a:lnTo>
                    <a:pt x="891195" y="1222124"/>
                  </a:lnTo>
                  <a:lnTo>
                    <a:pt x="835323" y="1210542"/>
                  </a:lnTo>
                  <a:lnTo>
                    <a:pt x="780757" y="1198092"/>
                  </a:lnTo>
                  <a:lnTo>
                    <a:pt x="727553" y="1184797"/>
                  </a:lnTo>
                  <a:lnTo>
                    <a:pt x="675765" y="1170679"/>
                  </a:lnTo>
                  <a:lnTo>
                    <a:pt x="625449" y="1155760"/>
                  </a:lnTo>
                  <a:lnTo>
                    <a:pt x="576658" y="1140063"/>
                  </a:lnTo>
                  <a:lnTo>
                    <a:pt x="529447" y="1123609"/>
                  </a:lnTo>
                  <a:lnTo>
                    <a:pt x="483872" y="1106422"/>
                  </a:lnTo>
                  <a:lnTo>
                    <a:pt x="439986" y="1088523"/>
                  </a:lnTo>
                  <a:lnTo>
                    <a:pt x="397845" y="1069934"/>
                  </a:lnTo>
                  <a:lnTo>
                    <a:pt x="357503" y="1050679"/>
                  </a:lnTo>
                  <a:lnTo>
                    <a:pt x="319015" y="1030779"/>
                  </a:lnTo>
                  <a:lnTo>
                    <a:pt x="282436" y="1010257"/>
                  </a:lnTo>
                  <a:lnTo>
                    <a:pt x="247821" y="989135"/>
                  </a:lnTo>
                  <a:lnTo>
                    <a:pt x="215223" y="967436"/>
                  </a:lnTo>
                  <a:lnTo>
                    <a:pt x="156301" y="922392"/>
                  </a:lnTo>
                  <a:lnTo>
                    <a:pt x="106109" y="875306"/>
                  </a:lnTo>
                  <a:lnTo>
                    <a:pt x="65083" y="826355"/>
                  </a:lnTo>
                  <a:lnTo>
                    <a:pt x="33661" y="775719"/>
                  </a:lnTo>
                  <a:lnTo>
                    <a:pt x="12282" y="723575"/>
                  </a:lnTo>
                  <a:lnTo>
                    <a:pt x="1382" y="670102"/>
                  </a:lnTo>
                  <a:lnTo>
                    <a:pt x="0" y="6429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97022" y="2029414"/>
            <a:ext cx="1958975" cy="77521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9845">
              <a:lnSpc>
                <a:spcPts val="1939"/>
              </a:lnSpc>
              <a:spcBef>
                <a:spcPts val="345"/>
              </a:spcBef>
            </a:pPr>
            <a:r>
              <a:rPr lang="en-US" sz="1800" b="1" spc="-120" dirty="0" err="1">
                <a:latin typeface="Trebuchet MS"/>
                <a:cs typeface="Trebuchet MS"/>
              </a:rPr>
              <a:t>Unsur</a:t>
            </a:r>
            <a:r>
              <a:rPr lang="en-US" sz="1800" b="1" spc="-120" dirty="0">
                <a:latin typeface="Trebuchet MS"/>
                <a:cs typeface="Trebuchet MS"/>
              </a:rPr>
              <a:t> </a:t>
            </a:r>
            <a:r>
              <a:rPr lang="en-US" b="1" spc="-120" dirty="0" err="1">
                <a:latin typeface="Trebuchet MS"/>
                <a:cs typeface="Trebuchet MS"/>
              </a:rPr>
              <a:t>K</a:t>
            </a:r>
            <a:r>
              <a:rPr lang="en-US" sz="1800" b="1" spc="-120" dirty="0" err="1">
                <a:latin typeface="Trebuchet MS"/>
                <a:cs typeface="Trebuchet MS"/>
              </a:rPr>
              <a:t>ebahahasaan</a:t>
            </a:r>
            <a:r>
              <a:rPr lang="en-US" sz="1800" b="1" spc="-120" dirty="0">
                <a:latin typeface="Trebuchet MS"/>
                <a:cs typeface="Trebuchet MS"/>
              </a:rPr>
              <a:t> </a:t>
            </a:r>
            <a:r>
              <a:rPr lang="en-US" b="1" spc="-120" dirty="0">
                <a:latin typeface="Trebuchet MS"/>
                <a:cs typeface="Trebuchet MS"/>
              </a:rPr>
              <a:t>T</a:t>
            </a:r>
            <a:r>
              <a:rPr lang="en-US" sz="1800" b="1" spc="-120" dirty="0">
                <a:latin typeface="Trebuchet MS"/>
                <a:cs typeface="Trebuchet MS"/>
              </a:rPr>
              <a:t>eks </a:t>
            </a:r>
            <a:r>
              <a:rPr lang="en-US" sz="1800" b="1" spc="-120" dirty="0" err="1">
                <a:latin typeface="Trebuchet MS"/>
                <a:cs typeface="Trebuchet MS"/>
              </a:rPr>
              <a:t>Deskripsi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09697" y="5026339"/>
            <a:ext cx="3286125" cy="1304925"/>
            <a:chOff x="1409697" y="5026339"/>
            <a:chExt cx="3286125" cy="1304925"/>
          </a:xfrm>
        </p:grpSpPr>
        <p:sp>
          <p:nvSpPr>
            <p:cNvPr id="16" name="object 16"/>
            <p:cNvSpPr/>
            <p:nvPr/>
          </p:nvSpPr>
          <p:spPr>
            <a:xfrm>
              <a:off x="1419222" y="5035864"/>
              <a:ext cx="3267075" cy="1285875"/>
            </a:xfrm>
            <a:custGeom>
              <a:avLst/>
              <a:gdLst/>
              <a:ahLst/>
              <a:cxnLst/>
              <a:rect l="l" t="t" r="r" b="b"/>
              <a:pathLst>
                <a:path w="3267075" h="1285875">
                  <a:moveTo>
                    <a:pt x="1633521" y="1285872"/>
                  </a:moveTo>
                  <a:lnTo>
                    <a:pt x="1566188" y="1285336"/>
                  </a:lnTo>
                  <a:lnTo>
                    <a:pt x="1499548" y="1283741"/>
                  </a:lnTo>
                  <a:lnTo>
                    <a:pt x="1433653" y="1281108"/>
                  </a:lnTo>
                  <a:lnTo>
                    <a:pt x="1368557" y="1277457"/>
                  </a:lnTo>
                  <a:lnTo>
                    <a:pt x="1304311" y="1272810"/>
                  </a:lnTo>
                  <a:lnTo>
                    <a:pt x="1240969" y="1267187"/>
                  </a:lnTo>
                  <a:lnTo>
                    <a:pt x="1178582" y="1260608"/>
                  </a:lnTo>
                  <a:lnTo>
                    <a:pt x="1117204" y="1253095"/>
                  </a:lnTo>
                  <a:lnTo>
                    <a:pt x="1056887" y="1244668"/>
                  </a:lnTo>
                  <a:lnTo>
                    <a:pt x="997683" y="1235347"/>
                  </a:lnTo>
                  <a:lnTo>
                    <a:pt x="939646" y="1225154"/>
                  </a:lnTo>
                  <a:lnTo>
                    <a:pt x="882827" y="1214109"/>
                  </a:lnTo>
                  <a:lnTo>
                    <a:pt x="827279" y="1202232"/>
                  </a:lnTo>
                  <a:lnTo>
                    <a:pt x="773054" y="1189545"/>
                  </a:lnTo>
                  <a:lnTo>
                    <a:pt x="720206" y="1176069"/>
                  </a:lnTo>
                  <a:lnTo>
                    <a:pt x="668787" y="1161823"/>
                  </a:lnTo>
                  <a:lnTo>
                    <a:pt x="618849" y="1146828"/>
                  </a:lnTo>
                  <a:lnTo>
                    <a:pt x="570445" y="1131106"/>
                  </a:lnTo>
                  <a:lnTo>
                    <a:pt x="523628" y="1114676"/>
                  </a:lnTo>
                  <a:lnTo>
                    <a:pt x="478449" y="1097560"/>
                  </a:lnTo>
                  <a:lnTo>
                    <a:pt x="434962" y="1079778"/>
                  </a:lnTo>
                  <a:lnTo>
                    <a:pt x="393219" y="1061351"/>
                  </a:lnTo>
                  <a:lnTo>
                    <a:pt x="353273" y="1042299"/>
                  </a:lnTo>
                  <a:lnTo>
                    <a:pt x="315176" y="1022644"/>
                  </a:lnTo>
                  <a:lnTo>
                    <a:pt x="278981" y="1002406"/>
                  </a:lnTo>
                  <a:lnTo>
                    <a:pt x="244740" y="981605"/>
                  </a:lnTo>
                  <a:lnTo>
                    <a:pt x="212506" y="960262"/>
                  </a:lnTo>
                  <a:lnTo>
                    <a:pt x="154269" y="916035"/>
                  </a:lnTo>
                  <a:lnTo>
                    <a:pt x="104690" y="869889"/>
                  </a:lnTo>
                  <a:lnTo>
                    <a:pt x="64189" y="821989"/>
                  </a:lnTo>
                  <a:lnTo>
                    <a:pt x="33187" y="772502"/>
                  </a:lnTo>
                  <a:lnTo>
                    <a:pt x="12105" y="721593"/>
                  </a:lnTo>
                  <a:lnTo>
                    <a:pt x="1362" y="669426"/>
                  </a:lnTo>
                  <a:lnTo>
                    <a:pt x="0" y="642923"/>
                  </a:lnTo>
                  <a:lnTo>
                    <a:pt x="1362" y="616422"/>
                  </a:lnTo>
                  <a:lnTo>
                    <a:pt x="12105" y="564259"/>
                  </a:lnTo>
                  <a:lnTo>
                    <a:pt x="33187" y="513352"/>
                  </a:lnTo>
                  <a:lnTo>
                    <a:pt x="64189" y="463868"/>
                  </a:lnTo>
                  <a:lnTo>
                    <a:pt x="104690" y="415971"/>
                  </a:lnTo>
                  <a:lnTo>
                    <a:pt x="154269" y="369827"/>
                  </a:lnTo>
                  <a:lnTo>
                    <a:pt x="212506" y="325601"/>
                  </a:lnTo>
                  <a:lnTo>
                    <a:pt x="244740" y="304260"/>
                  </a:lnTo>
                  <a:lnTo>
                    <a:pt x="278981" y="283460"/>
                  </a:lnTo>
                  <a:lnTo>
                    <a:pt x="315176" y="263222"/>
                  </a:lnTo>
                  <a:lnTo>
                    <a:pt x="353273" y="243567"/>
                  </a:lnTo>
                  <a:lnTo>
                    <a:pt x="393219" y="224516"/>
                  </a:lnTo>
                  <a:lnTo>
                    <a:pt x="434962" y="206090"/>
                  </a:lnTo>
                  <a:lnTo>
                    <a:pt x="478449" y="188309"/>
                  </a:lnTo>
                  <a:lnTo>
                    <a:pt x="523628" y="171193"/>
                  </a:lnTo>
                  <a:lnTo>
                    <a:pt x="570445" y="154764"/>
                  </a:lnTo>
                  <a:lnTo>
                    <a:pt x="618849" y="139042"/>
                  </a:lnTo>
                  <a:lnTo>
                    <a:pt x="668787" y="124047"/>
                  </a:lnTo>
                  <a:lnTo>
                    <a:pt x="720206" y="109801"/>
                  </a:lnTo>
                  <a:lnTo>
                    <a:pt x="773054" y="96325"/>
                  </a:lnTo>
                  <a:lnTo>
                    <a:pt x="827279" y="83638"/>
                  </a:lnTo>
                  <a:lnTo>
                    <a:pt x="882827" y="71762"/>
                  </a:lnTo>
                  <a:lnTo>
                    <a:pt x="939646" y="60717"/>
                  </a:lnTo>
                  <a:lnTo>
                    <a:pt x="997683" y="50524"/>
                  </a:lnTo>
                  <a:lnTo>
                    <a:pt x="1056887" y="41204"/>
                  </a:lnTo>
                  <a:lnTo>
                    <a:pt x="1117204" y="32776"/>
                  </a:lnTo>
                  <a:lnTo>
                    <a:pt x="1178582" y="25263"/>
                  </a:lnTo>
                  <a:lnTo>
                    <a:pt x="1240969" y="18685"/>
                  </a:lnTo>
                  <a:lnTo>
                    <a:pt x="1304311" y="13062"/>
                  </a:lnTo>
                  <a:lnTo>
                    <a:pt x="1368557" y="8414"/>
                  </a:lnTo>
                  <a:lnTo>
                    <a:pt x="1433653" y="4764"/>
                  </a:lnTo>
                  <a:lnTo>
                    <a:pt x="1499548" y="2131"/>
                  </a:lnTo>
                  <a:lnTo>
                    <a:pt x="1566188" y="536"/>
                  </a:lnTo>
                  <a:lnTo>
                    <a:pt x="1633521" y="0"/>
                  </a:lnTo>
                  <a:lnTo>
                    <a:pt x="1700857" y="536"/>
                  </a:lnTo>
                  <a:lnTo>
                    <a:pt x="1767500" y="2131"/>
                  </a:lnTo>
                  <a:lnTo>
                    <a:pt x="1833396" y="4764"/>
                  </a:lnTo>
                  <a:lnTo>
                    <a:pt x="1898495" y="8414"/>
                  </a:lnTo>
                  <a:lnTo>
                    <a:pt x="1962742" y="13062"/>
                  </a:lnTo>
                  <a:lnTo>
                    <a:pt x="2026086" y="18685"/>
                  </a:lnTo>
                  <a:lnTo>
                    <a:pt x="2088475" y="25263"/>
                  </a:lnTo>
                  <a:lnTo>
                    <a:pt x="2149854" y="32776"/>
                  </a:lnTo>
                  <a:lnTo>
                    <a:pt x="2210173" y="41204"/>
                  </a:lnTo>
                  <a:lnTo>
                    <a:pt x="2269378" y="50524"/>
                  </a:lnTo>
                  <a:lnTo>
                    <a:pt x="2327417" y="60717"/>
                  </a:lnTo>
                  <a:lnTo>
                    <a:pt x="2384237" y="71762"/>
                  </a:lnTo>
                  <a:lnTo>
                    <a:pt x="2439786" y="83638"/>
                  </a:lnTo>
                  <a:lnTo>
                    <a:pt x="2494011" y="96325"/>
                  </a:lnTo>
                  <a:lnTo>
                    <a:pt x="2546859" y="109801"/>
                  </a:lnTo>
                  <a:lnTo>
                    <a:pt x="2598279" y="124047"/>
                  </a:lnTo>
                  <a:lnTo>
                    <a:pt x="2648218" y="139042"/>
                  </a:lnTo>
                  <a:lnTo>
                    <a:pt x="2696622" y="154764"/>
                  </a:lnTo>
                  <a:lnTo>
                    <a:pt x="2743440" y="171193"/>
                  </a:lnTo>
                  <a:lnTo>
                    <a:pt x="2788619" y="188309"/>
                  </a:lnTo>
                  <a:lnTo>
                    <a:pt x="2832106" y="206090"/>
                  </a:lnTo>
                  <a:lnTo>
                    <a:pt x="2873849" y="224516"/>
                  </a:lnTo>
                  <a:lnTo>
                    <a:pt x="2913796" y="243567"/>
                  </a:lnTo>
                  <a:lnTo>
                    <a:pt x="2951893" y="263222"/>
                  </a:lnTo>
                  <a:lnTo>
                    <a:pt x="2988088" y="283460"/>
                  </a:lnTo>
                  <a:lnTo>
                    <a:pt x="3022329" y="304260"/>
                  </a:lnTo>
                  <a:lnTo>
                    <a:pt x="3054563" y="325601"/>
                  </a:lnTo>
                  <a:lnTo>
                    <a:pt x="3112800" y="369827"/>
                  </a:lnTo>
                  <a:lnTo>
                    <a:pt x="3162379" y="415971"/>
                  </a:lnTo>
                  <a:lnTo>
                    <a:pt x="3202879" y="463868"/>
                  </a:lnTo>
                  <a:lnTo>
                    <a:pt x="3233881" y="513352"/>
                  </a:lnTo>
                  <a:lnTo>
                    <a:pt x="3254963" y="564259"/>
                  </a:lnTo>
                  <a:lnTo>
                    <a:pt x="3265705" y="616422"/>
                  </a:lnTo>
                  <a:lnTo>
                    <a:pt x="3267068" y="642923"/>
                  </a:lnTo>
                  <a:lnTo>
                    <a:pt x="3265705" y="669426"/>
                  </a:lnTo>
                  <a:lnTo>
                    <a:pt x="3254963" y="721593"/>
                  </a:lnTo>
                  <a:lnTo>
                    <a:pt x="3233881" y="772502"/>
                  </a:lnTo>
                  <a:lnTo>
                    <a:pt x="3202879" y="821989"/>
                  </a:lnTo>
                  <a:lnTo>
                    <a:pt x="3162379" y="869889"/>
                  </a:lnTo>
                  <a:lnTo>
                    <a:pt x="3112800" y="916035"/>
                  </a:lnTo>
                  <a:lnTo>
                    <a:pt x="3054563" y="960262"/>
                  </a:lnTo>
                  <a:lnTo>
                    <a:pt x="3022329" y="981605"/>
                  </a:lnTo>
                  <a:lnTo>
                    <a:pt x="2988088" y="1002406"/>
                  </a:lnTo>
                  <a:lnTo>
                    <a:pt x="2951893" y="1022644"/>
                  </a:lnTo>
                  <a:lnTo>
                    <a:pt x="2913796" y="1042299"/>
                  </a:lnTo>
                  <a:lnTo>
                    <a:pt x="2873849" y="1061351"/>
                  </a:lnTo>
                  <a:lnTo>
                    <a:pt x="2832106" y="1079778"/>
                  </a:lnTo>
                  <a:lnTo>
                    <a:pt x="2788619" y="1097560"/>
                  </a:lnTo>
                  <a:lnTo>
                    <a:pt x="2743440" y="1114676"/>
                  </a:lnTo>
                  <a:lnTo>
                    <a:pt x="2696622" y="1131106"/>
                  </a:lnTo>
                  <a:lnTo>
                    <a:pt x="2648218" y="1146828"/>
                  </a:lnTo>
                  <a:lnTo>
                    <a:pt x="2598279" y="1161823"/>
                  </a:lnTo>
                  <a:lnTo>
                    <a:pt x="2546859" y="1176069"/>
                  </a:lnTo>
                  <a:lnTo>
                    <a:pt x="2494011" y="1189545"/>
                  </a:lnTo>
                  <a:lnTo>
                    <a:pt x="2439786" y="1202232"/>
                  </a:lnTo>
                  <a:lnTo>
                    <a:pt x="2384237" y="1214109"/>
                  </a:lnTo>
                  <a:lnTo>
                    <a:pt x="2327417" y="1225154"/>
                  </a:lnTo>
                  <a:lnTo>
                    <a:pt x="2269378" y="1235347"/>
                  </a:lnTo>
                  <a:lnTo>
                    <a:pt x="2210173" y="1244668"/>
                  </a:lnTo>
                  <a:lnTo>
                    <a:pt x="2149854" y="1253095"/>
                  </a:lnTo>
                  <a:lnTo>
                    <a:pt x="2088475" y="1260608"/>
                  </a:lnTo>
                  <a:lnTo>
                    <a:pt x="2026086" y="1267187"/>
                  </a:lnTo>
                  <a:lnTo>
                    <a:pt x="1962742" y="1272810"/>
                  </a:lnTo>
                  <a:lnTo>
                    <a:pt x="1898495" y="1277457"/>
                  </a:lnTo>
                  <a:lnTo>
                    <a:pt x="1833396" y="1281108"/>
                  </a:lnTo>
                  <a:lnTo>
                    <a:pt x="1767500" y="1283741"/>
                  </a:lnTo>
                  <a:lnTo>
                    <a:pt x="1700857" y="1285336"/>
                  </a:lnTo>
                  <a:lnTo>
                    <a:pt x="1633521" y="128587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9222" y="5035864"/>
              <a:ext cx="3267075" cy="1285875"/>
            </a:xfrm>
            <a:custGeom>
              <a:avLst/>
              <a:gdLst/>
              <a:ahLst/>
              <a:cxnLst/>
              <a:rect l="l" t="t" r="r" b="b"/>
              <a:pathLst>
                <a:path w="3267075" h="1285875">
                  <a:moveTo>
                    <a:pt x="0" y="642923"/>
                  </a:moveTo>
                  <a:lnTo>
                    <a:pt x="1362" y="616422"/>
                  </a:lnTo>
                  <a:lnTo>
                    <a:pt x="5415" y="590194"/>
                  </a:lnTo>
                  <a:lnTo>
                    <a:pt x="21380" y="538638"/>
                  </a:lnTo>
                  <a:lnTo>
                    <a:pt x="47474" y="488422"/>
                  </a:lnTo>
                  <a:lnTo>
                    <a:pt x="83278" y="439711"/>
                  </a:lnTo>
                  <a:lnTo>
                    <a:pt x="128371" y="392669"/>
                  </a:lnTo>
                  <a:lnTo>
                    <a:pt x="182331" y="347464"/>
                  </a:lnTo>
                  <a:lnTo>
                    <a:pt x="244740" y="304260"/>
                  </a:lnTo>
                  <a:lnTo>
                    <a:pt x="278981" y="283460"/>
                  </a:lnTo>
                  <a:lnTo>
                    <a:pt x="315176" y="263222"/>
                  </a:lnTo>
                  <a:lnTo>
                    <a:pt x="353273" y="243567"/>
                  </a:lnTo>
                  <a:lnTo>
                    <a:pt x="393219" y="224516"/>
                  </a:lnTo>
                  <a:lnTo>
                    <a:pt x="434962" y="206090"/>
                  </a:lnTo>
                  <a:lnTo>
                    <a:pt x="478449" y="188308"/>
                  </a:lnTo>
                  <a:lnTo>
                    <a:pt x="523628" y="171193"/>
                  </a:lnTo>
                  <a:lnTo>
                    <a:pt x="570445" y="154764"/>
                  </a:lnTo>
                  <a:lnTo>
                    <a:pt x="618849" y="139042"/>
                  </a:lnTo>
                  <a:lnTo>
                    <a:pt x="668787" y="124047"/>
                  </a:lnTo>
                  <a:lnTo>
                    <a:pt x="720206" y="109801"/>
                  </a:lnTo>
                  <a:lnTo>
                    <a:pt x="773054" y="96325"/>
                  </a:lnTo>
                  <a:lnTo>
                    <a:pt x="827279" y="83638"/>
                  </a:lnTo>
                  <a:lnTo>
                    <a:pt x="882827" y="71762"/>
                  </a:lnTo>
                  <a:lnTo>
                    <a:pt x="939646" y="60717"/>
                  </a:lnTo>
                  <a:lnTo>
                    <a:pt x="997683" y="50524"/>
                  </a:lnTo>
                  <a:lnTo>
                    <a:pt x="1056887" y="41204"/>
                  </a:lnTo>
                  <a:lnTo>
                    <a:pt x="1117204" y="32776"/>
                  </a:lnTo>
                  <a:lnTo>
                    <a:pt x="1178582" y="25263"/>
                  </a:lnTo>
                  <a:lnTo>
                    <a:pt x="1240969" y="18685"/>
                  </a:lnTo>
                  <a:lnTo>
                    <a:pt x="1304311" y="13062"/>
                  </a:lnTo>
                  <a:lnTo>
                    <a:pt x="1368557" y="8414"/>
                  </a:lnTo>
                  <a:lnTo>
                    <a:pt x="1433653" y="4764"/>
                  </a:lnTo>
                  <a:lnTo>
                    <a:pt x="1499548" y="2131"/>
                  </a:lnTo>
                  <a:lnTo>
                    <a:pt x="1566188" y="536"/>
                  </a:lnTo>
                  <a:lnTo>
                    <a:pt x="1633521" y="0"/>
                  </a:lnTo>
                  <a:lnTo>
                    <a:pt x="1700857" y="536"/>
                  </a:lnTo>
                  <a:lnTo>
                    <a:pt x="1767500" y="2131"/>
                  </a:lnTo>
                  <a:lnTo>
                    <a:pt x="1833396" y="4764"/>
                  </a:lnTo>
                  <a:lnTo>
                    <a:pt x="1898495" y="8414"/>
                  </a:lnTo>
                  <a:lnTo>
                    <a:pt x="1962742" y="13062"/>
                  </a:lnTo>
                  <a:lnTo>
                    <a:pt x="2026086" y="18685"/>
                  </a:lnTo>
                  <a:lnTo>
                    <a:pt x="2088475" y="25263"/>
                  </a:lnTo>
                  <a:lnTo>
                    <a:pt x="2149854" y="32776"/>
                  </a:lnTo>
                  <a:lnTo>
                    <a:pt x="2210173" y="41204"/>
                  </a:lnTo>
                  <a:lnTo>
                    <a:pt x="2269378" y="50524"/>
                  </a:lnTo>
                  <a:lnTo>
                    <a:pt x="2327417" y="60717"/>
                  </a:lnTo>
                  <a:lnTo>
                    <a:pt x="2384237" y="71762"/>
                  </a:lnTo>
                  <a:lnTo>
                    <a:pt x="2439786" y="83638"/>
                  </a:lnTo>
                  <a:lnTo>
                    <a:pt x="2494011" y="96325"/>
                  </a:lnTo>
                  <a:lnTo>
                    <a:pt x="2546859" y="109801"/>
                  </a:lnTo>
                  <a:lnTo>
                    <a:pt x="2598279" y="124047"/>
                  </a:lnTo>
                  <a:lnTo>
                    <a:pt x="2648218" y="139042"/>
                  </a:lnTo>
                  <a:lnTo>
                    <a:pt x="2696622" y="154764"/>
                  </a:lnTo>
                  <a:lnTo>
                    <a:pt x="2743440" y="171193"/>
                  </a:lnTo>
                  <a:lnTo>
                    <a:pt x="2788619" y="188308"/>
                  </a:lnTo>
                  <a:lnTo>
                    <a:pt x="2832106" y="206090"/>
                  </a:lnTo>
                  <a:lnTo>
                    <a:pt x="2873849" y="224516"/>
                  </a:lnTo>
                  <a:lnTo>
                    <a:pt x="2913795" y="243567"/>
                  </a:lnTo>
                  <a:lnTo>
                    <a:pt x="2951893" y="263222"/>
                  </a:lnTo>
                  <a:lnTo>
                    <a:pt x="2988088" y="283460"/>
                  </a:lnTo>
                  <a:lnTo>
                    <a:pt x="3022329" y="304260"/>
                  </a:lnTo>
                  <a:lnTo>
                    <a:pt x="3054563" y="325601"/>
                  </a:lnTo>
                  <a:lnTo>
                    <a:pt x="3112800" y="369827"/>
                  </a:lnTo>
                  <a:lnTo>
                    <a:pt x="3162379" y="415971"/>
                  </a:lnTo>
                  <a:lnTo>
                    <a:pt x="3202879" y="463868"/>
                  </a:lnTo>
                  <a:lnTo>
                    <a:pt x="3233881" y="513352"/>
                  </a:lnTo>
                  <a:lnTo>
                    <a:pt x="3254963" y="564259"/>
                  </a:lnTo>
                  <a:lnTo>
                    <a:pt x="3265705" y="616422"/>
                  </a:lnTo>
                  <a:lnTo>
                    <a:pt x="3267068" y="642923"/>
                  </a:lnTo>
                  <a:lnTo>
                    <a:pt x="3261653" y="695656"/>
                  </a:lnTo>
                  <a:lnTo>
                    <a:pt x="3245688" y="747215"/>
                  </a:lnTo>
                  <a:lnTo>
                    <a:pt x="3219594" y="797434"/>
                  </a:lnTo>
                  <a:lnTo>
                    <a:pt x="3183790" y="846148"/>
                  </a:lnTo>
                  <a:lnTo>
                    <a:pt x="3138698" y="893191"/>
                  </a:lnTo>
                  <a:lnTo>
                    <a:pt x="3084737" y="938399"/>
                  </a:lnTo>
                  <a:lnTo>
                    <a:pt x="3022329" y="981605"/>
                  </a:lnTo>
                  <a:lnTo>
                    <a:pt x="2988088" y="1002406"/>
                  </a:lnTo>
                  <a:lnTo>
                    <a:pt x="2951893" y="1022644"/>
                  </a:lnTo>
                  <a:lnTo>
                    <a:pt x="2913795" y="1042299"/>
                  </a:lnTo>
                  <a:lnTo>
                    <a:pt x="2873849" y="1061351"/>
                  </a:lnTo>
                  <a:lnTo>
                    <a:pt x="2832106" y="1079778"/>
                  </a:lnTo>
                  <a:lnTo>
                    <a:pt x="2788619" y="1097560"/>
                  </a:lnTo>
                  <a:lnTo>
                    <a:pt x="2743440" y="1114676"/>
                  </a:lnTo>
                  <a:lnTo>
                    <a:pt x="2696622" y="1131106"/>
                  </a:lnTo>
                  <a:lnTo>
                    <a:pt x="2648218" y="1146828"/>
                  </a:lnTo>
                  <a:lnTo>
                    <a:pt x="2598279" y="1161823"/>
                  </a:lnTo>
                  <a:lnTo>
                    <a:pt x="2546859" y="1176069"/>
                  </a:lnTo>
                  <a:lnTo>
                    <a:pt x="2494011" y="1189545"/>
                  </a:lnTo>
                  <a:lnTo>
                    <a:pt x="2439786" y="1202232"/>
                  </a:lnTo>
                  <a:lnTo>
                    <a:pt x="2384237" y="1214109"/>
                  </a:lnTo>
                  <a:lnTo>
                    <a:pt x="2327417" y="1225154"/>
                  </a:lnTo>
                  <a:lnTo>
                    <a:pt x="2269378" y="1235347"/>
                  </a:lnTo>
                  <a:lnTo>
                    <a:pt x="2210173" y="1244668"/>
                  </a:lnTo>
                  <a:lnTo>
                    <a:pt x="2149854" y="1253095"/>
                  </a:lnTo>
                  <a:lnTo>
                    <a:pt x="2088475" y="1260608"/>
                  </a:lnTo>
                  <a:lnTo>
                    <a:pt x="2026086" y="1267187"/>
                  </a:lnTo>
                  <a:lnTo>
                    <a:pt x="1962742" y="1272810"/>
                  </a:lnTo>
                  <a:lnTo>
                    <a:pt x="1898495" y="1277457"/>
                  </a:lnTo>
                  <a:lnTo>
                    <a:pt x="1833396" y="1281108"/>
                  </a:lnTo>
                  <a:lnTo>
                    <a:pt x="1767500" y="1283741"/>
                  </a:lnTo>
                  <a:lnTo>
                    <a:pt x="1700857" y="1285336"/>
                  </a:lnTo>
                  <a:lnTo>
                    <a:pt x="1633521" y="1285872"/>
                  </a:lnTo>
                  <a:lnTo>
                    <a:pt x="1566188" y="1285336"/>
                  </a:lnTo>
                  <a:lnTo>
                    <a:pt x="1499548" y="1283741"/>
                  </a:lnTo>
                  <a:lnTo>
                    <a:pt x="1433653" y="1281108"/>
                  </a:lnTo>
                  <a:lnTo>
                    <a:pt x="1368557" y="1277457"/>
                  </a:lnTo>
                  <a:lnTo>
                    <a:pt x="1304311" y="1272810"/>
                  </a:lnTo>
                  <a:lnTo>
                    <a:pt x="1240969" y="1267187"/>
                  </a:lnTo>
                  <a:lnTo>
                    <a:pt x="1178582" y="1260608"/>
                  </a:lnTo>
                  <a:lnTo>
                    <a:pt x="1117204" y="1253095"/>
                  </a:lnTo>
                  <a:lnTo>
                    <a:pt x="1056887" y="1244668"/>
                  </a:lnTo>
                  <a:lnTo>
                    <a:pt x="997683" y="1235347"/>
                  </a:lnTo>
                  <a:lnTo>
                    <a:pt x="939646" y="1225154"/>
                  </a:lnTo>
                  <a:lnTo>
                    <a:pt x="882827" y="1214109"/>
                  </a:lnTo>
                  <a:lnTo>
                    <a:pt x="827279" y="1202232"/>
                  </a:lnTo>
                  <a:lnTo>
                    <a:pt x="773054" y="1189545"/>
                  </a:lnTo>
                  <a:lnTo>
                    <a:pt x="720206" y="1176069"/>
                  </a:lnTo>
                  <a:lnTo>
                    <a:pt x="668787" y="1161823"/>
                  </a:lnTo>
                  <a:lnTo>
                    <a:pt x="618849" y="1146828"/>
                  </a:lnTo>
                  <a:lnTo>
                    <a:pt x="570445" y="1131106"/>
                  </a:lnTo>
                  <a:lnTo>
                    <a:pt x="523628" y="1114676"/>
                  </a:lnTo>
                  <a:lnTo>
                    <a:pt x="478449" y="1097560"/>
                  </a:lnTo>
                  <a:lnTo>
                    <a:pt x="434962" y="1079778"/>
                  </a:lnTo>
                  <a:lnTo>
                    <a:pt x="393219" y="1061351"/>
                  </a:lnTo>
                  <a:lnTo>
                    <a:pt x="353273" y="1042299"/>
                  </a:lnTo>
                  <a:lnTo>
                    <a:pt x="315176" y="1022644"/>
                  </a:lnTo>
                  <a:lnTo>
                    <a:pt x="278981" y="1002406"/>
                  </a:lnTo>
                  <a:lnTo>
                    <a:pt x="244740" y="981605"/>
                  </a:lnTo>
                  <a:lnTo>
                    <a:pt x="212506" y="960262"/>
                  </a:lnTo>
                  <a:lnTo>
                    <a:pt x="154269" y="916035"/>
                  </a:lnTo>
                  <a:lnTo>
                    <a:pt x="104690" y="869889"/>
                  </a:lnTo>
                  <a:lnTo>
                    <a:pt x="64189" y="821989"/>
                  </a:lnTo>
                  <a:lnTo>
                    <a:pt x="33187" y="772502"/>
                  </a:lnTo>
                  <a:lnTo>
                    <a:pt x="12105" y="721593"/>
                  </a:lnTo>
                  <a:lnTo>
                    <a:pt x="1362" y="669426"/>
                  </a:lnTo>
                  <a:lnTo>
                    <a:pt x="0" y="6429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72581" y="5388113"/>
            <a:ext cx="195707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050" marR="5080" indent="-6985">
              <a:lnSpc>
                <a:spcPts val="1939"/>
              </a:lnSpc>
              <a:spcBef>
                <a:spcPts val="345"/>
              </a:spcBef>
            </a:pPr>
            <a:r>
              <a:rPr sz="1800" b="1" spc="-80" dirty="0" err="1">
                <a:latin typeface="Trebuchet MS"/>
                <a:cs typeface="Trebuchet MS"/>
              </a:rPr>
              <a:t>Definisi</a:t>
            </a:r>
            <a:r>
              <a:rPr sz="1800" b="1" spc="-80" dirty="0">
                <a:latin typeface="Trebuchet MS"/>
                <a:cs typeface="Trebuchet MS"/>
              </a:rPr>
              <a:t>,</a:t>
            </a:r>
            <a:r>
              <a:rPr sz="1800" b="1" spc="-204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Ciri,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dan </a:t>
            </a:r>
            <a:r>
              <a:rPr sz="1800" b="1" spc="-114" dirty="0">
                <a:latin typeface="Trebuchet MS"/>
                <a:cs typeface="Trebuchet MS"/>
              </a:rPr>
              <a:t>Jenis</a:t>
            </a:r>
            <a:r>
              <a:rPr sz="1800" b="1" spc="-28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Teks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55" dirty="0">
                <a:latin typeface="Trebuchet MS"/>
                <a:cs typeface="Trebuchet MS"/>
              </a:rPr>
              <a:t>Deskripsi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34357" y="5013464"/>
            <a:ext cx="3286125" cy="1193800"/>
            <a:chOff x="8334357" y="5013464"/>
            <a:chExt cx="3286125" cy="1193800"/>
          </a:xfrm>
        </p:grpSpPr>
        <p:sp>
          <p:nvSpPr>
            <p:cNvPr id="20" name="object 20"/>
            <p:cNvSpPr/>
            <p:nvPr/>
          </p:nvSpPr>
          <p:spPr>
            <a:xfrm>
              <a:off x="8343883" y="5022990"/>
              <a:ext cx="3267075" cy="1174750"/>
            </a:xfrm>
            <a:custGeom>
              <a:avLst/>
              <a:gdLst/>
              <a:ahLst/>
              <a:cxnLst/>
              <a:rect l="l" t="t" r="r" b="b"/>
              <a:pathLst>
                <a:path w="3267075" h="1174750">
                  <a:moveTo>
                    <a:pt x="1633546" y="1174447"/>
                  </a:moveTo>
                  <a:lnTo>
                    <a:pt x="1564493" y="1173932"/>
                  </a:lnTo>
                  <a:lnTo>
                    <a:pt x="1496170" y="1172400"/>
                  </a:lnTo>
                  <a:lnTo>
                    <a:pt x="1428635" y="1169872"/>
                  </a:lnTo>
                  <a:lnTo>
                    <a:pt x="1361943" y="1166367"/>
                  </a:lnTo>
                  <a:lnTo>
                    <a:pt x="1296153" y="1161907"/>
                  </a:lnTo>
                  <a:lnTo>
                    <a:pt x="1231319" y="1156512"/>
                  </a:lnTo>
                  <a:lnTo>
                    <a:pt x="1167500" y="1150202"/>
                  </a:lnTo>
                  <a:lnTo>
                    <a:pt x="1104752" y="1142997"/>
                  </a:lnTo>
                  <a:lnTo>
                    <a:pt x="1043131" y="1134918"/>
                  </a:lnTo>
                  <a:lnTo>
                    <a:pt x="982695" y="1125986"/>
                  </a:lnTo>
                  <a:lnTo>
                    <a:pt x="923499" y="1116220"/>
                  </a:lnTo>
                  <a:lnTo>
                    <a:pt x="865601" y="1105642"/>
                  </a:lnTo>
                  <a:lnTo>
                    <a:pt x="809057" y="1094270"/>
                  </a:lnTo>
                  <a:lnTo>
                    <a:pt x="753924" y="1082127"/>
                  </a:lnTo>
                  <a:lnTo>
                    <a:pt x="700259" y="1069232"/>
                  </a:lnTo>
                  <a:lnTo>
                    <a:pt x="648118" y="1055606"/>
                  </a:lnTo>
                  <a:lnTo>
                    <a:pt x="597559" y="1041268"/>
                  </a:lnTo>
                  <a:lnTo>
                    <a:pt x="548637" y="1026240"/>
                  </a:lnTo>
                  <a:lnTo>
                    <a:pt x="501409" y="1010542"/>
                  </a:lnTo>
                  <a:lnTo>
                    <a:pt x="455933" y="994193"/>
                  </a:lnTo>
                  <a:lnTo>
                    <a:pt x="412264" y="977216"/>
                  </a:lnTo>
                  <a:lnTo>
                    <a:pt x="370460" y="959629"/>
                  </a:lnTo>
                  <a:lnTo>
                    <a:pt x="330577" y="941454"/>
                  </a:lnTo>
                  <a:lnTo>
                    <a:pt x="292672" y="922710"/>
                  </a:lnTo>
                  <a:lnTo>
                    <a:pt x="256802" y="903419"/>
                  </a:lnTo>
                  <a:lnTo>
                    <a:pt x="223023" y="883600"/>
                  </a:lnTo>
                  <a:lnTo>
                    <a:pt x="161966" y="842460"/>
                  </a:lnTo>
                  <a:lnTo>
                    <a:pt x="109954" y="799456"/>
                  </a:lnTo>
                  <a:lnTo>
                    <a:pt x="67441" y="754749"/>
                  </a:lnTo>
                  <a:lnTo>
                    <a:pt x="34881" y="708503"/>
                  </a:lnTo>
                  <a:lnTo>
                    <a:pt x="12727" y="660880"/>
                  </a:lnTo>
                  <a:lnTo>
                    <a:pt x="1433" y="612045"/>
                  </a:lnTo>
                  <a:lnTo>
                    <a:pt x="0" y="587223"/>
                  </a:lnTo>
                  <a:lnTo>
                    <a:pt x="1433" y="562402"/>
                  </a:lnTo>
                  <a:lnTo>
                    <a:pt x="12727" y="513566"/>
                  </a:lnTo>
                  <a:lnTo>
                    <a:pt x="34881" y="465944"/>
                  </a:lnTo>
                  <a:lnTo>
                    <a:pt x="67441" y="419698"/>
                  </a:lnTo>
                  <a:lnTo>
                    <a:pt x="109954" y="374991"/>
                  </a:lnTo>
                  <a:lnTo>
                    <a:pt x="161966" y="331986"/>
                  </a:lnTo>
                  <a:lnTo>
                    <a:pt x="223023" y="290847"/>
                  </a:lnTo>
                  <a:lnTo>
                    <a:pt x="256802" y="271028"/>
                  </a:lnTo>
                  <a:lnTo>
                    <a:pt x="292672" y="251736"/>
                  </a:lnTo>
                  <a:lnTo>
                    <a:pt x="330577" y="232993"/>
                  </a:lnTo>
                  <a:lnTo>
                    <a:pt x="370460" y="214817"/>
                  </a:lnTo>
                  <a:lnTo>
                    <a:pt x="412264" y="197231"/>
                  </a:lnTo>
                  <a:lnTo>
                    <a:pt x="455933" y="180253"/>
                  </a:lnTo>
                  <a:lnTo>
                    <a:pt x="501409" y="163905"/>
                  </a:lnTo>
                  <a:lnTo>
                    <a:pt x="548637" y="148207"/>
                  </a:lnTo>
                  <a:lnTo>
                    <a:pt x="597559" y="133179"/>
                  </a:lnTo>
                  <a:lnTo>
                    <a:pt x="648118" y="118841"/>
                  </a:lnTo>
                  <a:lnTo>
                    <a:pt x="700259" y="105215"/>
                  </a:lnTo>
                  <a:lnTo>
                    <a:pt x="753924" y="92320"/>
                  </a:lnTo>
                  <a:lnTo>
                    <a:pt x="809057" y="80176"/>
                  </a:lnTo>
                  <a:lnTo>
                    <a:pt x="865601" y="68805"/>
                  </a:lnTo>
                  <a:lnTo>
                    <a:pt x="923499" y="58226"/>
                  </a:lnTo>
                  <a:lnTo>
                    <a:pt x="982695" y="48461"/>
                  </a:lnTo>
                  <a:lnTo>
                    <a:pt x="1043131" y="39528"/>
                  </a:lnTo>
                  <a:lnTo>
                    <a:pt x="1104752" y="31450"/>
                  </a:lnTo>
                  <a:lnTo>
                    <a:pt x="1167500" y="24245"/>
                  </a:lnTo>
                  <a:lnTo>
                    <a:pt x="1231319" y="17935"/>
                  </a:lnTo>
                  <a:lnTo>
                    <a:pt x="1296153" y="12540"/>
                  </a:lnTo>
                  <a:lnTo>
                    <a:pt x="1361943" y="8079"/>
                  </a:lnTo>
                  <a:lnTo>
                    <a:pt x="1428635" y="4575"/>
                  </a:lnTo>
                  <a:lnTo>
                    <a:pt x="1496170" y="2047"/>
                  </a:lnTo>
                  <a:lnTo>
                    <a:pt x="1564493" y="515"/>
                  </a:lnTo>
                  <a:lnTo>
                    <a:pt x="1633546" y="0"/>
                  </a:lnTo>
                  <a:lnTo>
                    <a:pt x="1702598" y="515"/>
                  </a:lnTo>
                  <a:lnTo>
                    <a:pt x="1770919" y="2047"/>
                  </a:lnTo>
                  <a:lnTo>
                    <a:pt x="1838453" y="4575"/>
                  </a:lnTo>
                  <a:lnTo>
                    <a:pt x="1905142" y="8079"/>
                  </a:lnTo>
                  <a:lnTo>
                    <a:pt x="1970931" y="12540"/>
                  </a:lnTo>
                  <a:lnTo>
                    <a:pt x="2035763" y="17935"/>
                  </a:lnTo>
                  <a:lnTo>
                    <a:pt x="2099581" y="24245"/>
                  </a:lnTo>
                  <a:lnTo>
                    <a:pt x="2162328" y="31450"/>
                  </a:lnTo>
                  <a:lnTo>
                    <a:pt x="2223948" y="39528"/>
                  </a:lnTo>
                  <a:lnTo>
                    <a:pt x="2284383" y="48461"/>
                  </a:lnTo>
                  <a:lnTo>
                    <a:pt x="2343578" y="58226"/>
                  </a:lnTo>
                  <a:lnTo>
                    <a:pt x="2401475" y="68805"/>
                  </a:lnTo>
                  <a:lnTo>
                    <a:pt x="2458018" y="80176"/>
                  </a:lnTo>
                  <a:lnTo>
                    <a:pt x="2513150" y="92320"/>
                  </a:lnTo>
                  <a:lnTo>
                    <a:pt x="2566814" y="105215"/>
                  </a:lnTo>
                  <a:lnTo>
                    <a:pt x="2618954" y="118841"/>
                  </a:lnTo>
                  <a:lnTo>
                    <a:pt x="2669513" y="133179"/>
                  </a:lnTo>
                  <a:lnTo>
                    <a:pt x="2718435" y="148207"/>
                  </a:lnTo>
                  <a:lnTo>
                    <a:pt x="2765662" y="163905"/>
                  </a:lnTo>
                  <a:lnTo>
                    <a:pt x="2811138" y="180253"/>
                  </a:lnTo>
                  <a:lnTo>
                    <a:pt x="2854806" y="197231"/>
                  </a:lnTo>
                  <a:lnTo>
                    <a:pt x="2896609" y="214817"/>
                  </a:lnTo>
                  <a:lnTo>
                    <a:pt x="2936492" y="232993"/>
                  </a:lnTo>
                  <a:lnTo>
                    <a:pt x="2974396" y="251736"/>
                  </a:lnTo>
                  <a:lnTo>
                    <a:pt x="3010267" y="271028"/>
                  </a:lnTo>
                  <a:lnTo>
                    <a:pt x="3044045" y="290847"/>
                  </a:lnTo>
                  <a:lnTo>
                    <a:pt x="3105102" y="331986"/>
                  </a:lnTo>
                  <a:lnTo>
                    <a:pt x="3157114" y="374991"/>
                  </a:lnTo>
                  <a:lnTo>
                    <a:pt x="3199627" y="419698"/>
                  </a:lnTo>
                  <a:lnTo>
                    <a:pt x="3232187" y="465944"/>
                  </a:lnTo>
                  <a:lnTo>
                    <a:pt x="3254341" y="513566"/>
                  </a:lnTo>
                  <a:lnTo>
                    <a:pt x="3265635" y="562402"/>
                  </a:lnTo>
                  <a:lnTo>
                    <a:pt x="3267068" y="587223"/>
                  </a:lnTo>
                  <a:lnTo>
                    <a:pt x="3265635" y="612045"/>
                  </a:lnTo>
                  <a:lnTo>
                    <a:pt x="3254341" y="660880"/>
                  </a:lnTo>
                  <a:lnTo>
                    <a:pt x="3232187" y="708503"/>
                  </a:lnTo>
                  <a:lnTo>
                    <a:pt x="3199627" y="754749"/>
                  </a:lnTo>
                  <a:lnTo>
                    <a:pt x="3157114" y="799456"/>
                  </a:lnTo>
                  <a:lnTo>
                    <a:pt x="3105102" y="842460"/>
                  </a:lnTo>
                  <a:lnTo>
                    <a:pt x="3044045" y="883600"/>
                  </a:lnTo>
                  <a:lnTo>
                    <a:pt x="3010267" y="903419"/>
                  </a:lnTo>
                  <a:lnTo>
                    <a:pt x="2974396" y="922710"/>
                  </a:lnTo>
                  <a:lnTo>
                    <a:pt x="2936492" y="941454"/>
                  </a:lnTo>
                  <a:lnTo>
                    <a:pt x="2896609" y="959629"/>
                  </a:lnTo>
                  <a:lnTo>
                    <a:pt x="2854806" y="977216"/>
                  </a:lnTo>
                  <a:lnTo>
                    <a:pt x="2811138" y="994193"/>
                  </a:lnTo>
                  <a:lnTo>
                    <a:pt x="2765662" y="1010542"/>
                  </a:lnTo>
                  <a:lnTo>
                    <a:pt x="2718435" y="1026240"/>
                  </a:lnTo>
                  <a:lnTo>
                    <a:pt x="2669513" y="1041268"/>
                  </a:lnTo>
                  <a:lnTo>
                    <a:pt x="2618954" y="1055606"/>
                  </a:lnTo>
                  <a:lnTo>
                    <a:pt x="2566814" y="1069232"/>
                  </a:lnTo>
                  <a:lnTo>
                    <a:pt x="2513150" y="1082127"/>
                  </a:lnTo>
                  <a:lnTo>
                    <a:pt x="2458018" y="1094270"/>
                  </a:lnTo>
                  <a:lnTo>
                    <a:pt x="2401475" y="1105642"/>
                  </a:lnTo>
                  <a:lnTo>
                    <a:pt x="2343578" y="1116220"/>
                  </a:lnTo>
                  <a:lnTo>
                    <a:pt x="2284383" y="1125986"/>
                  </a:lnTo>
                  <a:lnTo>
                    <a:pt x="2223948" y="1134918"/>
                  </a:lnTo>
                  <a:lnTo>
                    <a:pt x="2162328" y="1142997"/>
                  </a:lnTo>
                  <a:lnTo>
                    <a:pt x="2099581" y="1150202"/>
                  </a:lnTo>
                  <a:lnTo>
                    <a:pt x="2035763" y="1156512"/>
                  </a:lnTo>
                  <a:lnTo>
                    <a:pt x="1970931" y="1161907"/>
                  </a:lnTo>
                  <a:lnTo>
                    <a:pt x="1905142" y="1166367"/>
                  </a:lnTo>
                  <a:lnTo>
                    <a:pt x="1838453" y="1169872"/>
                  </a:lnTo>
                  <a:lnTo>
                    <a:pt x="1770919" y="1172400"/>
                  </a:lnTo>
                  <a:lnTo>
                    <a:pt x="1702598" y="1173932"/>
                  </a:lnTo>
                  <a:lnTo>
                    <a:pt x="1633546" y="1174447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43882" y="5022989"/>
              <a:ext cx="3267075" cy="1174750"/>
            </a:xfrm>
            <a:custGeom>
              <a:avLst/>
              <a:gdLst/>
              <a:ahLst/>
              <a:cxnLst/>
              <a:rect l="l" t="t" r="r" b="b"/>
              <a:pathLst>
                <a:path w="3267075" h="1174750">
                  <a:moveTo>
                    <a:pt x="0" y="587223"/>
                  </a:moveTo>
                  <a:lnTo>
                    <a:pt x="1433" y="562402"/>
                  </a:lnTo>
                  <a:lnTo>
                    <a:pt x="5694" y="537843"/>
                  </a:lnTo>
                  <a:lnTo>
                    <a:pt x="22475" y="489593"/>
                  </a:lnTo>
                  <a:lnTo>
                    <a:pt x="49889" y="442639"/>
                  </a:lnTo>
                  <a:lnTo>
                    <a:pt x="87482" y="397142"/>
                  </a:lnTo>
                  <a:lnTo>
                    <a:pt x="134801" y="353266"/>
                  </a:lnTo>
                  <a:lnTo>
                    <a:pt x="191392" y="311173"/>
                  </a:lnTo>
                  <a:lnTo>
                    <a:pt x="256802" y="271028"/>
                  </a:lnTo>
                  <a:lnTo>
                    <a:pt x="292672" y="251736"/>
                  </a:lnTo>
                  <a:lnTo>
                    <a:pt x="330577" y="232993"/>
                  </a:lnTo>
                  <a:lnTo>
                    <a:pt x="370460" y="214817"/>
                  </a:lnTo>
                  <a:lnTo>
                    <a:pt x="412264" y="197231"/>
                  </a:lnTo>
                  <a:lnTo>
                    <a:pt x="455933" y="180253"/>
                  </a:lnTo>
                  <a:lnTo>
                    <a:pt x="501409" y="163905"/>
                  </a:lnTo>
                  <a:lnTo>
                    <a:pt x="548637" y="148207"/>
                  </a:lnTo>
                  <a:lnTo>
                    <a:pt x="597559" y="133179"/>
                  </a:lnTo>
                  <a:lnTo>
                    <a:pt x="648118" y="118841"/>
                  </a:lnTo>
                  <a:lnTo>
                    <a:pt x="700259" y="105215"/>
                  </a:lnTo>
                  <a:lnTo>
                    <a:pt x="753924" y="92320"/>
                  </a:lnTo>
                  <a:lnTo>
                    <a:pt x="809057" y="80176"/>
                  </a:lnTo>
                  <a:lnTo>
                    <a:pt x="865601" y="68805"/>
                  </a:lnTo>
                  <a:lnTo>
                    <a:pt x="923499" y="58226"/>
                  </a:lnTo>
                  <a:lnTo>
                    <a:pt x="982695" y="48461"/>
                  </a:lnTo>
                  <a:lnTo>
                    <a:pt x="1043131" y="39528"/>
                  </a:lnTo>
                  <a:lnTo>
                    <a:pt x="1104752" y="31450"/>
                  </a:lnTo>
                  <a:lnTo>
                    <a:pt x="1167500" y="24245"/>
                  </a:lnTo>
                  <a:lnTo>
                    <a:pt x="1231319" y="17935"/>
                  </a:lnTo>
                  <a:lnTo>
                    <a:pt x="1296153" y="12540"/>
                  </a:lnTo>
                  <a:lnTo>
                    <a:pt x="1361943" y="8079"/>
                  </a:lnTo>
                  <a:lnTo>
                    <a:pt x="1428635" y="4575"/>
                  </a:lnTo>
                  <a:lnTo>
                    <a:pt x="1496170" y="2047"/>
                  </a:lnTo>
                  <a:lnTo>
                    <a:pt x="1564493" y="515"/>
                  </a:lnTo>
                  <a:lnTo>
                    <a:pt x="1633546" y="0"/>
                  </a:lnTo>
                  <a:lnTo>
                    <a:pt x="1702598" y="515"/>
                  </a:lnTo>
                  <a:lnTo>
                    <a:pt x="1770919" y="2047"/>
                  </a:lnTo>
                  <a:lnTo>
                    <a:pt x="1838452" y="4575"/>
                  </a:lnTo>
                  <a:lnTo>
                    <a:pt x="1905142" y="8079"/>
                  </a:lnTo>
                  <a:lnTo>
                    <a:pt x="1970931" y="12540"/>
                  </a:lnTo>
                  <a:lnTo>
                    <a:pt x="2035763" y="17935"/>
                  </a:lnTo>
                  <a:lnTo>
                    <a:pt x="2099581" y="24245"/>
                  </a:lnTo>
                  <a:lnTo>
                    <a:pt x="2162328" y="31450"/>
                  </a:lnTo>
                  <a:lnTo>
                    <a:pt x="2223948" y="39528"/>
                  </a:lnTo>
                  <a:lnTo>
                    <a:pt x="2284383" y="48461"/>
                  </a:lnTo>
                  <a:lnTo>
                    <a:pt x="2343578" y="58226"/>
                  </a:lnTo>
                  <a:lnTo>
                    <a:pt x="2401475" y="68805"/>
                  </a:lnTo>
                  <a:lnTo>
                    <a:pt x="2458018" y="80176"/>
                  </a:lnTo>
                  <a:lnTo>
                    <a:pt x="2513150" y="92320"/>
                  </a:lnTo>
                  <a:lnTo>
                    <a:pt x="2566814" y="105215"/>
                  </a:lnTo>
                  <a:lnTo>
                    <a:pt x="2618954" y="118841"/>
                  </a:lnTo>
                  <a:lnTo>
                    <a:pt x="2669513" y="133179"/>
                  </a:lnTo>
                  <a:lnTo>
                    <a:pt x="2718435" y="148207"/>
                  </a:lnTo>
                  <a:lnTo>
                    <a:pt x="2765662" y="163905"/>
                  </a:lnTo>
                  <a:lnTo>
                    <a:pt x="2811138" y="180253"/>
                  </a:lnTo>
                  <a:lnTo>
                    <a:pt x="2854806" y="197231"/>
                  </a:lnTo>
                  <a:lnTo>
                    <a:pt x="2896609" y="214817"/>
                  </a:lnTo>
                  <a:lnTo>
                    <a:pt x="2936492" y="232993"/>
                  </a:lnTo>
                  <a:lnTo>
                    <a:pt x="2974396" y="251736"/>
                  </a:lnTo>
                  <a:lnTo>
                    <a:pt x="3010266" y="271028"/>
                  </a:lnTo>
                  <a:lnTo>
                    <a:pt x="3044045" y="290847"/>
                  </a:lnTo>
                  <a:lnTo>
                    <a:pt x="3105102" y="331986"/>
                  </a:lnTo>
                  <a:lnTo>
                    <a:pt x="3157114" y="374991"/>
                  </a:lnTo>
                  <a:lnTo>
                    <a:pt x="3199626" y="419698"/>
                  </a:lnTo>
                  <a:lnTo>
                    <a:pt x="3232187" y="465944"/>
                  </a:lnTo>
                  <a:lnTo>
                    <a:pt x="3254341" y="513566"/>
                  </a:lnTo>
                  <a:lnTo>
                    <a:pt x="3265635" y="562402"/>
                  </a:lnTo>
                  <a:lnTo>
                    <a:pt x="3267068" y="587223"/>
                  </a:lnTo>
                  <a:lnTo>
                    <a:pt x="3261374" y="636604"/>
                  </a:lnTo>
                  <a:lnTo>
                    <a:pt x="3244593" y="684853"/>
                  </a:lnTo>
                  <a:lnTo>
                    <a:pt x="3217179" y="731808"/>
                  </a:lnTo>
                  <a:lnTo>
                    <a:pt x="3179586" y="777305"/>
                  </a:lnTo>
                  <a:lnTo>
                    <a:pt x="3132267" y="821181"/>
                  </a:lnTo>
                  <a:lnTo>
                    <a:pt x="3075676" y="863273"/>
                  </a:lnTo>
                  <a:lnTo>
                    <a:pt x="3010266" y="903419"/>
                  </a:lnTo>
                  <a:lnTo>
                    <a:pt x="2974396" y="922710"/>
                  </a:lnTo>
                  <a:lnTo>
                    <a:pt x="2936492" y="941454"/>
                  </a:lnTo>
                  <a:lnTo>
                    <a:pt x="2896609" y="959629"/>
                  </a:lnTo>
                  <a:lnTo>
                    <a:pt x="2854806" y="977216"/>
                  </a:lnTo>
                  <a:lnTo>
                    <a:pt x="2811138" y="994193"/>
                  </a:lnTo>
                  <a:lnTo>
                    <a:pt x="2765662" y="1010542"/>
                  </a:lnTo>
                  <a:lnTo>
                    <a:pt x="2718435" y="1026240"/>
                  </a:lnTo>
                  <a:lnTo>
                    <a:pt x="2669513" y="1041268"/>
                  </a:lnTo>
                  <a:lnTo>
                    <a:pt x="2618954" y="1055606"/>
                  </a:lnTo>
                  <a:lnTo>
                    <a:pt x="2566814" y="1069232"/>
                  </a:lnTo>
                  <a:lnTo>
                    <a:pt x="2513150" y="1082127"/>
                  </a:lnTo>
                  <a:lnTo>
                    <a:pt x="2458018" y="1094270"/>
                  </a:lnTo>
                  <a:lnTo>
                    <a:pt x="2401475" y="1105642"/>
                  </a:lnTo>
                  <a:lnTo>
                    <a:pt x="2343578" y="1116220"/>
                  </a:lnTo>
                  <a:lnTo>
                    <a:pt x="2284383" y="1125986"/>
                  </a:lnTo>
                  <a:lnTo>
                    <a:pt x="2223948" y="1134918"/>
                  </a:lnTo>
                  <a:lnTo>
                    <a:pt x="2162328" y="1142997"/>
                  </a:lnTo>
                  <a:lnTo>
                    <a:pt x="2099581" y="1150202"/>
                  </a:lnTo>
                  <a:lnTo>
                    <a:pt x="2035763" y="1156512"/>
                  </a:lnTo>
                  <a:lnTo>
                    <a:pt x="1970931" y="1161907"/>
                  </a:lnTo>
                  <a:lnTo>
                    <a:pt x="1905142" y="1166367"/>
                  </a:lnTo>
                  <a:lnTo>
                    <a:pt x="1838452" y="1169872"/>
                  </a:lnTo>
                  <a:lnTo>
                    <a:pt x="1770919" y="1172400"/>
                  </a:lnTo>
                  <a:lnTo>
                    <a:pt x="1702598" y="1173932"/>
                  </a:lnTo>
                  <a:lnTo>
                    <a:pt x="1633546" y="1174447"/>
                  </a:lnTo>
                  <a:lnTo>
                    <a:pt x="1564493" y="1173932"/>
                  </a:lnTo>
                  <a:lnTo>
                    <a:pt x="1496170" y="1172400"/>
                  </a:lnTo>
                  <a:lnTo>
                    <a:pt x="1428635" y="1169872"/>
                  </a:lnTo>
                  <a:lnTo>
                    <a:pt x="1361943" y="1166367"/>
                  </a:lnTo>
                  <a:lnTo>
                    <a:pt x="1296153" y="1161907"/>
                  </a:lnTo>
                  <a:lnTo>
                    <a:pt x="1231319" y="1156512"/>
                  </a:lnTo>
                  <a:lnTo>
                    <a:pt x="1167500" y="1150202"/>
                  </a:lnTo>
                  <a:lnTo>
                    <a:pt x="1104752" y="1142997"/>
                  </a:lnTo>
                  <a:lnTo>
                    <a:pt x="1043131" y="1134918"/>
                  </a:lnTo>
                  <a:lnTo>
                    <a:pt x="982695" y="1125986"/>
                  </a:lnTo>
                  <a:lnTo>
                    <a:pt x="923499" y="1116220"/>
                  </a:lnTo>
                  <a:lnTo>
                    <a:pt x="865601" y="1105642"/>
                  </a:lnTo>
                  <a:lnTo>
                    <a:pt x="809057" y="1094270"/>
                  </a:lnTo>
                  <a:lnTo>
                    <a:pt x="753924" y="1082127"/>
                  </a:lnTo>
                  <a:lnTo>
                    <a:pt x="700259" y="1069232"/>
                  </a:lnTo>
                  <a:lnTo>
                    <a:pt x="648118" y="1055606"/>
                  </a:lnTo>
                  <a:lnTo>
                    <a:pt x="597559" y="1041268"/>
                  </a:lnTo>
                  <a:lnTo>
                    <a:pt x="548637" y="1026240"/>
                  </a:lnTo>
                  <a:lnTo>
                    <a:pt x="501409" y="1010542"/>
                  </a:lnTo>
                  <a:lnTo>
                    <a:pt x="455933" y="994193"/>
                  </a:lnTo>
                  <a:lnTo>
                    <a:pt x="412264" y="977216"/>
                  </a:lnTo>
                  <a:lnTo>
                    <a:pt x="370460" y="959629"/>
                  </a:lnTo>
                  <a:lnTo>
                    <a:pt x="330577" y="941454"/>
                  </a:lnTo>
                  <a:lnTo>
                    <a:pt x="292672" y="922710"/>
                  </a:lnTo>
                  <a:lnTo>
                    <a:pt x="256802" y="903419"/>
                  </a:lnTo>
                  <a:lnTo>
                    <a:pt x="223023" y="883600"/>
                  </a:lnTo>
                  <a:lnTo>
                    <a:pt x="161966" y="842460"/>
                  </a:lnTo>
                  <a:lnTo>
                    <a:pt x="109954" y="799456"/>
                  </a:lnTo>
                  <a:lnTo>
                    <a:pt x="67441" y="754749"/>
                  </a:lnTo>
                  <a:lnTo>
                    <a:pt x="34881" y="708503"/>
                  </a:lnTo>
                  <a:lnTo>
                    <a:pt x="12727" y="660880"/>
                  </a:lnTo>
                  <a:lnTo>
                    <a:pt x="1433" y="612045"/>
                  </a:lnTo>
                  <a:lnTo>
                    <a:pt x="0" y="5872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972797" y="5319538"/>
            <a:ext cx="2007235" cy="53155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70865" marR="5080" indent="-558800">
              <a:lnSpc>
                <a:spcPts val="1939"/>
              </a:lnSpc>
              <a:spcBef>
                <a:spcPts val="345"/>
              </a:spcBef>
            </a:pP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lang="en-US" b="1" spc="-75" dirty="0" err="1">
                <a:latin typeface="Trebuchet MS"/>
                <a:cs typeface="Trebuchet MS"/>
              </a:rPr>
              <a:t>Menulis</a:t>
            </a:r>
            <a:r>
              <a:rPr lang="en-US" b="1" spc="-75" dirty="0">
                <a:latin typeface="Trebuchet MS"/>
                <a:cs typeface="Trebuchet MS"/>
              </a:rPr>
              <a:t> Teks </a:t>
            </a:r>
            <a:r>
              <a:rPr lang="en-US" b="1" spc="-75" dirty="0" err="1">
                <a:latin typeface="Trebuchet MS"/>
                <a:cs typeface="Trebuchet MS"/>
              </a:rPr>
              <a:t>Deskripsi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76790" y="1914521"/>
            <a:ext cx="3200400" cy="1255395"/>
            <a:chOff x="4876790" y="1914521"/>
            <a:chExt cx="3200400" cy="1255395"/>
          </a:xfrm>
        </p:grpSpPr>
        <p:sp>
          <p:nvSpPr>
            <p:cNvPr id="24" name="object 24"/>
            <p:cNvSpPr/>
            <p:nvPr/>
          </p:nvSpPr>
          <p:spPr>
            <a:xfrm>
              <a:off x="4886315" y="1924046"/>
              <a:ext cx="3181350" cy="1236345"/>
            </a:xfrm>
            <a:custGeom>
              <a:avLst/>
              <a:gdLst/>
              <a:ahLst/>
              <a:cxnLst/>
              <a:rect l="l" t="t" r="r" b="b"/>
              <a:pathLst>
                <a:path w="3181350" h="1236345">
                  <a:moveTo>
                    <a:pt x="1590671" y="1235872"/>
                  </a:moveTo>
                  <a:lnTo>
                    <a:pt x="1523432" y="1235330"/>
                  </a:lnTo>
                  <a:lnTo>
                    <a:pt x="1456904" y="1233718"/>
                  </a:lnTo>
                  <a:lnTo>
                    <a:pt x="1391142" y="1231057"/>
                  </a:lnTo>
                  <a:lnTo>
                    <a:pt x="1326202" y="1227370"/>
                  </a:lnTo>
                  <a:lnTo>
                    <a:pt x="1262139" y="1222676"/>
                  </a:lnTo>
                  <a:lnTo>
                    <a:pt x="1199008" y="1216999"/>
                  </a:lnTo>
                  <a:lnTo>
                    <a:pt x="1136865" y="1210359"/>
                  </a:lnTo>
                  <a:lnTo>
                    <a:pt x="1075764" y="1202777"/>
                  </a:lnTo>
                  <a:lnTo>
                    <a:pt x="1015761" y="1194276"/>
                  </a:lnTo>
                  <a:lnTo>
                    <a:pt x="956911" y="1184876"/>
                  </a:lnTo>
                  <a:lnTo>
                    <a:pt x="899269" y="1174600"/>
                  </a:lnTo>
                  <a:lnTo>
                    <a:pt x="842891" y="1163468"/>
                  </a:lnTo>
                  <a:lnTo>
                    <a:pt x="787831" y="1151502"/>
                  </a:lnTo>
                  <a:lnTo>
                    <a:pt x="734145" y="1138723"/>
                  </a:lnTo>
                  <a:lnTo>
                    <a:pt x="681889" y="1125154"/>
                  </a:lnTo>
                  <a:lnTo>
                    <a:pt x="631116" y="1110814"/>
                  </a:lnTo>
                  <a:lnTo>
                    <a:pt x="581883" y="1095727"/>
                  </a:lnTo>
                  <a:lnTo>
                    <a:pt x="534245" y="1079913"/>
                  </a:lnTo>
                  <a:lnTo>
                    <a:pt x="488257" y="1063393"/>
                  </a:lnTo>
                  <a:lnTo>
                    <a:pt x="443974" y="1046190"/>
                  </a:lnTo>
                  <a:lnTo>
                    <a:pt x="401451" y="1028324"/>
                  </a:lnTo>
                  <a:lnTo>
                    <a:pt x="360743" y="1009817"/>
                  </a:lnTo>
                  <a:lnTo>
                    <a:pt x="321907" y="990691"/>
                  </a:lnTo>
                  <a:lnTo>
                    <a:pt x="284996" y="970967"/>
                  </a:lnTo>
                  <a:lnTo>
                    <a:pt x="250067" y="950666"/>
                  </a:lnTo>
                  <a:lnTo>
                    <a:pt x="217174" y="929810"/>
                  </a:lnTo>
                  <a:lnTo>
                    <a:pt x="157718" y="886518"/>
                  </a:lnTo>
                  <a:lnTo>
                    <a:pt x="107071" y="841263"/>
                  </a:lnTo>
                  <a:lnTo>
                    <a:pt x="65673" y="794217"/>
                  </a:lnTo>
                  <a:lnTo>
                    <a:pt x="33966" y="745550"/>
                  </a:lnTo>
                  <a:lnTo>
                    <a:pt x="12393" y="695436"/>
                  </a:lnTo>
                  <a:lnTo>
                    <a:pt x="1395" y="644044"/>
                  </a:lnTo>
                  <a:lnTo>
                    <a:pt x="0" y="617923"/>
                  </a:lnTo>
                  <a:lnTo>
                    <a:pt x="1395" y="591803"/>
                  </a:lnTo>
                  <a:lnTo>
                    <a:pt x="12393" y="540413"/>
                  </a:lnTo>
                  <a:lnTo>
                    <a:pt x="33966" y="490300"/>
                  </a:lnTo>
                  <a:lnTo>
                    <a:pt x="65673" y="441635"/>
                  </a:lnTo>
                  <a:lnTo>
                    <a:pt x="107071" y="394590"/>
                  </a:lnTo>
                  <a:lnTo>
                    <a:pt x="157718" y="349337"/>
                  </a:lnTo>
                  <a:lnTo>
                    <a:pt x="217174" y="306047"/>
                  </a:lnTo>
                  <a:lnTo>
                    <a:pt x="250067" y="285191"/>
                  </a:lnTo>
                  <a:lnTo>
                    <a:pt x="284996" y="264891"/>
                  </a:lnTo>
                  <a:lnTo>
                    <a:pt x="321907" y="245168"/>
                  </a:lnTo>
                  <a:lnTo>
                    <a:pt x="360743" y="226043"/>
                  </a:lnTo>
                  <a:lnTo>
                    <a:pt x="401451" y="207537"/>
                  </a:lnTo>
                  <a:lnTo>
                    <a:pt x="443974" y="189672"/>
                  </a:lnTo>
                  <a:lnTo>
                    <a:pt x="488257" y="172469"/>
                  </a:lnTo>
                  <a:lnTo>
                    <a:pt x="534245" y="155950"/>
                  </a:lnTo>
                  <a:lnTo>
                    <a:pt x="581883" y="140137"/>
                  </a:lnTo>
                  <a:lnTo>
                    <a:pt x="631116" y="125050"/>
                  </a:lnTo>
                  <a:lnTo>
                    <a:pt x="681889" y="110712"/>
                  </a:lnTo>
                  <a:lnTo>
                    <a:pt x="734145" y="97143"/>
                  </a:lnTo>
                  <a:lnTo>
                    <a:pt x="787831" y="84365"/>
                  </a:lnTo>
                  <a:lnTo>
                    <a:pt x="842891" y="72400"/>
                  </a:lnTo>
                  <a:lnTo>
                    <a:pt x="899269" y="61268"/>
                  </a:lnTo>
                  <a:lnTo>
                    <a:pt x="956911" y="50992"/>
                  </a:lnTo>
                  <a:lnTo>
                    <a:pt x="1015761" y="41593"/>
                  </a:lnTo>
                  <a:lnTo>
                    <a:pt x="1075764" y="33092"/>
                  </a:lnTo>
                  <a:lnTo>
                    <a:pt x="1136865" y="25511"/>
                  </a:lnTo>
                  <a:lnTo>
                    <a:pt x="1199008" y="18872"/>
                  </a:lnTo>
                  <a:lnTo>
                    <a:pt x="1262139" y="13195"/>
                  </a:lnTo>
                  <a:lnTo>
                    <a:pt x="1326202" y="8502"/>
                  </a:lnTo>
                  <a:lnTo>
                    <a:pt x="1391142" y="4814"/>
                  </a:lnTo>
                  <a:lnTo>
                    <a:pt x="1456904" y="2154"/>
                  </a:lnTo>
                  <a:lnTo>
                    <a:pt x="1523432" y="542"/>
                  </a:lnTo>
                  <a:lnTo>
                    <a:pt x="1590671" y="0"/>
                  </a:lnTo>
                  <a:lnTo>
                    <a:pt x="1657911" y="542"/>
                  </a:lnTo>
                  <a:lnTo>
                    <a:pt x="1724439" y="2154"/>
                  </a:lnTo>
                  <a:lnTo>
                    <a:pt x="1790201" y="4814"/>
                  </a:lnTo>
                  <a:lnTo>
                    <a:pt x="1855141" y="8502"/>
                  </a:lnTo>
                  <a:lnTo>
                    <a:pt x="1919204" y="13195"/>
                  </a:lnTo>
                  <a:lnTo>
                    <a:pt x="1982334" y="18872"/>
                  </a:lnTo>
                  <a:lnTo>
                    <a:pt x="2044478" y="25511"/>
                  </a:lnTo>
                  <a:lnTo>
                    <a:pt x="2105579" y="33092"/>
                  </a:lnTo>
                  <a:lnTo>
                    <a:pt x="2165582" y="41593"/>
                  </a:lnTo>
                  <a:lnTo>
                    <a:pt x="2224432" y="50992"/>
                  </a:lnTo>
                  <a:lnTo>
                    <a:pt x="2282073" y="61268"/>
                  </a:lnTo>
                  <a:lnTo>
                    <a:pt x="2338452" y="72400"/>
                  </a:lnTo>
                  <a:lnTo>
                    <a:pt x="2393511" y="84365"/>
                  </a:lnTo>
                  <a:lnTo>
                    <a:pt x="2447197" y="97143"/>
                  </a:lnTo>
                  <a:lnTo>
                    <a:pt x="2499454" y="110712"/>
                  </a:lnTo>
                  <a:lnTo>
                    <a:pt x="2550226" y="125050"/>
                  </a:lnTo>
                  <a:lnTo>
                    <a:pt x="2599459" y="140137"/>
                  </a:lnTo>
                  <a:lnTo>
                    <a:pt x="2647098" y="155950"/>
                  </a:lnTo>
                  <a:lnTo>
                    <a:pt x="2693086" y="172469"/>
                  </a:lnTo>
                  <a:lnTo>
                    <a:pt x="2737369" y="189672"/>
                  </a:lnTo>
                  <a:lnTo>
                    <a:pt x="2779892" y="207537"/>
                  </a:lnTo>
                  <a:lnTo>
                    <a:pt x="2820599" y="226043"/>
                  </a:lnTo>
                  <a:lnTo>
                    <a:pt x="2859436" y="245168"/>
                  </a:lnTo>
                  <a:lnTo>
                    <a:pt x="2896346" y="264891"/>
                  </a:lnTo>
                  <a:lnTo>
                    <a:pt x="2931276" y="285191"/>
                  </a:lnTo>
                  <a:lnTo>
                    <a:pt x="2964169" y="306047"/>
                  </a:lnTo>
                  <a:lnTo>
                    <a:pt x="3023624" y="349337"/>
                  </a:lnTo>
                  <a:lnTo>
                    <a:pt x="3074272" y="394590"/>
                  </a:lnTo>
                  <a:lnTo>
                    <a:pt x="3115670" y="441635"/>
                  </a:lnTo>
                  <a:lnTo>
                    <a:pt x="3147376" y="490300"/>
                  </a:lnTo>
                  <a:lnTo>
                    <a:pt x="3168949" y="540413"/>
                  </a:lnTo>
                  <a:lnTo>
                    <a:pt x="3179948" y="591803"/>
                  </a:lnTo>
                  <a:lnTo>
                    <a:pt x="3181343" y="617923"/>
                  </a:lnTo>
                  <a:lnTo>
                    <a:pt x="3179948" y="644044"/>
                  </a:lnTo>
                  <a:lnTo>
                    <a:pt x="3168949" y="695436"/>
                  </a:lnTo>
                  <a:lnTo>
                    <a:pt x="3147376" y="745550"/>
                  </a:lnTo>
                  <a:lnTo>
                    <a:pt x="3115670" y="794217"/>
                  </a:lnTo>
                  <a:lnTo>
                    <a:pt x="3074272" y="841263"/>
                  </a:lnTo>
                  <a:lnTo>
                    <a:pt x="3023624" y="886518"/>
                  </a:lnTo>
                  <a:lnTo>
                    <a:pt x="2964169" y="929810"/>
                  </a:lnTo>
                  <a:lnTo>
                    <a:pt x="2931276" y="950666"/>
                  </a:lnTo>
                  <a:lnTo>
                    <a:pt x="2896346" y="970967"/>
                  </a:lnTo>
                  <a:lnTo>
                    <a:pt x="2859436" y="990691"/>
                  </a:lnTo>
                  <a:lnTo>
                    <a:pt x="2820599" y="1009817"/>
                  </a:lnTo>
                  <a:lnTo>
                    <a:pt x="2779892" y="1028324"/>
                  </a:lnTo>
                  <a:lnTo>
                    <a:pt x="2737369" y="1046190"/>
                  </a:lnTo>
                  <a:lnTo>
                    <a:pt x="2693086" y="1063393"/>
                  </a:lnTo>
                  <a:lnTo>
                    <a:pt x="2647098" y="1079913"/>
                  </a:lnTo>
                  <a:lnTo>
                    <a:pt x="2599459" y="1095727"/>
                  </a:lnTo>
                  <a:lnTo>
                    <a:pt x="2550226" y="1110814"/>
                  </a:lnTo>
                  <a:lnTo>
                    <a:pt x="2499454" y="1125154"/>
                  </a:lnTo>
                  <a:lnTo>
                    <a:pt x="2447197" y="1138723"/>
                  </a:lnTo>
                  <a:lnTo>
                    <a:pt x="2393511" y="1151502"/>
                  </a:lnTo>
                  <a:lnTo>
                    <a:pt x="2338452" y="1163468"/>
                  </a:lnTo>
                  <a:lnTo>
                    <a:pt x="2282073" y="1174600"/>
                  </a:lnTo>
                  <a:lnTo>
                    <a:pt x="2224432" y="1184876"/>
                  </a:lnTo>
                  <a:lnTo>
                    <a:pt x="2165582" y="1194276"/>
                  </a:lnTo>
                  <a:lnTo>
                    <a:pt x="2105579" y="1202777"/>
                  </a:lnTo>
                  <a:lnTo>
                    <a:pt x="2044478" y="1210359"/>
                  </a:lnTo>
                  <a:lnTo>
                    <a:pt x="1982334" y="1216999"/>
                  </a:lnTo>
                  <a:lnTo>
                    <a:pt x="1919204" y="1222676"/>
                  </a:lnTo>
                  <a:lnTo>
                    <a:pt x="1855141" y="1227370"/>
                  </a:lnTo>
                  <a:lnTo>
                    <a:pt x="1790201" y="1231057"/>
                  </a:lnTo>
                  <a:lnTo>
                    <a:pt x="1724439" y="1233718"/>
                  </a:lnTo>
                  <a:lnTo>
                    <a:pt x="1657911" y="1235330"/>
                  </a:lnTo>
                  <a:lnTo>
                    <a:pt x="1590671" y="123587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86315" y="1924046"/>
              <a:ext cx="3181350" cy="1236345"/>
            </a:xfrm>
            <a:custGeom>
              <a:avLst/>
              <a:gdLst/>
              <a:ahLst/>
              <a:cxnLst/>
              <a:rect l="l" t="t" r="r" b="b"/>
              <a:pathLst>
                <a:path w="3181350" h="1236345">
                  <a:moveTo>
                    <a:pt x="0" y="617923"/>
                  </a:moveTo>
                  <a:lnTo>
                    <a:pt x="1395" y="591803"/>
                  </a:lnTo>
                  <a:lnTo>
                    <a:pt x="5545" y="565959"/>
                  </a:lnTo>
                  <a:lnTo>
                    <a:pt x="21885" y="515186"/>
                  </a:lnTo>
                  <a:lnTo>
                    <a:pt x="48580" y="465775"/>
                  </a:lnTo>
                  <a:lnTo>
                    <a:pt x="85188" y="417899"/>
                  </a:lnTo>
                  <a:lnTo>
                    <a:pt x="131266" y="371729"/>
                  </a:lnTo>
                  <a:lnTo>
                    <a:pt x="186373" y="327436"/>
                  </a:lnTo>
                  <a:lnTo>
                    <a:pt x="250067" y="285191"/>
                  </a:lnTo>
                  <a:lnTo>
                    <a:pt x="284996" y="264891"/>
                  </a:lnTo>
                  <a:lnTo>
                    <a:pt x="321907" y="245168"/>
                  </a:lnTo>
                  <a:lnTo>
                    <a:pt x="360743" y="226043"/>
                  </a:lnTo>
                  <a:lnTo>
                    <a:pt x="401451" y="207537"/>
                  </a:lnTo>
                  <a:lnTo>
                    <a:pt x="443974" y="189672"/>
                  </a:lnTo>
                  <a:lnTo>
                    <a:pt x="488257" y="172469"/>
                  </a:lnTo>
                  <a:lnTo>
                    <a:pt x="534245" y="155950"/>
                  </a:lnTo>
                  <a:lnTo>
                    <a:pt x="581883" y="140137"/>
                  </a:lnTo>
                  <a:lnTo>
                    <a:pt x="631116" y="125050"/>
                  </a:lnTo>
                  <a:lnTo>
                    <a:pt x="681889" y="110712"/>
                  </a:lnTo>
                  <a:lnTo>
                    <a:pt x="734145" y="97143"/>
                  </a:lnTo>
                  <a:lnTo>
                    <a:pt x="787831" y="84365"/>
                  </a:lnTo>
                  <a:lnTo>
                    <a:pt x="842891" y="72400"/>
                  </a:lnTo>
                  <a:lnTo>
                    <a:pt x="899269" y="61268"/>
                  </a:lnTo>
                  <a:lnTo>
                    <a:pt x="956911" y="50992"/>
                  </a:lnTo>
                  <a:lnTo>
                    <a:pt x="1015761" y="41593"/>
                  </a:lnTo>
                  <a:lnTo>
                    <a:pt x="1075764" y="33092"/>
                  </a:lnTo>
                  <a:lnTo>
                    <a:pt x="1136865" y="25511"/>
                  </a:lnTo>
                  <a:lnTo>
                    <a:pt x="1199008" y="18872"/>
                  </a:lnTo>
                  <a:lnTo>
                    <a:pt x="1262139" y="13195"/>
                  </a:lnTo>
                  <a:lnTo>
                    <a:pt x="1326202" y="8502"/>
                  </a:lnTo>
                  <a:lnTo>
                    <a:pt x="1391142" y="4814"/>
                  </a:lnTo>
                  <a:lnTo>
                    <a:pt x="1456904" y="2154"/>
                  </a:lnTo>
                  <a:lnTo>
                    <a:pt x="1523432" y="542"/>
                  </a:lnTo>
                  <a:lnTo>
                    <a:pt x="1590671" y="0"/>
                  </a:lnTo>
                  <a:lnTo>
                    <a:pt x="1657911" y="542"/>
                  </a:lnTo>
                  <a:lnTo>
                    <a:pt x="1724439" y="2154"/>
                  </a:lnTo>
                  <a:lnTo>
                    <a:pt x="1790201" y="4814"/>
                  </a:lnTo>
                  <a:lnTo>
                    <a:pt x="1855141" y="8502"/>
                  </a:lnTo>
                  <a:lnTo>
                    <a:pt x="1919204" y="13195"/>
                  </a:lnTo>
                  <a:lnTo>
                    <a:pt x="1982334" y="18872"/>
                  </a:lnTo>
                  <a:lnTo>
                    <a:pt x="2044478" y="25511"/>
                  </a:lnTo>
                  <a:lnTo>
                    <a:pt x="2105579" y="33092"/>
                  </a:lnTo>
                  <a:lnTo>
                    <a:pt x="2165582" y="41593"/>
                  </a:lnTo>
                  <a:lnTo>
                    <a:pt x="2224432" y="50992"/>
                  </a:lnTo>
                  <a:lnTo>
                    <a:pt x="2282073" y="61268"/>
                  </a:lnTo>
                  <a:lnTo>
                    <a:pt x="2338452" y="72400"/>
                  </a:lnTo>
                  <a:lnTo>
                    <a:pt x="2393511" y="84365"/>
                  </a:lnTo>
                  <a:lnTo>
                    <a:pt x="2447197" y="97143"/>
                  </a:lnTo>
                  <a:lnTo>
                    <a:pt x="2499454" y="110712"/>
                  </a:lnTo>
                  <a:lnTo>
                    <a:pt x="2550226" y="125050"/>
                  </a:lnTo>
                  <a:lnTo>
                    <a:pt x="2599459" y="140137"/>
                  </a:lnTo>
                  <a:lnTo>
                    <a:pt x="2647098" y="155950"/>
                  </a:lnTo>
                  <a:lnTo>
                    <a:pt x="2693086" y="172469"/>
                  </a:lnTo>
                  <a:lnTo>
                    <a:pt x="2737369" y="189672"/>
                  </a:lnTo>
                  <a:lnTo>
                    <a:pt x="2779892" y="207537"/>
                  </a:lnTo>
                  <a:lnTo>
                    <a:pt x="2820599" y="226043"/>
                  </a:lnTo>
                  <a:lnTo>
                    <a:pt x="2859436" y="245168"/>
                  </a:lnTo>
                  <a:lnTo>
                    <a:pt x="2896346" y="264891"/>
                  </a:lnTo>
                  <a:lnTo>
                    <a:pt x="2931276" y="285191"/>
                  </a:lnTo>
                  <a:lnTo>
                    <a:pt x="2964169" y="306047"/>
                  </a:lnTo>
                  <a:lnTo>
                    <a:pt x="3023624" y="349337"/>
                  </a:lnTo>
                  <a:lnTo>
                    <a:pt x="3074272" y="394590"/>
                  </a:lnTo>
                  <a:lnTo>
                    <a:pt x="3115670" y="441635"/>
                  </a:lnTo>
                  <a:lnTo>
                    <a:pt x="3147376" y="490300"/>
                  </a:lnTo>
                  <a:lnTo>
                    <a:pt x="3168949" y="540413"/>
                  </a:lnTo>
                  <a:lnTo>
                    <a:pt x="3179948" y="591803"/>
                  </a:lnTo>
                  <a:lnTo>
                    <a:pt x="3181343" y="617923"/>
                  </a:lnTo>
                  <a:lnTo>
                    <a:pt x="3175798" y="669889"/>
                  </a:lnTo>
                  <a:lnTo>
                    <a:pt x="3159457" y="720663"/>
                  </a:lnTo>
                  <a:lnTo>
                    <a:pt x="3132762" y="770075"/>
                  </a:lnTo>
                  <a:lnTo>
                    <a:pt x="3096155" y="817953"/>
                  </a:lnTo>
                  <a:lnTo>
                    <a:pt x="3050077" y="864125"/>
                  </a:lnTo>
                  <a:lnTo>
                    <a:pt x="2994970" y="908420"/>
                  </a:lnTo>
                  <a:lnTo>
                    <a:pt x="2931276" y="950666"/>
                  </a:lnTo>
                  <a:lnTo>
                    <a:pt x="2896346" y="970967"/>
                  </a:lnTo>
                  <a:lnTo>
                    <a:pt x="2859436" y="990691"/>
                  </a:lnTo>
                  <a:lnTo>
                    <a:pt x="2820599" y="1009817"/>
                  </a:lnTo>
                  <a:lnTo>
                    <a:pt x="2779892" y="1028324"/>
                  </a:lnTo>
                  <a:lnTo>
                    <a:pt x="2737369" y="1046190"/>
                  </a:lnTo>
                  <a:lnTo>
                    <a:pt x="2693086" y="1063393"/>
                  </a:lnTo>
                  <a:lnTo>
                    <a:pt x="2647098" y="1079913"/>
                  </a:lnTo>
                  <a:lnTo>
                    <a:pt x="2599459" y="1095727"/>
                  </a:lnTo>
                  <a:lnTo>
                    <a:pt x="2550226" y="1110814"/>
                  </a:lnTo>
                  <a:lnTo>
                    <a:pt x="2499454" y="1125154"/>
                  </a:lnTo>
                  <a:lnTo>
                    <a:pt x="2447197" y="1138723"/>
                  </a:lnTo>
                  <a:lnTo>
                    <a:pt x="2393511" y="1151502"/>
                  </a:lnTo>
                  <a:lnTo>
                    <a:pt x="2338452" y="1163468"/>
                  </a:lnTo>
                  <a:lnTo>
                    <a:pt x="2282073" y="1174600"/>
                  </a:lnTo>
                  <a:lnTo>
                    <a:pt x="2224432" y="1184876"/>
                  </a:lnTo>
                  <a:lnTo>
                    <a:pt x="2165582" y="1194276"/>
                  </a:lnTo>
                  <a:lnTo>
                    <a:pt x="2105579" y="1202777"/>
                  </a:lnTo>
                  <a:lnTo>
                    <a:pt x="2044478" y="1210359"/>
                  </a:lnTo>
                  <a:lnTo>
                    <a:pt x="1982334" y="1216999"/>
                  </a:lnTo>
                  <a:lnTo>
                    <a:pt x="1919204" y="1222676"/>
                  </a:lnTo>
                  <a:lnTo>
                    <a:pt x="1855141" y="1227369"/>
                  </a:lnTo>
                  <a:lnTo>
                    <a:pt x="1790201" y="1231057"/>
                  </a:lnTo>
                  <a:lnTo>
                    <a:pt x="1724439" y="1233718"/>
                  </a:lnTo>
                  <a:lnTo>
                    <a:pt x="1657911" y="1235330"/>
                  </a:lnTo>
                  <a:lnTo>
                    <a:pt x="1590671" y="1235872"/>
                  </a:lnTo>
                  <a:lnTo>
                    <a:pt x="1523432" y="1235330"/>
                  </a:lnTo>
                  <a:lnTo>
                    <a:pt x="1456904" y="1233718"/>
                  </a:lnTo>
                  <a:lnTo>
                    <a:pt x="1391142" y="1231057"/>
                  </a:lnTo>
                  <a:lnTo>
                    <a:pt x="1326202" y="1227369"/>
                  </a:lnTo>
                  <a:lnTo>
                    <a:pt x="1262139" y="1222676"/>
                  </a:lnTo>
                  <a:lnTo>
                    <a:pt x="1199008" y="1216999"/>
                  </a:lnTo>
                  <a:lnTo>
                    <a:pt x="1136865" y="1210359"/>
                  </a:lnTo>
                  <a:lnTo>
                    <a:pt x="1075764" y="1202777"/>
                  </a:lnTo>
                  <a:lnTo>
                    <a:pt x="1015761" y="1194276"/>
                  </a:lnTo>
                  <a:lnTo>
                    <a:pt x="956911" y="1184876"/>
                  </a:lnTo>
                  <a:lnTo>
                    <a:pt x="899269" y="1174600"/>
                  </a:lnTo>
                  <a:lnTo>
                    <a:pt x="842891" y="1163468"/>
                  </a:lnTo>
                  <a:lnTo>
                    <a:pt x="787831" y="1151502"/>
                  </a:lnTo>
                  <a:lnTo>
                    <a:pt x="734145" y="1138723"/>
                  </a:lnTo>
                  <a:lnTo>
                    <a:pt x="681889" y="1125154"/>
                  </a:lnTo>
                  <a:lnTo>
                    <a:pt x="631116" y="1110814"/>
                  </a:lnTo>
                  <a:lnTo>
                    <a:pt x="581883" y="1095727"/>
                  </a:lnTo>
                  <a:lnTo>
                    <a:pt x="534245" y="1079913"/>
                  </a:lnTo>
                  <a:lnTo>
                    <a:pt x="488257" y="1063393"/>
                  </a:lnTo>
                  <a:lnTo>
                    <a:pt x="443974" y="1046190"/>
                  </a:lnTo>
                  <a:lnTo>
                    <a:pt x="401451" y="1028324"/>
                  </a:lnTo>
                  <a:lnTo>
                    <a:pt x="360743" y="1009817"/>
                  </a:lnTo>
                  <a:lnTo>
                    <a:pt x="321907" y="990691"/>
                  </a:lnTo>
                  <a:lnTo>
                    <a:pt x="284996" y="970967"/>
                  </a:lnTo>
                  <a:lnTo>
                    <a:pt x="250067" y="950666"/>
                  </a:lnTo>
                  <a:lnTo>
                    <a:pt x="217174" y="929810"/>
                  </a:lnTo>
                  <a:lnTo>
                    <a:pt x="157718" y="886518"/>
                  </a:lnTo>
                  <a:lnTo>
                    <a:pt x="107071" y="841263"/>
                  </a:lnTo>
                  <a:lnTo>
                    <a:pt x="65673" y="794217"/>
                  </a:lnTo>
                  <a:lnTo>
                    <a:pt x="33966" y="745550"/>
                  </a:lnTo>
                  <a:lnTo>
                    <a:pt x="12393" y="695436"/>
                  </a:lnTo>
                  <a:lnTo>
                    <a:pt x="1395" y="644044"/>
                  </a:lnTo>
                  <a:lnTo>
                    <a:pt x="0" y="6179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21212" y="2127854"/>
            <a:ext cx="1710055" cy="53155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95885">
              <a:lnSpc>
                <a:spcPts val="1939"/>
              </a:lnSpc>
              <a:spcBef>
                <a:spcPts val="345"/>
              </a:spcBef>
            </a:pPr>
            <a:r>
              <a:rPr sz="1800" b="1" spc="-75" dirty="0" err="1">
                <a:latin typeface="Trebuchet MS"/>
                <a:cs typeface="Trebuchet MS"/>
              </a:rPr>
              <a:t>Struktur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Teks</a:t>
            </a:r>
            <a:endParaRPr sz="1800" dirty="0">
              <a:latin typeface="Trebuchet MS"/>
              <a:cs typeface="Trebuchet MS"/>
            </a:endParaRPr>
          </a:p>
          <a:p>
            <a:pPr marL="402590">
              <a:lnSpc>
                <a:spcPts val="1920"/>
              </a:lnSpc>
            </a:pPr>
            <a:r>
              <a:rPr sz="1800" b="1" spc="-10" dirty="0">
                <a:latin typeface="Trebuchet MS"/>
                <a:cs typeface="Trebuchet MS"/>
              </a:rPr>
              <a:t>Deskripsi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29667" y="2965479"/>
            <a:ext cx="4906645" cy="2675255"/>
            <a:chOff x="3929667" y="2965479"/>
            <a:chExt cx="4906645" cy="2675255"/>
          </a:xfrm>
        </p:grpSpPr>
        <p:sp>
          <p:nvSpPr>
            <p:cNvPr id="28" name="object 28"/>
            <p:cNvSpPr/>
            <p:nvPr/>
          </p:nvSpPr>
          <p:spPr>
            <a:xfrm>
              <a:off x="6391262" y="3324218"/>
              <a:ext cx="872490" cy="872490"/>
            </a:xfrm>
            <a:custGeom>
              <a:avLst/>
              <a:gdLst/>
              <a:ahLst/>
              <a:cxnLst/>
              <a:rect l="l" t="t" r="r" b="b"/>
              <a:pathLst>
                <a:path w="872490" h="872489">
                  <a:moveTo>
                    <a:pt x="0" y="0"/>
                  </a:moveTo>
                  <a:lnTo>
                    <a:pt x="871973" y="871973"/>
                  </a:lnTo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51560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749" y="43774"/>
                  </a:moveTo>
                  <a:lnTo>
                    <a:pt x="0" y="23349"/>
                  </a:lnTo>
                  <a:lnTo>
                    <a:pt x="23349" y="0"/>
                  </a:lnTo>
                  <a:lnTo>
                    <a:pt x="43749" y="4377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51560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0" y="23349"/>
                  </a:moveTo>
                  <a:lnTo>
                    <a:pt x="43749" y="43774"/>
                  </a:lnTo>
                  <a:lnTo>
                    <a:pt x="23349" y="0"/>
                  </a:lnTo>
                  <a:lnTo>
                    <a:pt x="0" y="23349"/>
                  </a:lnTo>
                  <a:close/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91262" y="3324218"/>
              <a:ext cx="872490" cy="872490"/>
            </a:xfrm>
            <a:custGeom>
              <a:avLst/>
              <a:gdLst/>
              <a:ahLst/>
              <a:cxnLst/>
              <a:rect l="l" t="t" r="r" b="b"/>
              <a:pathLst>
                <a:path w="872490" h="872489">
                  <a:moveTo>
                    <a:pt x="0" y="0"/>
                  </a:moveTo>
                  <a:lnTo>
                    <a:pt x="871973" y="871973"/>
                  </a:lnTo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51560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749" y="43774"/>
                  </a:moveTo>
                  <a:lnTo>
                    <a:pt x="0" y="23349"/>
                  </a:lnTo>
                  <a:lnTo>
                    <a:pt x="23349" y="0"/>
                  </a:lnTo>
                  <a:lnTo>
                    <a:pt x="43749" y="4377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51560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0" y="23349"/>
                  </a:moveTo>
                  <a:lnTo>
                    <a:pt x="43749" y="43774"/>
                  </a:lnTo>
                  <a:lnTo>
                    <a:pt x="23349" y="0"/>
                  </a:lnTo>
                  <a:lnTo>
                    <a:pt x="0" y="23349"/>
                  </a:lnTo>
                  <a:close/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76987" y="3324218"/>
              <a:ext cx="872490" cy="872490"/>
            </a:xfrm>
            <a:custGeom>
              <a:avLst/>
              <a:gdLst/>
              <a:ahLst/>
              <a:cxnLst/>
              <a:rect l="l" t="t" r="r" b="b"/>
              <a:pathLst>
                <a:path w="872490" h="872489">
                  <a:moveTo>
                    <a:pt x="0" y="0"/>
                  </a:moveTo>
                  <a:lnTo>
                    <a:pt x="871973" y="871973"/>
                  </a:lnTo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37285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43749" y="43774"/>
                  </a:moveTo>
                  <a:lnTo>
                    <a:pt x="0" y="23349"/>
                  </a:lnTo>
                  <a:lnTo>
                    <a:pt x="23349" y="0"/>
                  </a:lnTo>
                  <a:lnTo>
                    <a:pt x="43749" y="4377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37285" y="4184516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4">
                  <a:moveTo>
                    <a:pt x="0" y="23349"/>
                  </a:moveTo>
                  <a:lnTo>
                    <a:pt x="43749" y="43774"/>
                  </a:lnTo>
                  <a:lnTo>
                    <a:pt x="23349" y="0"/>
                  </a:lnTo>
                  <a:lnTo>
                    <a:pt x="0" y="23349"/>
                  </a:lnTo>
                  <a:close/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9667" y="3151721"/>
              <a:ext cx="1081827" cy="8137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7766" y="3164418"/>
              <a:ext cx="1005647" cy="73752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912" y="2965479"/>
              <a:ext cx="595808" cy="10787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9012" y="2978194"/>
              <a:ext cx="519598" cy="100252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84309" y="3175108"/>
              <a:ext cx="1051600" cy="98958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27409" y="3192793"/>
              <a:ext cx="965398" cy="90339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827409" y="3192793"/>
              <a:ext cx="965835" cy="903605"/>
            </a:xfrm>
            <a:custGeom>
              <a:avLst/>
              <a:gdLst/>
              <a:ahLst/>
              <a:cxnLst/>
              <a:rect l="l" t="t" r="r" b="b"/>
              <a:pathLst>
                <a:path w="965834" h="903604">
                  <a:moveTo>
                    <a:pt x="965398" y="24799"/>
                  </a:moveTo>
                  <a:lnTo>
                    <a:pt x="940623" y="416899"/>
                  </a:lnTo>
                  <a:lnTo>
                    <a:pt x="867148" y="333524"/>
                  </a:lnTo>
                  <a:lnTo>
                    <a:pt x="220399" y="903398"/>
                  </a:lnTo>
                  <a:lnTo>
                    <a:pt x="0" y="653273"/>
                  </a:lnTo>
                  <a:lnTo>
                    <a:pt x="646773" y="83374"/>
                  </a:lnTo>
                  <a:lnTo>
                    <a:pt x="573298" y="0"/>
                  </a:lnTo>
                  <a:lnTo>
                    <a:pt x="965398" y="24799"/>
                  </a:lnTo>
                  <a:close/>
                </a:path>
              </a:pathLst>
            </a:custGeom>
            <a:ln w="9999">
              <a:solidFill>
                <a:srgbClr val="DF52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0559" y="4785575"/>
              <a:ext cx="782520" cy="8300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38659" y="4798265"/>
              <a:ext cx="706323" cy="75382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688915" y="4950890"/>
              <a:ext cx="727075" cy="680085"/>
            </a:xfrm>
            <a:custGeom>
              <a:avLst/>
              <a:gdLst/>
              <a:ahLst/>
              <a:cxnLst/>
              <a:rect l="l" t="t" r="r" b="b"/>
              <a:pathLst>
                <a:path w="727075" h="680085">
                  <a:moveTo>
                    <a:pt x="369174" y="679898"/>
                  </a:moveTo>
                  <a:lnTo>
                    <a:pt x="0" y="649248"/>
                  </a:lnTo>
                  <a:lnTo>
                    <a:pt x="30649" y="280074"/>
                  </a:lnTo>
                  <a:lnTo>
                    <a:pt x="98349" y="360049"/>
                  </a:lnTo>
                  <a:lnTo>
                    <a:pt x="523623" y="0"/>
                  </a:lnTo>
                  <a:lnTo>
                    <a:pt x="726723" y="239874"/>
                  </a:lnTo>
                  <a:lnTo>
                    <a:pt x="301474" y="599948"/>
                  </a:lnTo>
                  <a:lnTo>
                    <a:pt x="369174" y="679898"/>
                  </a:lnTo>
                  <a:close/>
                </a:path>
              </a:pathLst>
            </a:custGeom>
            <a:solidFill>
              <a:srgbClr val="808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88915" y="4950890"/>
              <a:ext cx="727075" cy="680085"/>
            </a:xfrm>
            <a:custGeom>
              <a:avLst/>
              <a:gdLst/>
              <a:ahLst/>
              <a:cxnLst/>
              <a:rect l="l" t="t" r="r" b="b"/>
              <a:pathLst>
                <a:path w="727075" h="680085">
                  <a:moveTo>
                    <a:pt x="0" y="649248"/>
                  </a:moveTo>
                  <a:lnTo>
                    <a:pt x="30649" y="280074"/>
                  </a:lnTo>
                  <a:lnTo>
                    <a:pt x="98349" y="360049"/>
                  </a:lnTo>
                  <a:lnTo>
                    <a:pt x="523623" y="0"/>
                  </a:lnTo>
                  <a:lnTo>
                    <a:pt x="726723" y="239874"/>
                  </a:lnTo>
                  <a:lnTo>
                    <a:pt x="301474" y="599948"/>
                  </a:lnTo>
                  <a:lnTo>
                    <a:pt x="369174" y="679898"/>
                  </a:lnTo>
                  <a:lnTo>
                    <a:pt x="0" y="649248"/>
                  </a:lnTo>
                  <a:close/>
                </a:path>
              </a:pathLst>
            </a:custGeom>
            <a:ln w="19049">
              <a:solidFill>
                <a:srgbClr val="5D5D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6022" y="595577"/>
            <a:ext cx="9502140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0" dirty="0" err="1">
                <a:latin typeface="Arial Black"/>
                <a:cs typeface="Arial Black"/>
              </a:rPr>
              <a:t>Definisi</a:t>
            </a:r>
            <a:r>
              <a:rPr b="0" dirty="0">
                <a:latin typeface="Arial Black"/>
                <a:cs typeface="Arial Black"/>
              </a:rPr>
              <a:t>,</a:t>
            </a:r>
            <a:r>
              <a:rPr b="0" spc="-75" dirty="0">
                <a:latin typeface="Arial Black"/>
                <a:cs typeface="Arial Black"/>
              </a:rPr>
              <a:t> </a:t>
            </a:r>
            <a:r>
              <a:rPr b="0" dirty="0">
                <a:latin typeface="Arial Black"/>
                <a:cs typeface="Arial Black"/>
              </a:rPr>
              <a:t>Ciri,</a:t>
            </a:r>
            <a:r>
              <a:rPr b="0" spc="-75" dirty="0">
                <a:latin typeface="Arial Black"/>
                <a:cs typeface="Arial Black"/>
              </a:rPr>
              <a:t> </a:t>
            </a:r>
            <a:r>
              <a:rPr b="0" dirty="0">
                <a:latin typeface="Arial Black"/>
                <a:cs typeface="Arial Black"/>
              </a:rPr>
              <a:t>dan</a:t>
            </a:r>
            <a:r>
              <a:rPr b="0" spc="-85" dirty="0">
                <a:latin typeface="Arial Black"/>
                <a:cs typeface="Arial Black"/>
              </a:rPr>
              <a:t> </a:t>
            </a:r>
            <a:r>
              <a:rPr b="0" dirty="0">
                <a:latin typeface="Arial Black"/>
                <a:cs typeface="Arial Black"/>
              </a:rPr>
              <a:t>Jenis</a:t>
            </a:r>
            <a:r>
              <a:rPr b="0" spc="-80" dirty="0">
                <a:latin typeface="Arial Black"/>
                <a:cs typeface="Arial Black"/>
              </a:rPr>
              <a:t> </a:t>
            </a:r>
            <a:r>
              <a:rPr b="0" spc="-20" dirty="0">
                <a:latin typeface="Arial Black"/>
                <a:cs typeface="Arial Black"/>
              </a:rPr>
              <a:t>Teks </a:t>
            </a:r>
            <a:r>
              <a:rPr b="0" spc="-10" dirty="0">
                <a:latin typeface="Arial Black"/>
                <a:cs typeface="Arial Black"/>
              </a:rPr>
              <a:t>Deskripsi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4485" y="1896865"/>
            <a:ext cx="5819140" cy="220472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91770" indent="-191770">
              <a:lnSpc>
                <a:spcPct val="100000"/>
              </a:lnSpc>
              <a:spcBef>
                <a:spcPts val="1019"/>
              </a:spcBef>
              <a:buClr>
                <a:srgbClr val="A5B626"/>
              </a:buClr>
              <a:buSzPct val="67500"/>
              <a:buFont typeface="Trebuchet MS"/>
              <a:buChar char="•"/>
              <a:tabLst>
                <a:tab pos="191770" algn="l"/>
              </a:tabLst>
            </a:pPr>
            <a:r>
              <a:rPr sz="4000" spc="-2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Pengertian</a:t>
            </a:r>
            <a:r>
              <a:rPr sz="4000" spc="-9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</a:t>
            </a:r>
            <a:r>
              <a:rPr sz="4000" spc="-9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7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1770" indent="-191770">
              <a:lnSpc>
                <a:spcPct val="100000"/>
              </a:lnSpc>
              <a:spcBef>
                <a:spcPts val="919"/>
              </a:spcBef>
              <a:buClr>
                <a:srgbClr val="A5B626"/>
              </a:buClr>
              <a:buSzPct val="67500"/>
              <a:buFont typeface="Trebuchet MS"/>
              <a:buChar char="•"/>
              <a:tabLst>
                <a:tab pos="191770" algn="l"/>
              </a:tabLst>
            </a:pPr>
            <a:r>
              <a:rPr lang="en-US" sz="4000" spc="-3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Ciri- </a:t>
            </a:r>
            <a:r>
              <a:rPr lang="en-US" sz="4000" spc="-315" dirty="0" err="1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ciri</a:t>
            </a:r>
            <a:r>
              <a:rPr lang="en-US" sz="4000" spc="-3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</a:t>
            </a:r>
            <a:r>
              <a:rPr sz="4000" spc="-12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7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1770" indent="-191770">
              <a:lnSpc>
                <a:spcPct val="100000"/>
              </a:lnSpc>
              <a:spcBef>
                <a:spcPts val="920"/>
              </a:spcBef>
              <a:buClr>
                <a:srgbClr val="A5B626"/>
              </a:buClr>
              <a:buSzPct val="67500"/>
              <a:buFont typeface="Trebuchet MS"/>
              <a:buChar char="•"/>
              <a:tabLst>
                <a:tab pos="191770" algn="l"/>
              </a:tabLst>
            </a:pPr>
            <a:r>
              <a:rPr sz="4000" spc="-254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sz="4000" spc="-13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1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Teks</a:t>
            </a:r>
            <a:r>
              <a:rPr sz="4000" spc="-130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5" dirty="0">
                <a:solidFill>
                  <a:srgbClr val="00A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1042" y="1130639"/>
            <a:ext cx="66522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920" algn="l"/>
              </a:tabLst>
            </a:pPr>
            <a:r>
              <a:rPr sz="4800" spc="-110" dirty="0">
                <a:latin typeface="Times New Roman"/>
                <a:cs typeface="Times New Roman"/>
              </a:rPr>
              <a:t>Pengertian</a:t>
            </a:r>
            <a:r>
              <a:rPr sz="4800" spc="-114" dirty="0">
                <a:latin typeface="Times New Roman"/>
                <a:cs typeface="Times New Roman"/>
              </a:rPr>
              <a:t> </a:t>
            </a:r>
            <a:r>
              <a:rPr sz="4800" spc="-20" dirty="0">
                <a:latin typeface="Times New Roman"/>
                <a:cs typeface="Times New Roman"/>
              </a:rPr>
              <a:t>Teks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130" dirty="0">
                <a:latin typeface="Times New Roman"/>
                <a:cs typeface="Times New Roman"/>
              </a:rPr>
              <a:t>Deskripsi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0797" y="2481917"/>
            <a:ext cx="9157335" cy="320344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Arial Black"/>
                <a:cs typeface="Arial Black"/>
              </a:rPr>
              <a:t>Teks</a:t>
            </a:r>
            <a:r>
              <a:rPr sz="2800" spc="-6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yang</a:t>
            </a:r>
            <a:r>
              <a:rPr sz="2800" spc="-6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menggambarkan</a:t>
            </a:r>
            <a:r>
              <a:rPr sz="2800" spc="-6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secara</a:t>
            </a:r>
            <a:r>
              <a:rPr sz="2800" spc="-6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jelas</a:t>
            </a:r>
            <a:r>
              <a:rPr sz="2800" spc="-6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objek, </a:t>
            </a:r>
            <a:r>
              <a:rPr sz="2800" dirty="0">
                <a:latin typeface="Arial Black"/>
                <a:cs typeface="Arial Black"/>
              </a:rPr>
              <a:t>tempat,</a:t>
            </a:r>
            <a:r>
              <a:rPr sz="2800" spc="-7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atau</a:t>
            </a:r>
            <a:r>
              <a:rPr sz="2800" spc="-6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peristiwa</a:t>
            </a:r>
            <a:r>
              <a:rPr sz="2800" spc="-7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yang</a:t>
            </a:r>
            <a:r>
              <a:rPr sz="2800" spc="-6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sedang</a:t>
            </a:r>
            <a:r>
              <a:rPr sz="2800" spc="-7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menjadi </a:t>
            </a:r>
            <a:r>
              <a:rPr sz="2800" dirty="0">
                <a:latin typeface="Arial Black"/>
                <a:cs typeface="Arial Black"/>
              </a:rPr>
              <a:t>topik</a:t>
            </a:r>
            <a:r>
              <a:rPr sz="2800" spc="-5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kepada</a:t>
            </a:r>
            <a:r>
              <a:rPr sz="2800" spc="-5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pembaca</a:t>
            </a:r>
            <a:r>
              <a:rPr sz="2800" spc="-5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sehingga</a:t>
            </a:r>
            <a:r>
              <a:rPr sz="2800" spc="-5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pembaca seolah-</a:t>
            </a:r>
            <a:r>
              <a:rPr sz="2800" dirty="0">
                <a:latin typeface="Arial Black"/>
                <a:cs typeface="Arial Black"/>
              </a:rPr>
              <a:t>olah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merasakan langsung</a:t>
            </a:r>
            <a:r>
              <a:rPr sz="2800" spc="-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apa </a:t>
            </a:r>
            <a:r>
              <a:rPr sz="2800" spc="-20" dirty="0">
                <a:latin typeface="Arial Black"/>
                <a:cs typeface="Arial Black"/>
              </a:rPr>
              <a:t>yang </a:t>
            </a:r>
            <a:r>
              <a:rPr sz="2800" dirty="0">
                <a:latin typeface="Arial Black"/>
                <a:cs typeface="Arial Black"/>
              </a:rPr>
              <a:t>sedang</a:t>
            </a:r>
            <a:r>
              <a:rPr sz="2800" spc="-3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diungkapkan</a:t>
            </a:r>
            <a:r>
              <a:rPr sz="2800" spc="-2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dalam</a:t>
            </a:r>
            <a:r>
              <a:rPr sz="2800" spc="-2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teks</a:t>
            </a:r>
            <a:r>
              <a:rPr sz="2800" spc="-20" dirty="0">
                <a:latin typeface="Arial Black"/>
                <a:cs typeface="Arial Black"/>
              </a:rPr>
              <a:t> </a:t>
            </a:r>
            <a:r>
              <a:rPr sz="2800" spc="-10" dirty="0" err="1">
                <a:latin typeface="Arial Black"/>
                <a:cs typeface="Arial Black"/>
              </a:rPr>
              <a:t>tersebut</a:t>
            </a:r>
            <a:r>
              <a:rPr sz="2800" spc="-10" dirty="0">
                <a:latin typeface="Arial Black"/>
                <a:cs typeface="Arial Black"/>
              </a:rPr>
              <a:t>.</a:t>
            </a:r>
            <a:endParaRPr lang="en-US" sz="2800" spc="-10" dirty="0">
              <a:latin typeface="Arial Black"/>
              <a:cs typeface="Arial Black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en-ID" sz="2800" spc="-10" dirty="0" err="1">
                <a:latin typeface="Arial Black"/>
                <a:cs typeface="Arial Black"/>
              </a:rPr>
              <a:t>Tujuanya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untuk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menjelaskan</a:t>
            </a:r>
            <a:r>
              <a:rPr lang="en-ID" sz="2800" spc="-10" dirty="0">
                <a:latin typeface="Arial Black"/>
                <a:cs typeface="Arial Black"/>
              </a:rPr>
              <a:t>, </a:t>
            </a:r>
            <a:r>
              <a:rPr lang="en-ID" sz="2800" spc="-10" dirty="0" err="1">
                <a:latin typeface="Arial Black"/>
                <a:cs typeface="Arial Black"/>
              </a:rPr>
              <a:t>menggambarkan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atau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mengungkapkan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seseorang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atau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suatu</a:t>
            </a:r>
            <a:r>
              <a:rPr lang="en-ID" sz="2800" spc="-10" dirty="0">
                <a:latin typeface="Arial Black"/>
                <a:cs typeface="Arial Black"/>
              </a:rPr>
              <a:t> </a:t>
            </a:r>
            <a:r>
              <a:rPr lang="en-ID" sz="2800" spc="-10" dirty="0" err="1">
                <a:latin typeface="Arial Black"/>
                <a:cs typeface="Arial Black"/>
              </a:rPr>
              <a:t>benda</a:t>
            </a:r>
            <a:r>
              <a:rPr lang="en-ID" sz="2800" spc="-10" dirty="0">
                <a:latin typeface="Arial Black"/>
                <a:cs typeface="Arial Black"/>
              </a:rPr>
              <a:t>. </a:t>
            </a:r>
            <a:endParaRPr sz="28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Arial Black"/>
                <a:cs typeface="Arial Black"/>
              </a:rPr>
              <a:t>Ciri-Ciri</a:t>
            </a:r>
            <a:r>
              <a:rPr b="0" spc="-170" dirty="0">
                <a:latin typeface="Arial Black"/>
                <a:cs typeface="Arial Black"/>
              </a:rPr>
              <a:t> </a:t>
            </a:r>
            <a:r>
              <a:rPr b="0" spc="-10" dirty="0">
                <a:latin typeface="Arial Black"/>
                <a:cs typeface="Arial Black"/>
              </a:rPr>
              <a:t>Teks</a:t>
            </a:r>
            <a:r>
              <a:rPr b="0" spc="-170" dirty="0">
                <a:latin typeface="Arial Black"/>
                <a:cs typeface="Arial Black"/>
              </a:rPr>
              <a:t> </a:t>
            </a:r>
            <a:r>
              <a:rPr b="0" spc="-10" dirty="0">
                <a:latin typeface="Arial Black"/>
                <a:cs typeface="Arial Black"/>
              </a:rPr>
              <a:t>Deskripsi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4460" y="1900525"/>
            <a:ext cx="7701280" cy="24231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235"/>
              </a:spcBef>
              <a:buClr>
                <a:srgbClr val="A5B626"/>
              </a:buClr>
              <a:buSzPct val="79545"/>
              <a:buFont typeface="Arial"/>
              <a:buChar char="•"/>
              <a:tabLst>
                <a:tab pos="182245" algn="l"/>
              </a:tabLst>
            </a:pPr>
            <a:r>
              <a:rPr sz="2200" dirty="0">
                <a:latin typeface="Arial Black"/>
                <a:cs typeface="Arial Black"/>
              </a:rPr>
              <a:t>Menggambarkan</a:t>
            </a:r>
            <a:r>
              <a:rPr sz="2200" spc="-3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atau</a:t>
            </a:r>
            <a:r>
              <a:rPr sz="2200" spc="-2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melukiskan</a:t>
            </a:r>
            <a:r>
              <a:rPr sz="2200" spc="-25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sesuatu</a:t>
            </a:r>
            <a:endParaRPr sz="2200">
              <a:latin typeface="Arial Black"/>
              <a:cs typeface="Arial Black"/>
            </a:endParaRPr>
          </a:p>
          <a:p>
            <a:pPr marL="182245" indent="-169545">
              <a:lnSpc>
                <a:spcPct val="100000"/>
              </a:lnSpc>
              <a:spcBef>
                <a:spcPts val="1135"/>
              </a:spcBef>
              <a:buClr>
                <a:srgbClr val="A5B626"/>
              </a:buClr>
              <a:buSzPct val="79545"/>
              <a:buFont typeface="Arial"/>
              <a:buChar char="•"/>
              <a:tabLst>
                <a:tab pos="182245" algn="l"/>
              </a:tabLst>
            </a:pPr>
            <a:r>
              <a:rPr sz="2200" dirty="0">
                <a:latin typeface="Arial Black"/>
                <a:cs typeface="Arial Black"/>
              </a:rPr>
              <a:t>Melibatkan</a:t>
            </a:r>
            <a:r>
              <a:rPr sz="2200" spc="-4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kesan</a:t>
            </a:r>
            <a:r>
              <a:rPr sz="2200" spc="-4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indra,</a:t>
            </a:r>
            <a:r>
              <a:rPr sz="2200" spc="-4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gambaran</a:t>
            </a:r>
            <a:r>
              <a:rPr sz="2200" spc="-4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objek</a:t>
            </a:r>
            <a:r>
              <a:rPr sz="2200" spc="-35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jelas</a:t>
            </a:r>
            <a:endParaRPr sz="2200">
              <a:latin typeface="Arial Black"/>
              <a:cs typeface="Arial Black"/>
            </a:endParaRPr>
          </a:p>
          <a:p>
            <a:pPr marL="182245" indent="-169545">
              <a:lnSpc>
                <a:spcPct val="100000"/>
              </a:lnSpc>
              <a:spcBef>
                <a:spcPts val="1135"/>
              </a:spcBef>
              <a:buClr>
                <a:srgbClr val="A5B626"/>
              </a:buClr>
              <a:buSzPct val="79545"/>
              <a:buFont typeface="Arial"/>
              <a:buChar char="•"/>
              <a:tabLst>
                <a:tab pos="182245" algn="l"/>
              </a:tabLst>
            </a:pPr>
            <a:r>
              <a:rPr sz="2200" dirty="0">
                <a:latin typeface="Arial Black"/>
                <a:cs typeface="Arial Black"/>
              </a:rPr>
              <a:t>Membuat</a:t>
            </a:r>
            <a:r>
              <a:rPr sz="2200" spc="-5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pembaca/pendengar</a:t>
            </a:r>
            <a:r>
              <a:rPr sz="2200" spc="-5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merasakan</a:t>
            </a:r>
            <a:r>
              <a:rPr sz="2200" spc="-50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sendiri</a:t>
            </a:r>
            <a:endParaRPr sz="2200">
              <a:latin typeface="Arial Black"/>
              <a:cs typeface="Arial Black"/>
            </a:endParaRPr>
          </a:p>
          <a:p>
            <a:pPr marL="182245" indent="-169545">
              <a:lnSpc>
                <a:spcPct val="100000"/>
              </a:lnSpc>
              <a:spcBef>
                <a:spcPts val="1135"/>
              </a:spcBef>
              <a:buClr>
                <a:srgbClr val="A5B626"/>
              </a:buClr>
              <a:buSzPct val="79545"/>
              <a:buFont typeface="Arial"/>
              <a:buChar char="•"/>
              <a:tabLst>
                <a:tab pos="182245" algn="l"/>
              </a:tabLst>
            </a:pPr>
            <a:r>
              <a:rPr sz="2200" dirty="0">
                <a:latin typeface="Arial Black"/>
                <a:cs typeface="Arial Black"/>
              </a:rPr>
              <a:t>Bahasa</a:t>
            </a:r>
            <a:r>
              <a:rPr sz="2200" spc="-2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baku</a:t>
            </a:r>
            <a:r>
              <a:rPr sz="2200" spc="-2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dan</a:t>
            </a:r>
            <a:r>
              <a:rPr sz="2200" spc="-20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ilmiah</a:t>
            </a:r>
            <a:endParaRPr sz="2200">
              <a:latin typeface="Arial Black"/>
              <a:cs typeface="Arial Black"/>
            </a:endParaRPr>
          </a:p>
          <a:p>
            <a:pPr marL="182245" indent="-169545">
              <a:lnSpc>
                <a:spcPct val="100000"/>
              </a:lnSpc>
              <a:spcBef>
                <a:spcPts val="1140"/>
              </a:spcBef>
              <a:buClr>
                <a:srgbClr val="A5B626"/>
              </a:buClr>
              <a:buSzPct val="79545"/>
              <a:buFont typeface="Arial"/>
              <a:buChar char="•"/>
              <a:tabLst>
                <a:tab pos="182245" algn="l"/>
              </a:tabLst>
            </a:pPr>
            <a:r>
              <a:rPr sz="2200" dirty="0">
                <a:latin typeface="Arial Black"/>
                <a:cs typeface="Arial Black"/>
              </a:rPr>
              <a:t>Menjelaskan</a:t>
            </a:r>
            <a:r>
              <a:rPr sz="2200" spc="-30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ciri-</a:t>
            </a:r>
            <a:r>
              <a:rPr sz="2200" dirty="0">
                <a:latin typeface="Arial Black"/>
                <a:cs typeface="Arial Black"/>
              </a:rPr>
              <a:t>ciri</a:t>
            </a:r>
            <a:r>
              <a:rPr sz="2200" spc="-3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objek</a:t>
            </a:r>
            <a:r>
              <a:rPr sz="2200" spc="-25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secara</a:t>
            </a:r>
            <a:r>
              <a:rPr sz="2200" spc="-30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terperinci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2394" y="209186"/>
            <a:ext cx="57067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0" dirty="0">
                <a:latin typeface="Arial Black"/>
                <a:cs typeface="Arial Black"/>
              </a:rPr>
              <a:t>Jenis</a:t>
            </a:r>
            <a:r>
              <a:rPr sz="3950" b="0" spc="-190" dirty="0">
                <a:latin typeface="Arial Black"/>
                <a:cs typeface="Arial Black"/>
              </a:rPr>
              <a:t> </a:t>
            </a:r>
            <a:r>
              <a:rPr sz="3950" b="0" dirty="0">
                <a:latin typeface="Arial Black"/>
                <a:cs typeface="Arial Black"/>
              </a:rPr>
              <a:t>Teks</a:t>
            </a:r>
            <a:r>
              <a:rPr sz="3950" b="0" spc="-190" dirty="0">
                <a:latin typeface="Arial Black"/>
                <a:cs typeface="Arial Black"/>
              </a:rPr>
              <a:t> </a:t>
            </a:r>
            <a:r>
              <a:rPr sz="3950" b="0" spc="-10" dirty="0">
                <a:latin typeface="Arial Black"/>
                <a:cs typeface="Arial Black"/>
              </a:rPr>
              <a:t>Deskripsi</a:t>
            </a:r>
            <a:endParaRPr sz="395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7160" y="2793202"/>
            <a:ext cx="34480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5"/>
              </a:lnSpc>
            </a:pPr>
            <a:r>
              <a:rPr sz="1750" b="1" dirty="0">
                <a:solidFill>
                  <a:srgbClr val="A5B626"/>
                </a:solidFill>
                <a:latin typeface="Trebuchet MS"/>
                <a:cs typeface="Trebuchet MS"/>
              </a:rPr>
              <a:t>•</a:t>
            </a:r>
            <a:r>
              <a:rPr sz="1750" b="1" spc="-110" dirty="0">
                <a:solidFill>
                  <a:srgbClr val="A5B626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A5B626"/>
                </a:solidFill>
                <a:latin typeface="Trebuchet MS"/>
                <a:cs typeface="Trebuchet MS"/>
              </a:rPr>
              <a:t>B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507" y="1739451"/>
            <a:ext cx="4581525" cy="177165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2489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60"/>
              </a:spcBef>
            </a:pPr>
            <a:endParaRPr sz="2800">
              <a:latin typeface="Times New Roman"/>
              <a:cs typeface="Times New Roman"/>
            </a:endParaRPr>
          </a:p>
          <a:p>
            <a:pPr marL="1068705">
              <a:lnSpc>
                <a:spcPct val="100000"/>
              </a:lnSpc>
            </a:pPr>
            <a:r>
              <a:rPr sz="2800" spc="-10" dirty="0">
                <a:latin typeface="Arial Black"/>
                <a:cs typeface="Arial Black"/>
              </a:rPr>
              <a:t>Eksplanatori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6836" y="1729926"/>
            <a:ext cx="4701540" cy="1812925"/>
            <a:chOff x="6566836" y="1729926"/>
            <a:chExt cx="4701540" cy="1812925"/>
          </a:xfrm>
        </p:grpSpPr>
        <p:sp>
          <p:nvSpPr>
            <p:cNvPr id="6" name="object 6"/>
            <p:cNvSpPr/>
            <p:nvPr/>
          </p:nvSpPr>
          <p:spPr>
            <a:xfrm>
              <a:off x="6576361" y="1739451"/>
              <a:ext cx="4682490" cy="1793875"/>
            </a:xfrm>
            <a:custGeom>
              <a:avLst/>
              <a:gdLst/>
              <a:ahLst/>
              <a:cxnLst/>
              <a:rect l="l" t="t" r="r" b="b"/>
              <a:pathLst>
                <a:path w="4682490" h="1793875">
                  <a:moveTo>
                    <a:pt x="4682165" y="1793266"/>
                  </a:moveTo>
                  <a:lnTo>
                    <a:pt x="0" y="1793266"/>
                  </a:lnTo>
                  <a:lnTo>
                    <a:pt x="0" y="0"/>
                  </a:lnTo>
                  <a:lnTo>
                    <a:pt x="4682165" y="0"/>
                  </a:lnTo>
                  <a:lnTo>
                    <a:pt x="4682165" y="1793266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576361" y="1739451"/>
              <a:ext cx="4682490" cy="1793875"/>
            </a:xfrm>
            <a:custGeom>
              <a:avLst/>
              <a:gdLst/>
              <a:ahLst/>
              <a:cxnLst/>
              <a:rect l="l" t="t" r="r" b="b"/>
              <a:pathLst>
                <a:path w="4682490" h="1793875">
                  <a:moveTo>
                    <a:pt x="0" y="0"/>
                  </a:moveTo>
                  <a:lnTo>
                    <a:pt x="4682165" y="0"/>
                  </a:lnTo>
                  <a:lnTo>
                    <a:pt x="4682165" y="1793266"/>
                  </a:lnTo>
                  <a:lnTo>
                    <a:pt x="0" y="179326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65866" y="2280183"/>
            <a:ext cx="211772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 err="1">
                <a:latin typeface="Arial Black"/>
                <a:cs typeface="Arial Black"/>
              </a:rPr>
              <a:t>Sugesti</a:t>
            </a:r>
            <a:r>
              <a:rPr lang="en-US" sz="2400" spc="-10" dirty="0">
                <a:latin typeface="Arial Black"/>
                <a:cs typeface="Arial Black"/>
              </a:rPr>
              <a:t>/</a:t>
            </a:r>
            <a:r>
              <a:rPr lang="en-US" sz="2400" spc="-10" dirty="0" err="1">
                <a:latin typeface="Arial Black"/>
                <a:cs typeface="Arial Black"/>
              </a:rPr>
              <a:t>imajenasi</a:t>
            </a:r>
            <a:endParaRPr sz="2400" dirty="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80043" y="3594867"/>
            <a:ext cx="478155" cy="927735"/>
            <a:chOff x="3380043" y="3594867"/>
            <a:chExt cx="478155" cy="927735"/>
          </a:xfrm>
        </p:grpSpPr>
        <p:sp>
          <p:nvSpPr>
            <p:cNvPr id="10" name="object 10"/>
            <p:cNvSpPr/>
            <p:nvPr/>
          </p:nvSpPr>
          <p:spPr>
            <a:xfrm>
              <a:off x="3389568" y="3604392"/>
              <a:ext cx="459105" cy="908685"/>
            </a:xfrm>
            <a:custGeom>
              <a:avLst/>
              <a:gdLst/>
              <a:ahLst/>
              <a:cxnLst/>
              <a:rect l="l" t="t" r="r" b="b"/>
              <a:pathLst>
                <a:path w="459104" h="908685">
                  <a:moveTo>
                    <a:pt x="229249" y="908273"/>
                  </a:moveTo>
                  <a:lnTo>
                    <a:pt x="0" y="679023"/>
                  </a:lnTo>
                  <a:lnTo>
                    <a:pt x="114624" y="679023"/>
                  </a:lnTo>
                  <a:lnTo>
                    <a:pt x="114624" y="0"/>
                  </a:lnTo>
                  <a:lnTo>
                    <a:pt x="343899" y="0"/>
                  </a:lnTo>
                  <a:lnTo>
                    <a:pt x="343899" y="679023"/>
                  </a:lnTo>
                  <a:lnTo>
                    <a:pt x="458524" y="679023"/>
                  </a:lnTo>
                  <a:lnTo>
                    <a:pt x="229249" y="908273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89568" y="3604392"/>
              <a:ext cx="459105" cy="908685"/>
            </a:xfrm>
            <a:custGeom>
              <a:avLst/>
              <a:gdLst/>
              <a:ahLst/>
              <a:cxnLst/>
              <a:rect l="l" t="t" r="r" b="b"/>
              <a:pathLst>
                <a:path w="459104" h="908685">
                  <a:moveTo>
                    <a:pt x="0" y="679023"/>
                  </a:moveTo>
                  <a:lnTo>
                    <a:pt x="114624" y="679023"/>
                  </a:lnTo>
                  <a:lnTo>
                    <a:pt x="114624" y="0"/>
                  </a:lnTo>
                  <a:lnTo>
                    <a:pt x="343899" y="0"/>
                  </a:lnTo>
                  <a:lnTo>
                    <a:pt x="343899" y="679023"/>
                  </a:lnTo>
                  <a:lnTo>
                    <a:pt x="458524" y="679023"/>
                  </a:lnTo>
                  <a:lnTo>
                    <a:pt x="229249" y="908273"/>
                  </a:lnTo>
                  <a:lnTo>
                    <a:pt x="0" y="67902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429607" y="3594867"/>
            <a:ext cx="629920" cy="882650"/>
            <a:chOff x="8429607" y="3594867"/>
            <a:chExt cx="629920" cy="882650"/>
          </a:xfrm>
        </p:grpSpPr>
        <p:sp>
          <p:nvSpPr>
            <p:cNvPr id="13" name="object 13"/>
            <p:cNvSpPr/>
            <p:nvPr/>
          </p:nvSpPr>
          <p:spPr>
            <a:xfrm>
              <a:off x="8439132" y="3604392"/>
              <a:ext cx="610870" cy="863600"/>
            </a:xfrm>
            <a:custGeom>
              <a:avLst/>
              <a:gdLst/>
              <a:ahLst/>
              <a:cxnLst/>
              <a:rect l="l" t="t" r="r" b="b"/>
              <a:pathLst>
                <a:path w="610870" h="863600">
                  <a:moveTo>
                    <a:pt x="305299" y="863023"/>
                  </a:moveTo>
                  <a:lnTo>
                    <a:pt x="0" y="557698"/>
                  </a:lnTo>
                  <a:lnTo>
                    <a:pt x="152649" y="557698"/>
                  </a:lnTo>
                  <a:lnTo>
                    <a:pt x="152649" y="0"/>
                  </a:lnTo>
                  <a:lnTo>
                    <a:pt x="457949" y="0"/>
                  </a:lnTo>
                  <a:lnTo>
                    <a:pt x="457949" y="557698"/>
                  </a:lnTo>
                  <a:lnTo>
                    <a:pt x="610598" y="557698"/>
                  </a:lnTo>
                  <a:lnTo>
                    <a:pt x="305299" y="863023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39132" y="3604392"/>
              <a:ext cx="610870" cy="863600"/>
            </a:xfrm>
            <a:custGeom>
              <a:avLst/>
              <a:gdLst/>
              <a:ahLst/>
              <a:cxnLst/>
              <a:rect l="l" t="t" r="r" b="b"/>
              <a:pathLst>
                <a:path w="610870" h="863600">
                  <a:moveTo>
                    <a:pt x="0" y="557698"/>
                  </a:moveTo>
                  <a:lnTo>
                    <a:pt x="152649" y="557698"/>
                  </a:lnTo>
                  <a:lnTo>
                    <a:pt x="152649" y="0"/>
                  </a:lnTo>
                  <a:lnTo>
                    <a:pt x="457949" y="0"/>
                  </a:lnTo>
                  <a:lnTo>
                    <a:pt x="457949" y="557698"/>
                  </a:lnTo>
                  <a:lnTo>
                    <a:pt x="610598" y="557698"/>
                  </a:lnTo>
                  <a:lnTo>
                    <a:pt x="305299" y="863023"/>
                  </a:lnTo>
                  <a:lnTo>
                    <a:pt x="0" y="557698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41117" y="4486266"/>
            <a:ext cx="4754880" cy="195694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algn="l">
              <a:spcBef>
                <a:spcPts val="919"/>
              </a:spcBef>
            </a:pPr>
            <a:r>
              <a:rPr lang="en-ID" sz="2800" b="1" spc="-10" dirty="0" err="1">
                <a:solidFill>
                  <a:srgbClr val="FFFFFF"/>
                </a:solidFill>
                <a:latin typeface="Trebuchet MS"/>
                <a:cs typeface="Trebuchet MS"/>
              </a:rPr>
              <a:t>Berdasarkan</a:t>
            </a:r>
            <a:r>
              <a:rPr lang="en-ID"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D" sz="2800" b="1" spc="-10" dirty="0" err="1">
                <a:solidFill>
                  <a:srgbClr val="FFFFFF"/>
                </a:solidFill>
                <a:latin typeface="Trebuchet MS"/>
                <a:cs typeface="Trebuchet MS"/>
              </a:rPr>
              <a:t>fakta</a:t>
            </a:r>
            <a:r>
              <a:rPr lang="en-ID"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lang="en-ID" sz="2800" b="1" spc="-10" dirty="0" err="1">
                <a:solidFill>
                  <a:srgbClr val="FFFFFF"/>
                </a:solidFill>
                <a:latin typeface="Trebuchet MS"/>
                <a:cs typeface="Trebuchet MS"/>
              </a:rPr>
              <a:t>nyata</a:t>
            </a:r>
            <a:r>
              <a:rPr lang="en-ID"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D" sz="2800" b="1" spc="-20" dirty="0">
                <a:solidFill>
                  <a:srgbClr val="FFFFFF"/>
                </a:solidFill>
                <a:latin typeface="Trebuchet MS"/>
                <a:cs typeface="Trebuchet MS"/>
              </a:rPr>
              <a:t>yang </a:t>
            </a:r>
            <a:r>
              <a:rPr lang="en-ID" sz="2800" b="1" spc="-110" dirty="0" err="1">
                <a:solidFill>
                  <a:srgbClr val="FFFFFF"/>
                </a:solidFill>
                <a:latin typeface="Trebuchet MS"/>
                <a:cs typeface="Trebuchet MS"/>
              </a:rPr>
              <a:t>dilihat</a:t>
            </a:r>
            <a:r>
              <a:rPr lang="en-ID" sz="28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D" sz="2800" b="1" spc="-40" dirty="0" err="1">
                <a:solidFill>
                  <a:srgbClr val="FFFFFF"/>
                </a:solidFill>
                <a:latin typeface="Trebuchet MS"/>
                <a:cs typeface="Trebuchet MS"/>
              </a:rPr>
              <a:t>langsung</a:t>
            </a:r>
            <a:r>
              <a:rPr lang="en-ID" sz="2800" b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D"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oleh</a:t>
            </a:r>
            <a:r>
              <a:rPr lang="en-ID" sz="28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D" sz="2800" b="1" spc="-105" dirty="0" err="1">
                <a:solidFill>
                  <a:srgbClr val="FFFFFF"/>
                </a:solidFill>
                <a:latin typeface="Trebuchet MS"/>
                <a:cs typeface="Trebuchet MS"/>
              </a:rPr>
              <a:t>penulis</a:t>
            </a:r>
            <a:endParaRPr lang="en-ID"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lang="en-ID" sz="28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40511" y="4467416"/>
            <a:ext cx="4518025" cy="195262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1749425" marR="973455" indent="-770890">
              <a:lnSpc>
                <a:spcPct val="100000"/>
              </a:lnSpc>
              <a:spcBef>
                <a:spcPts val="855"/>
              </a:spcBef>
            </a:pPr>
            <a:r>
              <a:rPr sz="2800" b="1" spc="-130" dirty="0">
                <a:solidFill>
                  <a:srgbClr val="FFFFFF"/>
                </a:solidFill>
                <a:latin typeface="Trebuchet MS"/>
                <a:cs typeface="Trebuchet MS"/>
              </a:rPr>
              <a:t>Tempat</a:t>
            </a:r>
            <a:r>
              <a:rPr sz="28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Trebuchet MS"/>
                <a:cs typeface="Trebuchet MS"/>
              </a:rPr>
              <a:t>(Spasial) </a:t>
            </a:r>
            <a:r>
              <a:rPr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Benda Waktu Orang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42863" y="852418"/>
            <a:ext cx="694690" cy="735965"/>
            <a:chOff x="5442863" y="852418"/>
            <a:chExt cx="694690" cy="735965"/>
          </a:xfrm>
        </p:grpSpPr>
        <p:sp>
          <p:nvSpPr>
            <p:cNvPr id="18" name="object 18"/>
            <p:cNvSpPr/>
            <p:nvPr/>
          </p:nvSpPr>
          <p:spPr>
            <a:xfrm>
              <a:off x="5452388" y="861943"/>
              <a:ext cx="675640" cy="716915"/>
            </a:xfrm>
            <a:custGeom>
              <a:avLst/>
              <a:gdLst/>
              <a:ahLst/>
              <a:cxnLst/>
              <a:rect l="l" t="t" r="r" b="b"/>
              <a:pathLst>
                <a:path w="675639" h="716915">
                  <a:moveTo>
                    <a:pt x="20499" y="716721"/>
                  </a:moveTo>
                  <a:lnTo>
                    <a:pt x="0" y="374649"/>
                  </a:lnTo>
                  <a:lnTo>
                    <a:pt x="90649" y="455041"/>
                  </a:lnTo>
                  <a:lnTo>
                    <a:pt x="494224" y="0"/>
                  </a:lnTo>
                  <a:lnTo>
                    <a:pt x="675498" y="160784"/>
                  </a:lnTo>
                  <a:lnTo>
                    <a:pt x="271924" y="615828"/>
                  </a:lnTo>
                  <a:lnTo>
                    <a:pt x="362574" y="696221"/>
                  </a:lnTo>
                  <a:lnTo>
                    <a:pt x="20499" y="716721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52388" y="861943"/>
              <a:ext cx="675640" cy="716915"/>
            </a:xfrm>
            <a:custGeom>
              <a:avLst/>
              <a:gdLst/>
              <a:ahLst/>
              <a:cxnLst/>
              <a:rect l="l" t="t" r="r" b="b"/>
              <a:pathLst>
                <a:path w="675639" h="716915">
                  <a:moveTo>
                    <a:pt x="0" y="374649"/>
                  </a:moveTo>
                  <a:lnTo>
                    <a:pt x="90649" y="455041"/>
                  </a:lnTo>
                  <a:lnTo>
                    <a:pt x="494224" y="0"/>
                  </a:lnTo>
                  <a:lnTo>
                    <a:pt x="675498" y="160784"/>
                  </a:lnTo>
                  <a:lnTo>
                    <a:pt x="271924" y="615828"/>
                  </a:lnTo>
                  <a:lnTo>
                    <a:pt x="362574" y="696221"/>
                  </a:lnTo>
                  <a:lnTo>
                    <a:pt x="20499" y="716721"/>
                  </a:lnTo>
                  <a:lnTo>
                    <a:pt x="0" y="374649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264337" y="922438"/>
            <a:ext cx="1477010" cy="1355725"/>
            <a:chOff x="6264337" y="922438"/>
            <a:chExt cx="1477010" cy="1355725"/>
          </a:xfrm>
        </p:grpSpPr>
        <p:sp>
          <p:nvSpPr>
            <p:cNvPr id="21" name="object 21"/>
            <p:cNvSpPr/>
            <p:nvPr/>
          </p:nvSpPr>
          <p:spPr>
            <a:xfrm>
              <a:off x="6269337" y="1057272"/>
              <a:ext cx="542925" cy="1174750"/>
            </a:xfrm>
            <a:custGeom>
              <a:avLst/>
              <a:gdLst/>
              <a:ahLst/>
              <a:cxnLst/>
              <a:rect l="l" t="t" r="r" b="b"/>
              <a:pathLst>
                <a:path w="542925" h="1174750">
                  <a:moveTo>
                    <a:pt x="0" y="0"/>
                  </a:moveTo>
                  <a:lnTo>
                    <a:pt x="542523" y="1174255"/>
                  </a:lnTo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96861" y="2224600"/>
              <a:ext cx="34290" cy="48260"/>
            </a:xfrm>
            <a:custGeom>
              <a:avLst/>
              <a:gdLst/>
              <a:ahLst/>
              <a:cxnLst/>
              <a:rect l="l" t="t" r="r" b="b"/>
              <a:pathLst>
                <a:path w="34290" h="48260">
                  <a:moveTo>
                    <a:pt x="34049" y="48124"/>
                  </a:moveTo>
                  <a:lnTo>
                    <a:pt x="0" y="13854"/>
                  </a:lnTo>
                  <a:lnTo>
                    <a:pt x="29999" y="0"/>
                  </a:lnTo>
                  <a:lnTo>
                    <a:pt x="34049" y="4812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96861" y="2224600"/>
              <a:ext cx="34290" cy="48260"/>
            </a:xfrm>
            <a:custGeom>
              <a:avLst/>
              <a:gdLst/>
              <a:ahLst/>
              <a:cxnLst/>
              <a:rect l="l" t="t" r="r" b="b"/>
              <a:pathLst>
                <a:path w="34290" h="48260">
                  <a:moveTo>
                    <a:pt x="0" y="13854"/>
                  </a:moveTo>
                  <a:lnTo>
                    <a:pt x="34049" y="48124"/>
                  </a:lnTo>
                  <a:lnTo>
                    <a:pt x="29999" y="0"/>
                  </a:lnTo>
                  <a:lnTo>
                    <a:pt x="0" y="13854"/>
                  </a:lnTo>
                  <a:close/>
                </a:path>
              </a:pathLst>
            </a:custGeom>
            <a:ln w="9999">
              <a:solidFill>
                <a:srgbClr val="A5B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25385" y="931963"/>
              <a:ext cx="706120" cy="680085"/>
            </a:xfrm>
            <a:custGeom>
              <a:avLst/>
              <a:gdLst/>
              <a:ahLst/>
              <a:cxnLst/>
              <a:rect l="l" t="t" r="r" b="b"/>
              <a:pathLst>
                <a:path w="706120" h="680085">
                  <a:moveTo>
                    <a:pt x="363599" y="680091"/>
                  </a:moveTo>
                  <a:lnTo>
                    <a:pt x="445974" y="591253"/>
                  </a:lnTo>
                  <a:lnTo>
                    <a:pt x="0" y="177674"/>
                  </a:lnTo>
                  <a:lnTo>
                    <a:pt x="164774" y="0"/>
                  </a:lnTo>
                  <a:lnTo>
                    <a:pt x="610748" y="413576"/>
                  </a:lnTo>
                  <a:lnTo>
                    <a:pt x="693123" y="324739"/>
                  </a:lnTo>
                  <a:lnTo>
                    <a:pt x="706048" y="667181"/>
                  </a:lnTo>
                  <a:lnTo>
                    <a:pt x="363599" y="680091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25385" y="931963"/>
              <a:ext cx="706120" cy="680085"/>
            </a:xfrm>
            <a:custGeom>
              <a:avLst/>
              <a:gdLst/>
              <a:ahLst/>
              <a:cxnLst/>
              <a:rect l="l" t="t" r="r" b="b"/>
              <a:pathLst>
                <a:path w="706120" h="680085">
                  <a:moveTo>
                    <a:pt x="363599" y="680091"/>
                  </a:moveTo>
                  <a:lnTo>
                    <a:pt x="445974" y="591253"/>
                  </a:lnTo>
                  <a:lnTo>
                    <a:pt x="0" y="177674"/>
                  </a:lnTo>
                  <a:lnTo>
                    <a:pt x="164774" y="0"/>
                  </a:lnTo>
                  <a:lnTo>
                    <a:pt x="610748" y="413576"/>
                  </a:lnTo>
                  <a:lnTo>
                    <a:pt x="693123" y="324739"/>
                  </a:lnTo>
                  <a:lnTo>
                    <a:pt x="706048" y="667181"/>
                  </a:lnTo>
                  <a:lnTo>
                    <a:pt x="363599" y="680091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6022" y="595577"/>
            <a:ext cx="9502140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0" dirty="0" err="1">
                <a:latin typeface="Arial Black"/>
                <a:cs typeface="Arial Black"/>
              </a:rPr>
              <a:t>Informasi</a:t>
            </a:r>
            <a:r>
              <a:rPr b="0" spc="-75" dirty="0">
                <a:latin typeface="Arial Black"/>
                <a:cs typeface="Arial Black"/>
              </a:rPr>
              <a:t> </a:t>
            </a:r>
            <a:r>
              <a:rPr b="0" dirty="0">
                <a:latin typeface="Arial Black"/>
                <a:cs typeface="Arial Black"/>
              </a:rPr>
              <a:t>Penting</a:t>
            </a:r>
            <a:r>
              <a:rPr b="0" spc="-80" dirty="0">
                <a:latin typeface="Arial Black"/>
                <a:cs typeface="Arial Black"/>
              </a:rPr>
              <a:t> </a:t>
            </a:r>
            <a:r>
              <a:rPr b="0" spc="-20" dirty="0">
                <a:latin typeface="Arial Black"/>
                <a:cs typeface="Arial Black"/>
              </a:rPr>
              <a:t>dalam </a:t>
            </a:r>
            <a:r>
              <a:rPr b="0" spc="-10" dirty="0">
                <a:latin typeface="Arial Black"/>
                <a:cs typeface="Arial Black"/>
              </a:rPr>
              <a:t>Teks</a:t>
            </a:r>
            <a:r>
              <a:rPr b="0" spc="-335" dirty="0">
                <a:latin typeface="Arial Black"/>
                <a:cs typeface="Arial Black"/>
              </a:rPr>
              <a:t> </a:t>
            </a:r>
            <a:r>
              <a:rPr b="0" spc="-10" dirty="0">
                <a:latin typeface="Arial Black"/>
                <a:cs typeface="Arial Black"/>
              </a:rPr>
              <a:t>Deskripsi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1780" y="2738317"/>
            <a:ext cx="8547735" cy="1875789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210"/>
              </a:spcBef>
              <a:buClr>
                <a:srgbClr val="A5B626"/>
              </a:buClr>
              <a:buSzPct val="79166"/>
              <a:buFont typeface="Trebuchet MS"/>
              <a:buChar char="•"/>
              <a:tabLst>
                <a:tab pos="181610" algn="l"/>
              </a:tabLst>
            </a:pPr>
            <a:r>
              <a:rPr sz="2400" dirty="0">
                <a:latin typeface="Arial Black"/>
                <a:cs typeface="Arial Black"/>
              </a:rPr>
              <a:t>Membaca</a:t>
            </a:r>
            <a:r>
              <a:rPr sz="2400" spc="-40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keseluruhan</a:t>
            </a:r>
            <a:r>
              <a:rPr sz="2400" spc="-3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teks</a:t>
            </a:r>
            <a:r>
              <a:rPr sz="2400" spc="-35" dirty="0">
                <a:latin typeface="Arial Black"/>
                <a:cs typeface="Arial Black"/>
              </a:rPr>
              <a:t> </a:t>
            </a:r>
            <a:r>
              <a:rPr sz="2400" spc="-10" dirty="0">
                <a:latin typeface="Arial Black"/>
                <a:cs typeface="Arial Black"/>
              </a:rPr>
              <a:t>deskripsi.</a:t>
            </a:r>
            <a:endParaRPr sz="2400">
              <a:latin typeface="Arial Black"/>
              <a:cs typeface="Arial Black"/>
            </a:endParaRPr>
          </a:p>
          <a:p>
            <a:pPr marL="181610" indent="-168910">
              <a:lnSpc>
                <a:spcPct val="100000"/>
              </a:lnSpc>
              <a:spcBef>
                <a:spcPts val="1110"/>
              </a:spcBef>
              <a:buClr>
                <a:srgbClr val="A5B626"/>
              </a:buClr>
              <a:buSzPct val="79166"/>
              <a:buFont typeface="Trebuchet MS"/>
              <a:buChar char="•"/>
              <a:tabLst>
                <a:tab pos="181610" algn="l"/>
              </a:tabLst>
            </a:pPr>
            <a:r>
              <a:rPr sz="2400" dirty="0">
                <a:latin typeface="Arial Black"/>
                <a:cs typeface="Arial Black"/>
              </a:rPr>
              <a:t>Memahami</a:t>
            </a:r>
            <a:r>
              <a:rPr sz="2400" spc="-20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isi</a:t>
            </a:r>
            <a:r>
              <a:rPr sz="2400" spc="-10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teks</a:t>
            </a:r>
            <a:r>
              <a:rPr sz="2400" spc="-10" dirty="0">
                <a:latin typeface="Arial Black"/>
                <a:cs typeface="Arial Black"/>
              </a:rPr>
              <a:t> deskripsi</a:t>
            </a:r>
            <a:endParaRPr sz="2400">
              <a:latin typeface="Arial Black"/>
              <a:cs typeface="Arial Black"/>
            </a:endParaRPr>
          </a:p>
          <a:p>
            <a:pPr marL="181610" marR="5080" indent="-169545">
              <a:lnSpc>
                <a:spcPts val="2590"/>
              </a:lnSpc>
              <a:spcBef>
                <a:spcPts val="1440"/>
              </a:spcBef>
              <a:buClr>
                <a:srgbClr val="A5B626"/>
              </a:buClr>
              <a:buSzPct val="79166"/>
              <a:buFont typeface="Trebuchet MS"/>
              <a:buChar char="•"/>
              <a:tabLst>
                <a:tab pos="181610" algn="l"/>
              </a:tabLst>
            </a:pPr>
            <a:r>
              <a:rPr sz="2400" dirty="0">
                <a:latin typeface="Arial Black"/>
                <a:cs typeface="Arial Black"/>
              </a:rPr>
              <a:t>Menemukan</a:t>
            </a:r>
            <a:r>
              <a:rPr sz="2400" spc="-1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ide</a:t>
            </a:r>
            <a:r>
              <a:rPr sz="2400" spc="-1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pokok</a:t>
            </a:r>
            <a:r>
              <a:rPr sz="2400" spc="-10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setiap</a:t>
            </a:r>
            <a:r>
              <a:rPr sz="2400" spc="-1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paragraf</a:t>
            </a:r>
            <a:r>
              <a:rPr sz="2400" spc="12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dalam</a:t>
            </a:r>
            <a:r>
              <a:rPr sz="2400" spc="-15" dirty="0">
                <a:latin typeface="Arial Black"/>
                <a:cs typeface="Arial Black"/>
              </a:rPr>
              <a:t> </a:t>
            </a:r>
            <a:r>
              <a:rPr sz="2400" spc="-20" dirty="0">
                <a:latin typeface="Arial Black"/>
                <a:cs typeface="Arial Black"/>
              </a:rPr>
              <a:t>teks </a:t>
            </a:r>
            <a:r>
              <a:rPr sz="2400" spc="-10" dirty="0">
                <a:latin typeface="Arial Black"/>
                <a:cs typeface="Arial Black"/>
              </a:rPr>
              <a:t>deskripsi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738" y="495393"/>
            <a:ext cx="38982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9455" marR="5080" indent="-70739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Arial Black"/>
                <a:cs typeface="Arial Black"/>
              </a:rPr>
              <a:t>STRUKTUR</a:t>
            </a:r>
            <a:r>
              <a:rPr sz="3200" b="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200" b="0" spc="-20" dirty="0">
                <a:solidFill>
                  <a:srgbClr val="FFFFFF"/>
                </a:solidFill>
                <a:latin typeface="Arial Black"/>
                <a:cs typeface="Arial Black"/>
              </a:rPr>
              <a:t>TEKS </a:t>
            </a:r>
            <a:r>
              <a:rPr sz="3200" b="0" spc="-10" dirty="0">
                <a:solidFill>
                  <a:srgbClr val="FFFFFF"/>
                </a:solidFill>
                <a:latin typeface="Arial Black"/>
                <a:cs typeface="Arial Black"/>
              </a:rPr>
              <a:t>DESKRIPSI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0483" y="1864992"/>
            <a:ext cx="2571750" cy="108585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31496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2480"/>
              </a:spcBef>
            </a:pPr>
            <a:r>
              <a:rPr sz="2800" spc="-10" dirty="0" err="1">
                <a:solidFill>
                  <a:srgbClr val="FFFFFF"/>
                </a:solidFill>
                <a:latin typeface="Arial Black"/>
                <a:cs typeface="Arial Black"/>
              </a:rPr>
              <a:t>Identifikasi</a:t>
            </a:r>
            <a:endParaRPr lang="en-ID" sz="2800" dirty="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77207" y="2019295"/>
            <a:ext cx="2590800" cy="1104900"/>
            <a:chOff x="8277207" y="2019295"/>
            <a:chExt cx="2590800" cy="1104900"/>
          </a:xfrm>
        </p:grpSpPr>
        <p:sp>
          <p:nvSpPr>
            <p:cNvPr id="5" name="object 5"/>
            <p:cNvSpPr/>
            <p:nvPr/>
          </p:nvSpPr>
          <p:spPr>
            <a:xfrm>
              <a:off x="8286732" y="2028820"/>
              <a:ext cx="2571750" cy="1085850"/>
            </a:xfrm>
            <a:custGeom>
              <a:avLst/>
              <a:gdLst/>
              <a:ahLst/>
              <a:cxnLst/>
              <a:rect l="l" t="t" r="r" b="b"/>
              <a:pathLst>
                <a:path w="2571750" h="1085850">
                  <a:moveTo>
                    <a:pt x="2571744" y="1085847"/>
                  </a:moveTo>
                  <a:lnTo>
                    <a:pt x="0" y="1085847"/>
                  </a:lnTo>
                  <a:lnTo>
                    <a:pt x="0" y="0"/>
                  </a:lnTo>
                  <a:lnTo>
                    <a:pt x="2571744" y="0"/>
                  </a:lnTo>
                  <a:lnTo>
                    <a:pt x="2571744" y="1085847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86732" y="2028820"/>
              <a:ext cx="2571750" cy="1085850"/>
            </a:xfrm>
            <a:custGeom>
              <a:avLst/>
              <a:gdLst/>
              <a:ahLst/>
              <a:cxnLst/>
              <a:rect l="l" t="t" r="r" b="b"/>
              <a:pathLst>
                <a:path w="2571750" h="1085850">
                  <a:moveTo>
                    <a:pt x="0" y="0"/>
                  </a:moveTo>
                  <a:lnTo>
                    <a:pt x="2571744" y="0"/>
                  </a:lnTo>
                  <a:lnTo>
                    <a:pt x="2571744" y="1085847"/>
                  </a:lnTo>
                  <a:lnTo>
                    <a:pt x="0" y="108584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51413" y="2331462"/>
            <a:ext cx="1842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Arial Black"/>
                <a:cs typeface="Arial Black"/>
              </a:rPr>
              <a:t>Deskripsi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3873" y="4481515"/>
            <a:ext cx="4600575" cy="1571625"/>
            <a:chOff x="523873" y="4481515"/>
            <a:chExt cx="4600575" cy="1571625"/>
          </a:xfrm>
        </p:grpSpPr>
        <p:sp>
          <p:nvSpPr>
            <p:cNvPr id="9" name="object 9"/>
            <p:cNvSpPr/>
            <p:nvPr/>
          </p:nvSpPr>
          <p:spPr>
            <a:xfrm>
              <a:off x="533398" y="4491040"/>
              <a:ext cx="4581525" cy="1552575"/>
            </a:xfrm>
            <a:custGeom>
              <a:avLst/>
              <a:gdLst/>
              <a:ahLst/>
              <a:cxnLst/>
              <a:rect l="l" t="t" r="r" b="b"/>
              <a:pathLst>
                <a:path w="4581525" h="1552575">
                  <a:moveTo>
                    <a:pt x="4581515" y="1552571"/>
                  </a:moveTo>
                  <a:lnTo>
                    <a:pt x="0" y="1552571"/>
                  </a:lnTo>
                  <a:lnTo>
                    <a:pt x="0" y="0"/>
                  </a:lnTo>
                  <a:lnTo>
                    <a:pt x="4581515" y="0"/>
                  </a:lnTo>
                  <a:lnTo>
                    <a:pt x="4581515" y="1552571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398" y="4491040"/>
              <a:ext cx="4581525" cy="1552575"/>
            </a:xfrm>
            <a:custGeom>
              <a:avLst/>
              <a:gdLst/>
              <a:ahLst/>
              <a:cxnLst/>
              <a:rect l="l" t="t" r="r" b="b"/>
              <a:pathLst>
                <a:path w="4581525" h="1552575">
                  <a:moveTo>
                    <a:pt x="0" y="0"/>
                  </a:moveTo>
                  <a:lnTo>
                    <a:pt x="4581515" y="0"/>
                  </a:lnTo>
                  <a:lnTo>
                    <a:pt x="4581515" y="1552571"/>
                  </a:lnTo>
                  <a:lnTo>
                    <a:pt x="0" y="155257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9123" y="4504807"/>
            <a:ext cx="166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61060" algn="l"/>
              </a:tabLst>
            </a:pPr>
            <a:r>
              <a:rPr sz="1800" b="1" spc="-10" dirty="0">
                <a:latin typeface="Trebuchet MS"/>
                <a:cs typeface="Trebuchet MS"/>
              </a:rPr>
              <a:t>Tenun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35" dirty="0">
                <a:latin typeface="Trebuchet MS"/>
                <a:cs typeface="Trebuchet MS"/>
              </a:rPr>
              <a:t>songket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123" y="4806559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39825" algn="l"/>
              </a:tabLst>
            </a:pPr>
            <a:r>
              <a:rPr sz="1800" b="1" spc="-10" dirty="0">
                <a:latin typeface="Trebuchet MS"/>
                <a:cs typeface="Trebuchet MS"/>
              </a:rPr>
              <a:t>kerajinan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35" dirty="0">
                <a:latin typeface="Trebuchet MS"/>
                <a:cs typeface="Trebuchet MS"/>
              </a:rPr>
              <a:t>khas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3932" y="4477376"/>
            <a:ext cx="2589530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80645">
              <a:lnSpc>
                <a:spcPct val="110000"/>
              </a:lnSpc>
              <a:spcBef>
                <a:spcPts val="100"/>
              </a:spcBef>
              <a:tabLst>
                <a:tab pos="1388110" algn="l"/>
                <a:tab pos="1440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palembang</a:t>
            </a:r>
            <a:r>
              <a:rPr sz="1800" b="1" dirty="0">
                <a:latin typeface="Trebuchet MS"/>
                <a:cs typeface="Trebuchet MS"/>
              </a:rPr>
              <a:t>		</a:t>
            </a:r>
            <a:r>
              <a:rPr sz="1800" b="1" spc="-70" dirty="0">
                <a:latin typeface="Trebuchet MS"/>
                <a:cs typeface="Trebuchet MS"/>
              </a:rPr>
              <a:t>merupakan </a:t>
            </a:r>
            <a:r>
              <a:rPr sz="1800" b="1" spc="-10" dirty="0">
                <a:latin typeface="Trebuchet MS"/>
                <a:cs typeface="Trebuchet MS"/>
              </a:rPr>
              <a:t>masyarakat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55" dirty="0">
                <a:latin typeface="Trebuchet MS"/>
                <a:cs typeface="Trebuchet MS"/>
              </a:rPr>
              <a:t>Palembang.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123" y="5080878"/>
            <a:ext cx="441833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10000"/>
              </a:lnSpc>
              <a:spcBef>
                <a:spcPts val="100"/>
              </a:spcBef>
            </a:pPr>
            <a:r>
              <a:rPr sz="1800" b="1" spc="-105" dirty="0">
                <a:latin typeface="Trebuchet MS"/>
                <a:cs typeface="Trebuchet MS"/>
              </a:rPr>
              <a:t>Kerajinan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songket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125" dirty="0">
                <a:latin typeface="Trebuchet MS"/>
                <a:cs typeface="Trebuchet MS"/>
              </a:rPr>
              <a:t>ini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termasuk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70" dirty="0">
                <a:latin typeface="Trebuchet MS"/>
                <a:cs typeface="Trebuchet MS"/>
              </a:rPr>
              <a:t>hasil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industri </a:t>
            </a:r>
            <a:r>
              <a:rPr sz="1800" b="1" dirty="0">
                <a:latin typeface="Trebuchet MS"/>
                <a:cs typeface="Trebuchet MS"/>
              </a:rPr>
              <a:t>rumah</a:t>
            </a:r>
            <a:r>
              <a:rPr sz="1800" b="1" spc="345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tangga.</a:t>
            </a:r>
            <a:r>
              <a:rPr sz="1800" b="1" spc="345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Para</a:t>
            </a:r>
            <a:r>
              <a:rPr sz="1800" b="1" spc="345" dirty="0">
                <a:latin typeface="Trebuchet MS"/>
                <a:cs typeface="Trebuchet MS"/>
              </a:rPr>
              <a:t>  </a:t>
            </a:r>
            <a:r>
              <a:rPr sz="1800" b="1" dirty="0">
                <a:latin typeface="Trebuchet MS"/>
                <a:cs typeface="Trebuchet MS"/>
              </a:rPr>
              <a:t>wanitalah</a:t>
            </a:r>
            <a:r>
              <a:rPr sz="1800" b="1" spc="345" dirty="0">
                <a:latin typeface="Trebuchet MS"/>
                <a:cs typeface="Trebuchet MS"/>
              </a:rPr>
              <a:t>  </a:t>
            </a:r>
            <a:r>
              <a:rPr sz="1800" b="1" spc="-20" dirty="0">
                <a:latin typeface="Trebuchet MS"/>
                <a:cs typeface="Trebuchet MS"/>
              </a:rPr>
              <a:t>yang </a:t>
            </a:r>
            <a:r>
              <a:rPr sz="1800" b="1" spc="-55" dirty="0">
                <a:latin typeface="Trebuchet MS"/>
                <a:cs typeface="Trebuchet MS"/>
              </a:rPr>
              <a:t>biasanya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95" dirty="0">
                <a:latin typeface="Trebuchet MS"/>
                <a:cs typeface="Trebuchet MS"/>
              </a:rPr>
              <a:t>menekuni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kerajinan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tenun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ini.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9861" y="3581392"/>
            <a:ext cx="5276850" cy="2853055"/>
            <a:chOff x="6619861" y="3581392"/>
            <a:chExt cx="5276850" cy="2853055"/>
          </a:xfrm>
        </p:grpSpPr>
        <p:sp>
          <p:nvSpPr>
            <p:cNvPr id="16" name="object 16"/>
            <p:cNvSpPr/>
            <p:nvPr/>
          </p:nvSpPr>
          <p:spPr>
            <a:xfrm>
              <a:off x="6629386" y="3590917"/>
              <a:ext cx="5257800" cy="2834005"/>
            </a:xfrm>
            <a:custGeom>
              <a:avLst/>
              <a:gdLst/>
              <a:ahLst/>
              <a:cxnLst/>
              <a:rect l="l" t="t" r="r" b="b"/>
              <a:pathLst>
                <a:path w="5257800" h="2834004">
                  <a:moveTo>
                    <a:pt x="5257789" y="2833694"/>
                  </a:moveTo>
                  <a:lnTo>
                    <a:pt x="0" y="2833694"/>
                  </a:lnTo>
                  <a:lnTo>
                    <a:pt x="0" y="0"/>
                  </a:lnTo>
                  <a:lnTo>
                    <a:pt x="5257789" y="0"/>
                  </a:lnTo>
                  <a:lnTo>
                    <a:pt x="5257789" y="283369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29386" y="3590917"/>
              <a:ext cx="5257800" cy="2834005"/>
            </a:xfrm>
            <a:custGeom>
              <a:avLst/>
              <a:gdLst/>
              <a:ahLst/>
              <a:cxnLst/>
              <a:rect l="l" t="t" r="r" b="b"/>
              <a:pathLst>
                <a:path w="5257800" h="2834004">
                  <a:moveTo>
                    <a:pt x="0" y="0"/>
                  </a:moveTo>
                  <a:lnTo>
                    <a:pt x="5257789" y="0"/>
                  </a:lnTo>
                  <a:lnTo>
                    <a:pt x="5257789" y="2833694"/>
                  </a:lnTo>
                  <a:lnTo>
                    <a:pt x="0" y="283369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15111" y="3555770"/>
            <a:ext cx="5104130" cy="286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just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latin typeface="Arial Black"/>
                <a:cs typeface="Arial Black"/>
              </a:rPr>
              <a:t>Tenun</a:t>
            </a:r>
            <a:r>
              <a:rPr sz="1400" spc="15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songket</a:t>
            </a:r>
            <a:r>
              <a:rPr sz="1400" spc="15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benang</a:t>
            </a:r>
            <a:r>
              <a:rPr sz="1400" spc="15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sutra</a:t>
            </a:r>
            <a:r>
              <a:rPr sz="1400" spc="15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asli.</a:t>
            </a:r>
            <a:r>
              <a:rPr sz="1400" spc="155" dirty="0">
                <a:latin typeface="Arial Black"/>
                <a:cs typeface="Arial Black"/>
              </a:rPr>
              <a:t>  </a:t>
            </a:r>
            <a:r>
              <a:rPr sz="1400" spc="-10" dirty="0">
                <a:latin typeface="Arial Black"/>
                <a:cs typeface="Arial Black"/>
              </a:rPr>
              <a:t>Sebelumnya, </a:t>
            </a:r>
            <a:r>
              <a:rPr sz="1400" dirty="0">
                <a:latin typeface="Arial Black"/>
                <a:cs typeface="Arial Black"/>
              </a:rPr>
              <a:t>benang</a:t>
            </a:r>
            <a:r>
              <a:rPr sz="1400" spc="10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sutra</a:t>
            </a:r>
            <a:r>
              <a:rPr sz="1400" spc="10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diberi</a:t>
            </a:r>
            <a:r>
              <a:rPr sz="1400" spc="105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lapisan</a:t>
            </a:r>
            <a:r>
              <a:rPr sz="1400" spc="10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benang</a:t>
            </a:r>
            <a:r>
              <a:rPr sz="1400" spc="100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emas</a:t>
            </a:r>
            <a:r>
              <a:rPr sz="1400" spc="105" dirty="0">
                <a:latin typeface="Arial Black"/>
                <a:cs typeface="Arial Black"/>
              </a:rPr>
              <a:t>  </a:t>
            </a:r>
            <a:r>
              <a:rPr sz="1400" spc="-20" dirty="0">
                <a:latin typeface="Arial Black"/>
                <a:cs typeface="Arial Black"/>
              </a:rPr>
              <a:t>yang </a:t>
            </a:r>
            <a:r>
              <a:rPr sz="1400" dirty="0">
                <a:latin typeface="Arial Black"/>
                <a:cs typeface="Arial Black"/>
              </a:rPr>
              <a:t>masih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berwarna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putih.</a:t>
            </a:r>
            <a:r>
              <a:rPr sz="1400" spc="9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Kain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ini</a:t>
            </a:r>
            <a:r>
              <a:rPr sz="1400" spc="9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ditenun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dengan</a:t>
            </a:r>
            <a:r>
              <a:rPr sz="1400" spc="85" dirty="0">
                <a:latin typeface="Arial Black"/>
                <a:cs typeface="Arial Black"/>
              </a:rPr>
              <a:t> </a:t>
            </a:r>
            <a:r>
              <a:rPr sz="1400" spc="-20" dirty="0">
                <a:latin typeface="Arial Black"/>
                <a:cs typeface="Arial Black"/>
              </a:rPr>
              <a:t>cita </a:t>
            </a:r>
            <a:r>
              <a:rPr sz="1400" dirty="0">
                <a:latin typeface="Arial Black"/>
                <a:cs typeface="Arial Black"/>
              </a:rPr>
              <a:t>rasa</a:t>
            </a:r>
            <a:r>
              <a:rPr sz="1400" spc="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tinggi.</a:t>
            </a:r>
            <a:r>
              <a:rPr sz="1400" spc="5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Hasil</a:t>
            </a:r>
            <a:r>
              <a:rPr sz="1400" spc="5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tenunannya</a:t>
            </a:r>
            <a:r>
              <a:rPr sz="1400" spc="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pun</a:t>
            </a:r>
            <a:r>
              <a:rPr sz="1400" spc="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sangat</a:t>
            </a:r>
            <a:r>
              <a:rPr sz="1400" spc="5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indah</a:t>
            </a:r>
            <a:r>
              <a:rPr sz="1400" spc="45" dirty="0">
                <a:latin typeface="Arial Black"/>
                <a:cs typeface="Arial Black"/>
              </a:rPr>
              <a:t> </a:t>
            </a:r>
            <a:r>
              <a:rPr sz="1400" spc="-25" dirty="0">
                <a:latin typeface="Arial Black"/>
                <a:cs typeface="Arial Black"/>
              </a:rPr>
              <a:t>dan </a:t>
            </a:r>
            <a:r>
              <a:rPr sz="1400" spc="-10" dirty="0">
                <a:latin typeface="Arial Black"/>
                <a:cs typeface="Arial Black"/>
              </a:rPr>
              <a:t>etnik.</a:t>
            </a:r>
            <a:endParaRPr sz="1400" dirty="0">
              <a:latin typeface="Arial Black"/>
              <a:cs typeface="Arial Black"/>
            </a:endParaRPr>
          </a:p>
          <a:p>
            <a:pPr marR="5080" indent="457200" algn="just">
              <a:lnSpc>
                <a:spcPct val="110000"/>
              </a:lnSpc>
              <a:spcBef>
                <a:spcPts val="209"/>
              </a:spcBef>
            </a:pPr>
            <a:r>
              <a:rPr sz="1400" dirty="0">
                <a:latin typeface="Arial Black"/>
                <a:cs typeface="Arial Black"/>
              </a:rPr>
              <a:t>Kain</a:t>
            </a:r>
            <a:r>
              <a:rPr sz="1400" spc="14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songket</a:t>
            </a:r>
            <a:r>
              <a:rPr sz="1400" spc="1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palembang</a:t>
            </a:r>
            <a:r>
              <a:rPr sz="1400" spc="1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mempunyai</a:t>
            </a:r>
            <a:r>
              <a:rPr sz="1400" spc="1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ciri</a:t>
            </a:r>
            <a:r>
              <a:rPr sz="1400" spc="145" dirty="0">
                <a:latin typeface="Arial Black"/>
                <a:cs typeface="Arial Black"/>
              </a:rPr>
              <a:t> </a:t>
            </a:r>
            <a:r>
              <a:rPr sz="1400" spc="-20" dirty="0">
                <a:latin typeface="Arial Black"/>
                <a:cs typeface="Arial Black"/>
              </a:rPr>
              <a:t>khas </a:t>
            </a:r>
            <a:r>
              <a:rPr sz="1400" dirty="0">
                <a:latin typeface="Arial Black"/>
                <a:cs typeface="Arial Black"/>
              </a:rPr>
              <a:t>pada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motifnya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jika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dibandingkan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kain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tradisional </a:t>
            </a:r>
            <a:r>
              <a:rPr sz="1400" dirty="0">
                <a:latin typeface="Arial Black"/>
                <a:cs typeface="Arial Black"/>
              </a:rPr>
              <a:t>lain.</a:t>
            </a:r>
            <a:r>
              <a:rPr sz="1400" spc="41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Motif</a:t>
            </a:r>
            <a:r>
              <a:rPr sz="1400" spc="49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kain</a:t>
            </a:r>
            <a:r>
              <a:rPr sz="1400" spc="41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songket</a:t>
            </a:r>
            <a:r>
              <a:rPr sz="1400" spc="42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palembang</a:t>
            </a:r>
            <a:r>
              <a:rPr sz="1400" spc="42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terlihat</a:t>
            </a:r>
            <a:r>
              <a:rPr sz="1400" spc="415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lebih </a:t>
            </a:r>
            <a:r>
              <a:rPr sz="1400" dirty="0">
                <a:latin typeface="Arial Black"/>
                <a:cs typeface="Arial Black"/>
              </a:rPr>
              <a:t>rumit.</a:t>
            </a:r>
            <a:r>
              <a:rPr sz="1400" spc="415" dirty="0">
                <a:latin typeface="Arial Black"/>
                <a:cs typeface="Arial Black"/>
              </a:rPr>
              <a:t>   </a:t>
            </a:r>
            <a:r>
              <a:rPr sz="1400" dirty="0">
                <a:latin typeface="Arial Black"/>
                <a:cs typeface="Arial Black"/>
              </a:rPr>
              <a:t>Untuk</a:t>
            </a:r>
            <a:r>
              <a:rPr sz="1400" spc="415" dirty="0">
                <a:latin typeface="Arial Black"/>
                <a:cs typeface="Arial Black"/>
              </a:rPr>
              <a:t>   </a:t>
            </a:r>
            <a:r>
              <a:rPr sz="1400" dirty="0">
                <a:latin typeface="Arial Black"/>
                <a:cs typeface="Arial Black"/>
              </a:rPr>
              <a:t>menghasilkan</a:t>
            </a:r>
            <a:r>
              <a:rPr sz="1400" spc="415" dirty="0">
                <a:latin typeface="Arial Black"/>
                <a:cs typeface="Arial Black"/>
              </a:rPr>
              <a:t>   </a:t>
            </a:r>
            <a:r>
              <a:rPr sz="1400" dirty="0">
                <a:latin typeface="Arial Black"/>
                <a:cs typeface="Arial Black"/>
              </a:rPr>
              <a:t>kain</a:t>
            </a:r>
            <a:r>
              <a:rPr sz="1400" spc="415" dirty="0">
                <a:latin typeface="Arial Black"/>
                <a:cs typeface="Arial Black"/>
              </a:rPr>
              <a:t>   </a:t>
            </a:r>
            <a:r>
              <a:rPr sz="1400" spc="-10" dirty="0">
                <a:latin typeface="Arial Black"/>
                <a:cs typeface="Arial Black"/>
              </a:rPr>
              <a:t>songket </a:t>
            </a:r>
            <a:r>
              <a:rPr sz="1400" dirty="0">
                <a:latin typeface="Arial Black"/>
                <a:cs typeface="Arial Black"/>
              </a:rPr>
              <a:t>palembang,</a:t>
            </a:r>
            <a:r>
              <a:rPr sz="1400" spc="185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seorang</a:t>
            </a:r>
            <a:r>
              <a:rPr sz="1400" spc="185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perajin</a:t>
            </a:r>
            <a:r>
              <a:rPr sz="1400" spc="185" dirty="0">
                <a:latin typeface="Arial Black"/>
                <a:cs typeface="Arial Black"/>
              </a:rPr>
              <a:t>  </a:t>
            </a:r>
            <a:r>
              <a:rPr sz="1400" dirty="0">
                <a:latin typeface="Arial Black"/>
                <a:cs typeface="Arial Black"/>
              </a:rPr>
              <a:t>bisa</a:t>
            </a:r>
            <a:r>
              <a:rPr sz="1400" spc="185" dirty="0">
                <a:latin typeface="Arial Black"/>
                <a:cs typeface="Arial Black"/>
              </a:rPr>
              <a:t>  </a:t>
            </a:r>
            <a:r>
              <a:rPr sz="1400" spc="-10" dirty="0">
                <a:latin typeface="Arial Black"/>
                <a:cs typeface="Arial Black"/>
              </a:rPr>
              <a:t>menghabiskan </a:t>
            </a:r>
            <a:r>
              <a:rPr sz="1400" dirty="0">
                <a:latin typeface="Arial Black"/>
                <a:cs typeface="Arial Black"/>
              </a:rPr>
              <a:t>waktu</a:t>
            </a:r>
            <a:r>
              <a:rPr sz="1400" spc="44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selama</a:t>
            </a:r>
            <a:r>
              <a:rPr sz="1400" spc="4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tiga</a:t>
            </a:r>
            <a:r>
              <a:rPr sz="1400" spc="4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bulan</a:t>
            </a:r>
            <a:r>
              <a:rPr sz="1400" spc="44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pengerjaan.</a:t>
            </a:r>
            <a:r>
              <a:rPr sz="1400" spc="47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palembang menggunakan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bahan</a:t>
            </a:r>
            <a:r>
              <a:rPr sz="1400" spc="-55" dirty="0">
                <a:latin typeface="Arial Black"/>
                <a:cs typeface="Arial Black"/>
              </a:rPr>
              <a:t> </a:t>
            </a:r>
            <a:r>
              <a:rPr sz="1400" spc="-20" dirty="0">
                <a:latin typeface="Arial Black"/>
                <a:cs typeface="Arial Black"/>
              </a:rPr>
              <a:t>baku</a:t>
            </a:r>
            <a:endParaRPr sz="1400" dirty="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7742" y="1524309"/>
            <a:ext cx="3977004" cy="1015365"/>
            <a:chOff x="3957742" y="1524309"/>
            <a:chExt cx="3977004" cy="1015365"/>
          </a:xfrm>
        </p:grpSpPr>
        <p:sp>
          <p:nvSpPr>
            <p:cNvPr id="20" name="object 20"/>
            <p:cNvSpPr/>
            <p:nvPr/>
          </p:nvSpPr>
          <p:spPr>
            <a:xfrm>
              <a:off x="3967267" y="1533834"/>
              <a:ext cx="1905000" cy="962660"/>
            </a:xfrm>
            <a:custGeom>
              <a:avLst/>
              <a:gdLst/>
              <a:ahLst/>
              <a:cxnLst/>
              <a:rect l="l" t="t" r="r" b="b"/>
              <a:pathLst>
                <a:path w="1905000" h="962660">
                  <a:moveTo>
                    <a:pt x="214999" y="962340"/>
                  </a:moveTo>
                  <a:lnTo>
                    <a:pt x="0" y="871393"/>
                  </a:lnTo>
                  <a:lnTo>
                    <a:pt x="90949" y="656393"/>
                  </a:lnTo>
                  <a:lnTo>
                    <a:pt x="104899" y="690788"/>
                  </a:lnTo>
                  <a:lnTo>
                    <a:pt x="1808546" y="0"/>
                  </a:lnTo>
                  <a:lnTo>
                    <a:pt x="1904721" y="237157"/>
                  </a:lnTo>
                  <a:lnTo>
                    <a:pt x="201049" y="927945"/>
                  </a:lnTo>
                  <a:lnTo>
                    <a:pt x="214999" y="962340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7267" y="1533834"/>
              <a:ext cx="1905000" cy="962660"/>
            </a:xfrm>
            <a:custGeom>
              <a:avLst/>
              <a:gdLst/>
              <a:ahLst/>
              <a:cxnLst/>
              <a:rect l="l" t="t" r="r" b="b"/>
              <a:pathLst>
                <a:path w="1905000" h="962660">
                  <a:moveTo>
                    <a:pt x="0" y="871393"/>
                  </a:moveTo>
                  <a:lnTo>
                    <a:pt x="90949" y="656393"/>
                  </a:lnTo>
                  <a:lnTo>
                    <a:pt x="104899" y="690788"/>
                  </a:lnTo>
                  <a:lnTo>
                    <a:pt x="1808546" y="0"/>
                  </a:lnTo>
                  <a:lnTo>
                    <a:pt x="1904721" y="237157"/>
                  </a:lnTo>
                  <a:lnTo>
                    <a:pt x="201049" y="927945"/>
                  </a:lnTo>
                  <a:lnTo>
                    <a:pt x="214999" y="962340"/>
                  </a:lnTo>
                  <a:lnTo>
                    <a:pt x="0" y="87139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10087" y="1593901"/>
              <a:ext cx="1915160" cy="936625"/>
            </a:xfrm>
            <a:custGeom>
              <a:avLst/>
              <a:gdLst/>
              <a:ahLst/>
              <a:cxnLst/>
              <a:rect l="l" t="t" r="r" b="b"/>
              <a:pathLst>
                <a:path w="1915159" h="936625">
                  <a:moveTo>
                    <a:pt x="1701346" y="936168"/>
                  </a:moveTo>
                  <a:lnTo>
                    <a:pt x="1714721" y="901550"/>
                  </a:lnTo>
                  <a:lnTo>
                    <a:pt x="0" y="238697"/>
                  </a:lnTo>
                  <a:lnTo>
                    <a:pt x="92274" y="0"/>
                  </a:lnTo>
                  <a:lnTo>
                    <a:pt x="1806996" y="662853"/>
                  </a:lnTo>
                  <a:lnTo>
                    <a:pt x="1820396" y="628236"/>
                  </a:lnTo>
                  <a:lnTo>
                    <a:pt x="1914821" y="841720"/>
                  </a:lnTo>
                  <a:lnTo>
                    <a:pt x="1701346" y="936168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10087" y="1593901"/>
              <a:ext cx="1915160" cy="936625"/>
            </a:xfrm>
            <a:custGeom>
              <a:avLst/>
              <a:gdLst/>
              <a:ahLst/>
              <a:cxnLst/>
              <a:rect l="l" t="t" r="r" b="b"/>
              <a:pathLst>
                <a:path w="1915159" h="936625">
                  <a:moveTo>
                    <a:pt x="1914821" y="841720"/>
                  </a:moveTo>
                  <a:lnTo>
                    <a:pt x="1701346" y="936168"/>
                  </a:lnTo>
                  <a:lnTo>
                    <a:pt x="1714721" y="901550"/>
                  </a:lnTo>
                  <a:lnTo>
                    <a:pt x="0" y="238697"/>
                  </a:lnTo>
                  <a:lnTo>
                    <a:pt x="92274" y="0"/>
                  </a:lnTo>
                  <a:lnTo>
                    <a:pt x="1806996" y="662853"/>
                  </a:lnTo>
                  <a:lnTo>
                    <a:pt x="1820396" y="628236"/>
                  </a:lnTo>
                  <a:lnTo>
                    <a:pt x="1914821" y="84172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134025" y="3173768"/>
            <a:ext cx="742315" cy="1327150"/>
            <a:chOff x="2134025" y="3173768"/>
            <a:chExt cx="742315" cy="1327150"/>
          </a:xfrm>
        </p:grpSpPr>
        <p:sp>
          <p:nvSpPr>
            <p:cNvPr id="25" name="object 25"/>
            <p:cNvSpPr/>
            <p:nvPr/>
          </p:nvSpPr>
          <p:spPr>
            <a:xfrm>
              <a:off x="2143550" y="3183293"/>
              <a:ext cx="723265" cy="1308100"/>
            </a:xfrm>
            <a:custGeom>
              <a:avLst/>
              <a:gdLst/>
              <a:ahLst/>
              <a:cxnLst/>
              <a:rect l="l" t="t" r="r" b="b"/>
              <a:pathLst>
                <a:path w="723264" h="1308100">
                  <a:moveTo>
                    <a:pt x="361519" y="1307747"/>
                  </a:moveTo>
                  <a:lnTo>
                    <a:pt x="0" y="946223"/>
                  </a:lnTo>
                  <a:lnTo>
                    <a:pt x="176534" y="946223"/>
                  </a:lnTo>
                  <a:lnTo>
                    <a:pt x="176534" y="0"/>
                  </a:lnTo>
                  <a:lnTo>
                    <a:pt x="546493" y="0"/>
                  </a:lnTo>
                  <a:lnTo>
                    <a:pt x="546493" y="946223"/>
                  </a:lnTo>
                  <a:lnTo>
                    <a:pt x="723043" y="946223"/>
                  </a:lnTo>
                  <a:lnTo>
                    <a:pt x="361519" y="1307747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3550" y="3183293"/>
              <a:ext cx="723265" cy="1308100"/>
            </a:xfrm>
            <a:custGeom>
              <a:avLst/>
              <a:gdLst/>
              <a:ahLst/>
              <a:cxnLst/>
              <a:rect l="l" t="t" r="r" b="b"/>
              <a:pathLst>
                <a:path w="723264" h="1308100">
                  <a:moveTo>
                    <a:pt x="361519" y="1307747"/>
                  </a:moveTo>
                  <a:lnTo>
                    <a:pt x="0" y="946223"/>
                  </a:lnTo>
                  <a:lnTo>
                    <a:pt x="176534" y="946223"/>
                  </a:lnTo>
                  <a:lnTo>
                    <a:pt x="176534" y="0"/>
                  </a:lnTo>
                  <a:lnTo>
                    <a:pt x="546493" y="0"/>
                  </a:lnTo>
                  <a:lnTo>
                    <a:pt x="546493" y="946223"/>
                  </a:lnTo>
                  <a:lnTo>
                    <a:pt x="723043" y="946223"/>
                  </a:lnTo>
                  <a:lnTo>
                    <a:pt x="361519" y="1307747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9429730" y="3019418"/>
            <a:ext cx="361950" cy="542925"/>
            <a:chOff x="9429730" y="3019418"/>
            <a:chExt cx="361950" cy="542925"/>
          </a:xfrm>
        </p:grpSpPr>
        <p:sp>
          <p:nvSpPr>
            <p:cNvPr id="28" name="object 28"/>
            <p:cNvSpPr/>
            <p:nvPr/>
          </p:nvSpPr>
          <p:spPr>
            <a:xfrm>
              <a:off x="9439255" y="3028943"/>
              <a:ext cx="342900" cy="523875"/>
            </a:xfrm>
            <a:custGeom>
              <a:avLst/>
              <a:gdLst/>
              <a:ahLst/>
              <a:cxnLst/>
              <a:rect l="l" t="t" r="r" b="b"/>
              <a:pathLst>
                <a:path w="342900" h="523875">
                  <a:moveTo>
                    <a:pt x="171449" y="523873"/>
                  </a:moveTo>
                  <a:lnTo>
                    <a:pt x="0" y="352424"/>
                  </a:lnTo>
                  <a:lnTo>
                    <a:pt x="83724" y="352424"/>
                  </a:lnTo>
                  <a:lnTo>
                    <a:pt x="83724" y="0"/>
                  </a:lnTo>
                  <a:lnTo>
                    <a:pt x="259174" y="0"/>
                  </a:lnTo>
                  <a:lnTo>
                    <a:pt x="259174" y="352424"/>
                  </a:lnTo>
                  <a:lnTo>
                    <a:pt x="342899" y="352424"/>
                  </a:lnTo>
                  <a:lnTo>
                    <a:pt x="171449" y="523873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39255" y="3028943"/>
              <a:ext cx="342900" cy="523875"/>
            </a:xfrm>
            <a:custGeom>
              <a:avLst/>
              <a:gdLst/>
              <a:ahLst/>
              <a:cxnLst/>
              <a:rect l="l" t="t" r="r" b="b"/>
              <a:pathLst>
                <a:path w="342900" h="523875">
                  <a:moveTo>
                    <a:pt x="171449" y="523873"/>
                  </a:moveTo>
                  <a:lnTo>
                    <a:pt x="0" y="352424"/>
                  </a:lnTo>
                  <a:lnTo>
                    <a:pt x="83724" y="352424"/>
                  </a:lnTo>
                  <a:lnTo>
                    <a:pt x="83724" y="0"/>
                  </a:lnTo>
                  <a:lnTo>
                    <a:pt x="259174" y="0"/>
                  </a:lnTo>
                  <a:lnTo>
                    <a:pt x="259174" y="352424"/>
                  </a:lnTo>
                  <a:lnTo>
                    <a:pt x="342899" y="352424"/>
                  </a:lnTo>
                  <a:lnTo>
                    <a:pt x="171449" y="52387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33813" y="3837167"/>
            <a:ext cx="419100" cy="1961514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114300" marR="106680" indent="5715" algn="just">
              <a:lnSpc>
                <a:spcPct val="100000"/>
              </a:lnSpc>
              <a:spcBef>
                <a:spcPts val="1170"/>
              </a:spcBef>
            </a:pPr>
            <a:r>
              <a:rPr sz="1800" spc="-50" dirty="0">
                <a:solidFill>
                  <a:srgbClr val="FFFFFF"/>
                </a:solidFill>
                <a:latin typeface="Arial Black"/>
                <a:cs typeface="Arial Black"/>
              </a:rPr>
              <a:t>C O N T O H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815" y="592931"/>
            <a:ext cx="9158605" cy="86677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205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sz="2800" b="0" dirty="0">
                <a:latin typeface="Arial Black"/>
                <a:cs typeface="Arial Black"/>
              </a:rPr>
              <a:t>Kebahasaan</a:t>
            </a:r>
            <a:r>
              <a:rPr sz="2800" b="0" spc="-135" dirty="0">
                <a:latin typeface="Arial Black"/>
                <a:cs typeface="Arial Black"/>
              </a:rPr>
              <a:t> </a:t>
            </a:r>
            <a:r>
              <a:rPr sz="2800" b="0" dirty="0">
                <a:latin typeface="Arial Black"/>
                <a:cs typeface="Arial Black"/>
              </a:rPr>
              <a:t>dalam</a:t>
            </a:r>
            <a:r>
              <a:rPr sz="2800" b="0" spc="-135" dirty="0">
                <a:latin typeface="Arial Black"/>
                <a:cs typeface="Arial Black"/>
              </a:rPr>
              <a:t> </a:t>
            </a:r>
            <a:r>
              <a:rPr sz="2800" b="0" dirty="0">
                <a:latin typeface="Arial Black"/>
                <a:cs typeface="Arial Black"/>
              </a:rPr>
              <a:t>Teks</a:t>
            </a:r>
            <a:r>
              <a:rPr sz="2800" b="0" spc="-135" dirty="0">
                <a:latin typeface="Arial Black"/>
                <a:cs typeface="Arial Black"/>
              </a:rPr>
              <a:t> </a:t>
            </a:r>
            <a:r>
              <a:rPr sz="2800" b="0" spc="-10" dirty="0">
                <a:latin typeface="Arial Black"/>
                <a:cs typeface="Arial Black"/>
              </a:rPr>
              <a:t>Deskripsi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2842" y="1633534"/>
            <a:ext cx="5510530" cy="78105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205230" marR="292735" indent="-908050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Berisi</a:t>
            </a:r>
            <a:r>
              <a:rPr sz="2000" spc="-4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penjelasan</a:t>
            </a:r>
            <a:r>
              <a:rPr sz="2000" spc="-4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terperinci</a:t>
            </a:r>
            <a:r>
              <a:rPr sz="2000" spc="-4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supaya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objek</a:t>
            </a:r>
            <a:r>
              <a:rPr sz="2000" spc="-9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menjadi</a:t>
            </a:r>
            <a:r>
              <a:rPr sz="2000" spc="-9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konkret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6192" y="2547919"/>
            <a:ext cx="5576874" cy="73930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993264" marR="600710" lvl="1" indent="-1390015" algn="just">
              <a:spcBef>
                <a:spcPts val="725"/>
              </a:spcBef>
            </a:pPr>
            <a:r>
              <a:rPr sz="1400" dirty="0" err="1">
                <a:solidFill>
                  <a:srgbClr val="FFFF00"/>
                </a:solidFill>
                <a:latin typeface="Arial Black"/>
                <a:cs typeface="Arial Black"/>
              </a:rPr>
              <a:t>Kalimat</a:t>
            </a:r>
            <a:r>
              <a:rPr sz="1400" spc="-75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menggunaka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n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s</a:t>
            </a:r>
            <a:r>
              <a:rPr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erapa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n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pancaindr</a:t>
            </a:r>
            <a:r>
              <a:rPr lang="en-ID" sz="1400" spc="-10" dirty="0">
                <a:solidFill>
                  <a:srgbClr val="FFFF00"/>
                </a:solidFill>
                <a:latin typeface="Arial Black"/>
                <a:cs typeface="Arial Black"/>
              </a:rPr>
              <a:t>a 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(kata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kerja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, kata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benda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, kata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sifat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, dan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istilah</a:t>
            </a:r>
            <a:r>
              <a:rPr lang="en-US" sz="1400" spc="-1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lang="en-US" sz="1400" spc="-10" dirty="0" err="1">
                <a:solidFill>
                  <a:srgbClr val="FFFF00"/>
                </a:solidFill>
                <a:latin typeface="Arial Black"/>
                <a:cs typeface="Arial Black"/>
              </a:rPr>
              <a:t>khusus</a:t>
            </a:r>
            <a:endParaRPr sz="1400"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9275" y="3590668"/>
            <a:ext cx="5510530" cy="81470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2444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25"/>
              </a:spcBef>
            </a:pP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Penggunaan</a:t>
            </a:r>
            <a:r>
              <a:rPr sz="2000" spc="-11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kata</a:t>
            </a:r>
            <a:r>
              <a:rPr sz="2000" spc="-11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sinonim</a:t>
            </a:r>
            <a:endParaRPr sz="20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9275" y="4800600"/>
            <a:ext cx="5510530" cy="100012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2273935" marR="381000" indent="-1890395">
              <a:lnSpc>
                <a:spcPct val="100000"/>
              </a:lnSpc>
              <a:spcBef>
                <a:spcPts val="1455"/>
              </a:spcBef>
            </a:pP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Penggunaan</a:t>
            </a:r>
            <a:r>
              <a:rPr sz="2000" spc="-95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kata</a:t>
            </a:r>
            <a:r>
              <a:rPr sz="2000" spc="-9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depan</a:t>
            </a:r>
            <a:r>
              <a:rPr sz="2000" spc="-90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00"/>
                </a:solidFill>
                <a:latin typeface="Arial Black"/>
                <a:cs typeface="Arial Black"/>
              </a:rPr>
              <a:t>dan</a:t>
            </a:r>
            <a:r>
              <a:rPr sz="2000" spc="-95" dirty="0">
                <a:solidFill>
                  <a:srgbClr val="FFFF00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Arial Black"/>
                <a:cs typeface="Arial Black"/>
              </a:rPr>
              <a:t>huruf kapital</a:t>
            </a:r>
            <a:endParaRPr sz="20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3620" y="914398"/>
            <a:ext cx="7810500" cy="1150956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033905" marR="596265" indent="-1436370">
              <a:lnSpc>
                <a:spcPct val="100000"/>
              </a:lnSpc>
              <a:spcBef>
                <a:spcPts val="5"/>
              </a:spcBef>
            </a:pPr>
            <a:r>
              <a:rPr sz="2400" b="0" dirty="0" err="1">
                <a:latin typeface="Arial Black"/>
                <a:cs typeface="Arial Black"/>
              </a:rPr>
              <a:t>Penyampaian</a:t>
            </a:r>
            <a:r>
              <a:rPr sz="2400" b="0" spc="-90" dirty="0">
                <a:latin typeface="Arial Black"/>
                <a:cs typeface="Arial Black"/>
              </a:rPr>
              <a:t> </a:t>
            </a:r>
            <a:r>
              <a:rPr sz="2400" b="0" dirty="0">
                <a:latin typeface="Arial Black"/>
                <a:cs typeface="Arial Black"/>
              </a:rPr>
              <a:t>Isi</a:t>
            </a:r>
            <a:r>
              <a:rPr sz="2400" b="0" spc="-90" dirty="0">
                <a:latin typeface="Arial Black"/>
                <a:cs typeface="Arial Black"/>
              </a:rPr>
              <a:t> </a:t>
            </a:r>
            <a:r>
              <a:rPr sz="2400" b="0" dirty="0">
                <a:latin typeface="Arial Black"/>
                <a:cs typeface="Arial Black"/>
              </a:rPr>
              <a:t>Teks</a:t>
            </a:r>
            <a:r>
              <a:rPr sz="2400" b="0" spc="-90" dirty="0">
                <a:latin typeface="Arial Black"/>
                <a:cs typeface="Arial Black"/>
              </a:rPr>
              <a:t> </a:t>
            </a:r>
            <a:r>
              <a:rPr sz="2400" b="0" dirty="0">
                <a:latin typeface="Arial Black"/>
                <a:cs typeface="Arial Black"/>
              </a:rPr>
              <a:t>Deskripsi</a:t>
            </a:r>
            <a:r>
              <a:rPr sz="2400" b="0" spc="-90" dirty="0">
                <a:latin typeface="Arial Black"/>
                <a:cs typeface="Arial Black"/>
              </a:rPr>
              <a:t> </a:t>
            </a:r>
            <a:r>
              <a:rPr sz="2400" b="0" spc="-20" dirty="0">
                <a:latin typeface="Arial Black"/>
                <a:cs typeface="Arial Black"/>
              </a:rPr>
              <a:t>yang </a:t>
            </a:r>
            <a:r>
              <a:rPr sz="2400" b="0" dirty="0">
                <a:latin typeface="Arial Black"/>
                <a:cs typeface="Arial Black"/>
              </a:rPr>
              <a:t>Telah</a:t>
            </a:r>
            <a:r>
              <a:rPr sz="2400" b="0" spc="-185" dirty="0">
                <a:latin typeface="Arial Black"/>
                <a:cs typeface="Arial Black"/>
              </a:rPr>
              <a:t> </a:t>
            </a:r>
            <a:r>
              <a:rPr sz="2400" b="0" spc="-10" dirty="0">
                <a:latin typeface="Arial Black"/>
                <a:cs typeface="Arial Black"/>
              </a:rPr>
              <a:t>Didengar/Dibaca</a:t>
            </a:r>
            <a:endParaRPr sz="2400" dirty="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398" y="3757592"/>
            <a:ext cx="3819525" cy="1990725"/>
            <a:chOff x="914398" y="3757592"/>
            <a:chExt cx="3819525" cy="1990725"/>
          </a:xfrm>
        </p:grpSpPr>
        <p:sp>
          <p:nvSpPr>
            <p:cNvPr id="4" name="object 4"/>
            <p:cNvSpPr/>
            <p:nvPr/>
          </p:nvSpPr>
          <p:spPr>
            <a:xfrm>
              <a:off x="2876544" y="456246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45724" y="45724"/>
                  </a:moveTo>
                  <a:lnTo>
                    <a:pt x="0" y="45724"/>
                  </a:lnTo>
                  <a:lnTo>
                    <a:pt x="0" y="0"/>
                  </a:lnTo>
                  <a:lnTo>
                    <a:pt x="45724" y="0"/>
                  </a:lnTo>
                  <a:lnTo>
                    <a:pt x="45724" y="45724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76544" y="456246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0"/>
                  </a:moveTo>
                  <a:lnTo>
                    <a:pt x="45724" y="0"/>
                  </a:lnTo>
                  <a:lnTo>
                    <a:pt x="45724" y="45724"/>
                  </a:lnTo>
                  <a:lnTo>
                    <a:pt x="0" y="457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3923" y="3767117"/>
              <a:ext cx="3800475" cy="1971675"/>
            </a:xfrm>
            <a:custGeom>
              <a:avLst/>
              <a:gdLst/>
              <a:ahLst/>
              <a:cxnLst/>
              <a:rect l="l" t="t" r="r" b="b"/>
              <a:pathLst>
                <a:path w="3800475" h="1971675">
                  <a:moveTo>
                    <a:pt x="1900221" y="1971671"/>
                  </a:moveTo>
                  <a:lnTo>
                    <a:pt x="1837497" y="1971144"/>
                  </a:lnTo>
                  <a:lnTo>
                    <a:pt x="1775281" y="1969574"/>
                  </a:lnTo>
                  <a:lnTo>
                    <a:pt x="1713605" y="1966977"/>
                  </a:lnTo>
                  <a:lnTo>
                    <a:pt x="1652500" y="1963369"/>
                  </a:lnTo>
                  <a:lnTo>
                    <a:pt x="1591996" y="1958768"/>
                  </a:lnTo>
                  <a:lnTo>
                    <a:pt x="1532126" y="1953188"/>
                  </a:lnTo>
                  <a:lnTo>
                    <a:pt x="1472921" y="1946646"/>
                  </a:lnTo>
                  <a:lnTo>
                    <a:pt x="1414412" y="1939159"/>
                  </a:lnTo>
                  <a:lnTo>
                    <a:pt x="1356629" y="1930742"/>
                  </a:lnTo>
                  <a:lnTo>
                    <a:pt x="1299606" y="1921412"/>
                  </a:lnTo>
                  <a:lnTo>
                    <a:pt x="1243372" y="1911185"/>
                  </a:lnTo>
                  <a:lnTo>
                    <a:pt x="1187960" y="1900078"/>
                  </a:lnTo>
                  <a:lnTo>
                    <a:pt x="1133400" y="1888106"/>
                  </a:lnTo>
                  <a:lnTo>
                    <a:pt x="1079723" y="1875286"/>
                  </a:lnTo>
                  <a:lnTo>
                    <a:pt x="1026962" y="1861634"/>
                  </a:lnTo>
                  <a:lnTo>
                    <a:pt x="975147" y="1847166"/>
                  </a:lnTo>
                  <a:lnTo>
                    <a:pt x="924310" y="1831899"/>
                  </a:lnTo>
                  <a:lnTo>
                    <a:pt x="874482" y="1815848"/>
                  </a:lnTo>
                  <a:lnTo>
                    <a:pt x="825693" y="1799030"/>
                  </a:lnTo>
                  <a:lnTo>
                    <a:pt x="777977" y="1781462"/>
                  </a:lnTo>
                  <a:lnTo>
                    <a:pt x="731363" y="1763159"/>
                  </a:lnTo>
                  <a:lnTo>
                    <a:pt x="685884" y="1744138"/>
                  </a:lnTo>
                  <a:lnTo>
                    <a:pt x="641570" y="1724415"/>
                  </a:lnTo>
                  <a:lnTo>
                    <a:pt x="598453" y="1704006"/>
                  </a:lnTo>
                  <a:lnTo>
                    <a:pt x="556563" y="1682927"/>
                  </a:lnTo>
                  <a:lnTo>
                    <a:pt x="515934" y="1661195"/>
                  </a:lnTo>
                  <a:lnTo>
                    <a:pt x="476594" y="1638826"/>
                  </a:lnTo>
                  <a:lnTo>
                    <a:pt x="438577" y="1615837"/>
                  </a:lnTo>
                  <a:lnTo>
                    <a:pt x="401913" y="1592242"/>
                  </a:lnTo>
                  <a:lnTo>
                    <a:pt x="366633" y="1568059"/>
                  </a:lnTo>
                  <a:lnTo>
                    <a:pt x="332770" y="1543304"/>
                  </a:lnTo>
                  <a:lnTo>
                    <a:pt x="300353" y="1517993"/>
                  </a:lnTo>
                  <a:lnTo>
                    <a:pt x="269415" y="1492143"/>
                  </a:lnTo>
                  <a:lnTo>
                    <a:pt x="239987" y="1465768"/>
                  </a:lnTo>
                  <a:lnTo>
                    <a:pt x="212100" y="1438887"/>
                  </a:lnTo>
                  <a:lnTo>
                    <a:pt x="161074" y="1383668"/>
                  </a:lnTo>
                  <a:lnTo>
                    <a:pt x="116587" y="1326615"/>
                  </a:lnTo>
                  <a:lnTo>
                    <a:pt x="78891" y="1267858"/>
                  </a:lnTo>
                  <a:lnTo>
                    <a:pt x="48235" y="1207527"/>
                  </a:lnTo>
                  <a:lnTo>
                    <a:pt x="24870" y="1145752"/>
                  </a:lnTo>
                  <a:lnTo>
                    <a:pt x="9047" y="1082662"/>
                  </a:lnTo>
                  <a:lnTo>
                    <a:pt x="1015" y="1018388"/>
                  </a:lnTo>
                  <a:lnTo>
                    <a:pt x="0" y="985848"/>
                  </a:lnTo>
                  <a:lnTo>
                    <a:pt x="1015" y="953306"/>
                  </a:lnTo>
                  <a:lnTo>
                    <a:pt x="9047" y="889029"/>
                  </a:lnTo>
                  <a:lnTo>
                    <a:pt x="24870" y="825937"/>
                  </a:lnTo>
                  <a:lnTo>
                    <a:pt x="48235" y="764159"/>
                  </a:lnTo>
                  <a:lnTo>
                    <a:pt x="78891" y="703826"/>
                  </a:lnTo>
                  <a:lnTo>
                    <a:pt x="116587" y="645067"/>
                  </a:lnTo>
                  <a:lnTo>
                    <a:pt x="161074" y="588012"/>
                  </a:lnTo>
                  <a:lnTo>
                    <a:pt x="212100" y="532791"/>
                  </a:lnTo>
                  <a:lnTo>
                    <a:pt x="239987" y="505909"/>
                  </a:lnTo>
                  <a:lnTo>
                    <a:pt x="269415" y="479535"/>
                  </a:lnTo>
                  <a:lnTo>
                    <a:pt x="300353" y="453683"/>
                  </a:lnTo>
                  <a:lnTo>
                    <a:pt x="332770" y="428372"/>
                  </a:lnTo>
                  <a:lnTo>
                    <a:pt x="366633" y="403616"/>
                  </a:lnTo>
                  <a:lnTo>
                    <a:pt x="401913" y="379433"/>
                  </a:lnTo>
                  <a:lnTo>
                    <a:pt x="438577" y="355838"/>
                  </a:lnTo>
                  <a:lnTo>
                    <a:pt x="476594" y="332848"/>
                  </a:lnTo>
                  <a:lnTo>
                    <a:pt x="515934" y="310478"/>
                  </a:lnTo>
                  <a:lnTo>
                    <a:pt x="556563" y="288746"/>
                  </a:lnTo>
                  <a:lnTo>
                    <a:pt x="598453" y="267667"/>
                  </a:lnTo>
                  <a:lnTo>
                    <a:pt x="641570" y="247258"/>
                  </a:lnTo>
                  <a:lnTo>
                    <a:pt x="685884" y="227534"/>
                  </a:lnTo>
                  <a:lnTo>
                    <a:pt x="731363" y="208513"/>
                  </a:lnTo>
                  <a:lnTo>
                    <a:pt x="777977" y="190210"/>
                  </a:lnTo>
                  <a:lnTo>
                    <a:pt x="825693" y="172641"/>
                  </a:lnTo>
                  <a:lnTo>
                    <a:pt x="874482" y="155823"/>
                  </a:lnTo>
                  <a:lnTo>
                    <a:pt x="924310" y="139773"/>
                  </a:lnTo>
                  <a:lnTo>
                    <a:pt x="975147" y="124505"/>
                  </a:lnTo>
                  <a:lnTo>
                    <a:pt x="1026962" y="110037"/>
                  </a:lnTo>
                  <a:lnTo>
                    <a:pt x="1079723" y="96385"/>
                  </a:lnTo>
                  <a:lnTo>
                    <a:pt x="1133400" y="83565"/>
                  </a:lnTo>
                  <a:lnTo>
                    <a:pt x="1187960" y="71593"/>
                  </a:lnTo>
                  <a:lnTo>
                    <a:pt x="1243372" y="60485"/>
                  </a:lnTo>
                  <a:lnTo>
                    <a:pt x="1299606" y="50258"/>
                  </a:lnTo>
                  <a:lnTo>
                    <a:pt x="1356629" y="40928"/>
                  </a:lnTo>
                  <a:lnTo>
                    <a:pt x="1414412" y="32511"/>
                  </a:lnTo>
                  <a:lnTo>
                    <a:pt x="1472921" y="25024"/>
                  </a:lnTo>
                  <a:lnTo>
                    <a:pt x="1532126" y="18482"/>
                  </a:lnTo>
                  <a:lnTo>
                    <a:pt x="1591996" y="12902"/>
                  </a:lnTo>
                  <a:lnTo>
                    <a:pt x="1652500" y="8301"/>
                  </a:lnTo>
                  <a:lnTo>
                    <a:pt x="1713605" y="4693"/>
                  </a:lnTo>
                  <a:lnTo>
                    <a:pt x="1775281" y="2096"/>
                  </a:lnTo>
                  <a:lnTo>
                    <a:pt x="1837497" y="526"/>
                  </a:lnTo>
                  <a:lnTo>
                    <a:pt x="1900221" y="0"/>
                  </a:lnTo>
                  <a:lnTo>
                    <a:pt x="1962945" y="526"/>
                  </a:lnTo>
                  <a:lnTo>
                    <a:pt x="2025162" y="2096"/>
                  </a:lnTo>
                  <a:lnTo>
                    <a:pt x="2086839" y="4693"/>
                  </a:lnTo>
                  <a:lnTo>
                    <a:pt x="2147945" y="8301"/>
                  </a:lnTo>
                  <a:lnTo>
                    <a:pt x="2208449" y="12902"/>
                  </a:lnTo>
                  <a:lnTo>
                    <a:pt x="2268320" y="18482"/>
                  </a:lnTo>
                  <a:lnTo>
                    <a:pt x="2327526" y="25024"/>
                  </a:lnTo>
                  <a:lnTo>
                    <a:pt x="2386037" y="32511"/>
                  </a:lnTo>
                  <a:lnTo>
                    <a:pt x="2443820" y="40928"/>
                  </a:lnTo>
                  <a:lnTo>
                    <a:pt x="2500844" y="50258"/>
                  </a:lnTo>
                  <a:lnTo>
                    <a:pt x="2557078" y="60485"/>
                  </a:lnTo>
                  <a:lnTo>
                    <a:pt x="2612492" y="71593"/>
                  </a:lnTo>
                  <a:lnTo>
                    <a:pt x="2667052" y="83565"/>
                  </a:lnTo>
                  <a:lnTo>
                    <a:pt x="2720729" y="96385"/>
                  </a:lnTo>
                  <a:lnTo>
                    <a:pt x="2773491" y="110037"/>
                  </a:lnTo>
                  <a:lnTo>
                    <a:pt x="2825307" y="124505"/>
                  </a:lnTo>
                  <a:lnTo>
                    <a:pt x="2876145" y="139773"/>
                  </a:lnTo>
                  <a:lnTo>
                    <a:pt x="2925974" y="155823"/>
                  </a:lnTo>
                  <a:lnTo>
                    <a:pt x="2974763" y="172641"/>
                  </a:lnTo>
                  <a:lnTo>
                    <a:pt x="3022480" y="190210"/>
                  </a:lnTo>
                  <a:lnTo>
                    <a:pt x="3069094" y="208513"/>
                  </a:lnTo>
                  <a:lnTo>
                    <a:pt x="3114574" y="227534"/>
                  </a:lnTo>
                  <a:lnTo>
                    <a:pt x="3158889" y="247258"/>
                  </a:lnTo>
                  <a:lnTo>
                    <a:pt x="3202006" y="267667"/>
                  </a:lnTo>
                  <a:lnTo>
                    <a:pt x="3243896" y="288746"/>
                  </a:lnTo>
                  <a:lnTo>
                    <a:pt x="3284526" y="310478"/>
                  </a:lnTo>
                  <a:lnTo>
                    <a:pt x="3323866" y="332848"/>
                  </a:lnTo>
                  <a:lnTo>
                    <a:pt x="3361884" y="355838"/>
                  </a:lnTo>
                  <a:lnTo>
                    <a:pt x="3398548" y="379433"/>
                  </a:lnTo>
                  <a:lnTo>
                    <a:pt x="3433828" y="403616"/>
                  </a:lnTo>
                  <a:lnTo>
                    <a:pt x="3467692" y="428372"/>
                  </a:lnTo>
                  <a:lnTo>
                    <a:pt x="3500109" y="453683"/>
                  </a:lnTo>
                  <a:lnTo>
                    <a:pt x="3531048" y="479535"/>
                  </a:lnTo>
                  <a:lnTo>
                    <a:pt x="3560476" y="505909"/>
                  </a:lnTo>
                  <a:lnTo>
                    <a:pt x="3588364" y="532791"/>
                  </a:lnTo>
                  <a:lnTo>
                    <a:pt x="3639391" y="588012"/>
                  </a:lnTo>
                  <a:lnTo>
                    <a:pt x="3683878" y="645067"/>
                  </a:lnTo>
                  <a:lnTo>
                    <a:pt x="3721575" y="703826"/>
                  </a:lnTo>
                  <a:lnTo>
                    <a:pt x="3752231" y="764159"/>
                  </a:lnTo>
                  <a:lnTo>
                    <a:pt x="3775596" y="825937"/>
                  </a:lnTo>
                  <a:lnTo>
                    <a:pt x="3791419" y="889029"/>
                  </a:lnTo>
                  <a:lnTo>
                    <a:pt x="3799451" y="953306"/>
                  </a:lnTo>
                  <a:lnTo>
                    <a:pt x="3800467" y="985848"/>
                  </a:lnTo>
                  <a:lnTo>
                    <a:pt x="3799451" y="1018388"/>
                  </a:lnTo>
                  <a:lnTo>
                    <a:pt x="3791419" y="1082662"/>
                  </a:lnTo>
                  <a:lnTo>
                    <a:pt x="3775596" y="1145752"/>
                  </a:lnTo>
                  <a:lnTo>
                    <a:pt x="3752231" y="1207527"/>
                  </a:lnTo>
                  <a:lnTo>
                    <a:pt x="3721575" y="1267858"/>
                  </a:lnTo>
                  <a:lnTo>
                    <a:pt x="3683878" y="1326615"/>
                  </a:lnTo>
                  <a:lnTo>
                    <a:pt x="3639391" y="1383668"/>
                  </a:lnTo>
                  <a:lnTo>
                    <a:pt x="3588364" y="1438887"/>
                  </a:lnTo>
                  <a:lnTo>
                    <a:pt x="3560476" y="1465768"/>
                  </a:lnTo>
                  <a:lnTo>
                    <a:pt x="3531048" y="1492143"/>
                  </a:lnTo>
                  <a:lnTo>
                    <a:pt x="3500109" y="1517993"/>
                  </a:lnTo>
                  <a:lnTo>
                    <a:pt x="3467692" y="1543304"/>
                  </a:lnTo>
                  <a:lnTo>
                    <a:pt x="3433828" y="1568059"/>
                  </a:lnTo>
                  <a:lnTo>
                    <a:pt x="3398548" y="1592242"/>
                  </a:lnTo>
                  <a:lnTo>
                    <a:pt x="3361884" y="1615837"/>
                  </a:lnTo>
                  <a:lnTo>
                    <a:pt x="3323866" y="1638826"/>
                  </a:lnTo>
                  <a:lnTo>
                    <a:pt x="3284526" y="1661195"/>
                  </a:lnTo>
                  <a:lnTo>
                    <a:pt x="3243896" y="1682927"/>
                  </a:lnTo>
                  <a:lnTo>
                    <a:pt x="3202006" y="1704006"/>
                  </a:lnTo>
                  <a:lnTo>
                    <a:pt x="3158889" y="1724415"/>
                  </a:lnTo>
                  <a:lnTo>
                    <a:pt x="3114574" y="1744138"/>
                  </a:lnTo>
                  <a:lnTo>
                    <a:pt x="3069094" y="1763159"/>
                  </a:lnTo>
                  <a:lnTo>
                    <a:pt x="3022480" y="1781462"/>
                  </a:lnTo>
                  <a:lnTo>
                    <a:pt x="2974763" y="1799030"/>
                  </a:lnTo>
                  <a:lnTo>
                    <a:pt x="2925974" y="1815848"/>
                  </a:lnTo>
                  <a:lnTo>
                    <a:pt x="2876145" y="1831899"/>
                  </a:lnTo>
                  <a:lnTo>
                    <a:pt x="2825307" y="1847166"/>
                  </a:lnTo>
                  <a:lnTo>
                    <a:pt x="2773491" y="1861634"/>
                  </a:lnTo>
                  <a:lnTo>
                    <a:pt x="2720729" y="1875286"/>
                  </a:lnTo>
                  <a:lnTo>
                    <a:pt x="2667052" y="1888106"/>
                  </a:lnTo>
                  <a:lnTo>
                    <a:pt x="2612492" y="1900078"/>
                  </a:lnTo>
                  <a:lnTo>
                    <a:pt x="2557078" y="1911185"/>
                  </a:lnTo>
                  <a:lnTo>
                    <a:pt x="2500844" y="1921412"/>
                  </a:lnTo>
                  <a:lnTo>
                    <a:pt x="2443820" y="1930742"/>
                  </a:lnTo>
                  <a:lnTo>
                    <a:pt x="2386037" y="1939159"/>
                  </a:lnTo>
                  <a:lnTo>
                    <a:pt x="2327526" y="1946646"/>
                  </a:lnTo>
                  <a:lnTo>
                    <a:pt x="2268320" y="1953188"/>
                  </a:lnTo>
                  <a:lnTo>
                    <a:pt x="2208449" y="1958768"/>
                  </a:lnTo>
                  <a:lnTo>
                    <a:pt x="2147945" y="1963369"/>
                  </a:lnTo>
                  <a:lnTo>
                    <a:pt x="2086839" y="1966977"/>
                  </a:lnTo>
                  <a:lnTo>
                    <a:pt x="2025162" y="1969574"/>
                  </a:lnTo>
                  <a:lnTo>
                    <a:pt x="1962945" y="1971144"/>
                  </a:lnTo>
                  <a:lnTo>
                    <a:pt x="1900221" y="1971671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7438" y="4355441"/>
              <a:ext cx="1613535" cy="205740"/>
            </a:xfrm>
            <a:custGeom>
              <a:avLst/>
              <a:gdLst/>
              <a:ahLst/>
              <a:cxnLst/>
              <a:rect l="l" t="t" r="r" b="b"/>
              <a:pathLst>
                <a:path w="1613535" h="205739">
                  <a:moveTo>
                    <a:pt x="197939" y="205374"/>
                  </a:moveTo>
                  <a:lnTo>
                    <a:pt x="135375" y="200139"/>
                  </a:lnTo>
                  <a:lnTo>
                    <a:pt x="81038" y="185561"/>
                  </a:lnTo>
                  <a:lnTo>
                    <a:pt x="38190" y="163330"/>
                  </a:lnTo>
                  <a:lnTo>
                    <a:pt x="10091" y="135137"/>
                  </a:lnTo>
                  <a:lnTo>
                    <a:pt x="0" y="102674"/>
                  </a:lnTo>
                  <a:lnTo>
                    <a:pt x="10091" y="70223"/>
                  </a:lnTo>
                  <a:lnTo>
                    <a:pt x="38190" y="42038"/>
                  </a:lnTo>
                  <a:lnTo>
                    <a:pt x="81038" y="19811"/>
                  </a:lnTo>
                  <a:lnTo>
                    <a:pt x="135375" y="5234"/>
                  </a:lnTo>
                  <a:lnTo>
                    <a:pt x="197939" y="0"/>
                  </a:lnTo>
                  <a:lnTo>
                    <a:pt x="260504" y="5234"/>
                  </a:lnTo>
                  <a:lnTo>
                    <a:pt x="314841" y="19811"/>
                  </a:lnTo>
                  <a:lnTo>
                    <a:pt x="357690" y="42038"/>
                  </a:lnTo>
                  <a:lnTo>
                    <a:pt x="385790" y="70223"/>
                  </a:lnTo>
                  <a:lnTo>
                    <a:pt x="395881" y="102674"/>
                  </a:lnTo>
                  <a:lnTo>
                    <a:pt x="385790" y="135137"/>
                  </a:lnTo>
                  <a:lnTo>
                    <a:pt x="357690" y="163330"/>
                  </a:lnTo>
                  <a:lnTo>
                    <a:pt x="314841" y="185561"/>
                  </a:lnTo>
                  <a:lnTo>
                    <a:pt x="260504" y="200139"/>
                  </a:lnTo>
                  <a:lnTo>
                    <a:pt x="197939" y="205374"/>
                  </a:lnTo>
                  <a:close/>
                </a:path>
                <a:path w="1613535" h="205739">
                  <a:moveTo>
                    <a:pt x="1415504" y="205374"/>
                  </a:moveTo>
                  <a:lnTo>
                    <a:pt x="1352937" y="200139"/>
                  </a:lnTo>
                  <a:lnTo>
                    <a:pt x="1298598" y="185561"/>
                  </a:lnTo>
                  <a:lnTo>
                    <a:pt x="1255747" y="163330"/>
                  </a:lnTo>
                  <a:lnTo>
                    <a:pt x="1227646" y="135137"/>
                  </a:lnTo>
                  <a:lnTo>
                    <a:pt x="1217555" y="102674"/>
                  </a:lnTo>
                  <a:lnTo>
                    <a:pt x="1227646" y="70223"/>
                  </a:lnTo>
                  <a:lnTo>
                    <a:pt x="1255747" y="42038"/>
                  </a:lnTo>
                  <a:lnTo>
                    <a:pt x="1298598" y="19811"/>
                  </a:lnTo>
                  <a:lnTo>
                    <a:pt x="1352937" y="5234"/>
                  </a:lnTo>
                  <a:lnTo>
                    <a:pt x="1415504" y="0"/>
                  </a:lnTo>
                  <a:lnTo>
                    <a:pt x="1478059" y="5234"/>
                  </a:lnTo>
                  <a:lnTo>
                    <a:pt x="1532391" y="19811"/>
                  </a:lnTo>
                  <a:lnTo>
                    <a:pt x="1575238" y="42038"/>
                  </a:lnTo>
                  <a:lnTo>
                    <a:pt x="1603337" y="70223"/>
                  </a:lnTo>
                  <a:lnTo>
                    <a:pt x="1613429" y="102674"/>
                  </a:lnTo>
                  <a:lnTo>
                    <a:pt x="1603337" y="135137"/>
                  </a:lnTo>
                  <a:lnTo>
                    <a:pt x="1575238" y="163330"/>
                  </a:lnTo>
                  <a:lnTo>
                    <a:pt x="1532391" y="185561"/>
                  </a:lnTo>
                  <a:lnTo>
                    <a:pt x="1478059" y="200139"/>
                  </a:lnTo>
                  <a:lnTo>
                    <a:pt x="1415504" y="205374"/>
                  </a:lnTo>
                  <a:close/>
                </a:path>
              </a:pathLst>
            </a:custGeom>
            <a:solidFill>
              <a:srgbClr val="839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3923" y="3767117"/>
              <a:ext cx="3800475" cy="1971675"/>
            </a:xfrm>
            <a:custGeom>
              <a:avLst/>
              <a:gdLst/>
              <a:ahLst/>
              <a:cxnLst/>
              <a:rect l="l" t="t" r="r" b="b"/>
              <a:pathLst>
                <a:path w="3800475" h="1971675">
                  <a:moveTo>
                    <a:pt x="1093515" y="690998"/>
                  </a:moveTo>
                  <a:lnTo>
                    <a:pt x="1103606" y="658547"/>
                  </a:lnTo>
                  <a:lnTo>
                    <a:pt x="1131705" y="630362"/>
                  </a:lnTo>
                  <a:lnTo>
                    <a:pt x="1174554" y="608135"/>
                  </a:lnTo>
                  <a:lnTo>
                    <a:pt x="1228890" y="593558"/>
                  </a:lnTo>
                  <a:lnTo>
                    <a:pt x="1291454" y="588323"/>
                  </a:lnTo>
                  <a:lnTo>
                    <a:pt x="1354019" y="593558"/>
                  </a:lnTo>
                  <a:lnTo>
                    <a:pt x="1408356" y="608135"/>
                  </a:lnTo>
                  <a:lnTo>
                    <a:pt x="1451205" y="630362"/>
                  </a:lnTo>
                  <a:lnTo>
                    <a:pt x="1479305" y="658547"/>
                  </a:lnTo>
                  <a:lnTo>
                    <a:pt x="1489396" y="690998"/>
                  </a:lnTo>
                  <a:lnTo>
                    <a:pt x="1479305" y="723461"/>
                  </a:lnTo>
                  <a:lnTo>
                    <a:pt x="1451205" y="751654"/>
                  </a:lnTo>
                  <a:lnTo>
                    <a:pt x="1408356" y="773884"/>
                  </a:lnTo>
                  <a:lnTo>
                    <a:pt x="1354019" y="788463"/>
                  </a:lnTo>
                  <a:lnTo>
                    <a:pt x="1291454" y="793698"/>
                  </a:lnTo>
                  <a:lnTo>
                    <a:pt x="1228890" y="788463"/>
                  </a:lnTo>
                  <a:lnTo>
                    <a:pt x="1174554" y="773884"/>
                  </a:lnTo>
                  <a:lnTo>
                    <a:pt x="1131705" y="751654"/>
                  </a:lnTo>
                  <a:lnTo>
                    <a:pt x="1103606" y="723461"/>
                  </a:lnTo>
                  <a:lnTo>
                    <a:pt x="1093515" y="690998"/>
                  </a:lnTo>
                </a:path>
                <a:path w="3800475" h="1971675">
                  <a:moveTo>
                    <a:pt x="2311070" y="690998"/>
                  </a:moveTo>
                  <a:lnTo>
                    <a:pt x="2321161" y="658547"/>
                  </a:lnTo>
                  <a:lnTo>
                    <a:pt x="2349263" y="630362"/>
                  </a:lnTo>
                  <a:lnTo>
                    <a:pt x="2392113" y="608135"/>
                  </a:lnTo>
                  <a:lnTo>
                    <a:pt x="2446452" y="593558"/>
                  </a:lnTo>
                  <a:lnTo>
                    <a:pt x="2509019" y="588323"/>
                  </a:lnTo>
                  <a:lnTo>
                    <a:pt x="2571575" y="593558"/>
                  </a:lnTo>
                  <a:lnTo>
                    <a:pt x="2625906" y="608135"/>
                  </a:lnTo>
                  <a:lnTo>
                    <a:pt x="2668753" y="630362"/>
                  </a:lnTo>
                  <a:lnTo>
                    <a:pt x="2696853" y="658547"/>
                  </a:lnTo>
                  <a:lnTo>
                    <a:pt x="2706944" y="690998"/>
                  </a:lnTo>
                  <a:lnTo>
                    <a:pt x="2696853" y="723461"/>
                  </a:lnTo>
                  <a:lnTo>
                    <a:pt x="2668753" y="751654"/>
                  </a:lnTo>
                  <a:lnTo>
                    <a:pt x="2625906" y="773884"/>
                  </a:lnTo>
                  <a:lnTo>
                    <a:pt x="2571575" y="788463"/>
                  </a:lnTo>
                  <a:lnTo>
                    <a:pt x="2509019" y="793698"/>
                  </a:lnTo>
                  <a:lnTo>
                    <a:pt x="2446452" y="788463"/>
                  </a:lnTo>
                  <a:lnTo>
                    <a:pt x="2392113" y="773884"/>
                  </a:lnTo>
                  <a:lnTo>
                    <a:pt x="2349263" y="751654"/>
                  </a:lnTo>
                  <a:lnTo>
                    <a:pt x="2321161" y="723461"/>
                  </a:lnTo>
                  <a:lnTo>
                    <a:pt x="2311070" y="690998"/>
                  </a:lnTo>
                </a:path>
                <a:path w="3800475" h="1971675">
                  <a:moveTo>
                    <a:pt x="870295" y="1415772"/>
                  </a:moveTo>
                  <a:lnTo>
                    <a:pt x="919338" y="1432831"/>
                  </a:lnTo>
                  <a:lnTo>
                    <a:pt x="968379" y="1449057"/>
                  </a:lnTo>
                  <a:lnTo>
                    <a:pt x="1017417" y="1464452"/>
                  </a:lnTo>
                  <a:lnTo>
                    <a:pt x="1066452" y="1479014"/>
                  </a:lnTo>
                  <a:lnTo>
                    <a:pt x="1115484" y="1492745"/>
                  </a:lnTo>
                  <a:lnTo>
                    <a:pt x="1164514" y="1505643"/>
                  </a:lnTo>
                  <a:lnTo>
                    <a:pt x="1213541" y="1517709"/>
                  </a:lnTo>
                  <a:lnTo>
                    <a:pt x="1262565" y="1528943"/>
                  </a:lnTo>
                  <a:lnTo>
                    <a:pt x="1311586" y="1539345"/>
                  </a:lnTo>
                  <a:lnTo>
                    <a:pt x="1360605" y="1548914"/>
                  </a:lnTo>
                  <a:lnTo>
                    <a:pt x="1409621" y="1557652"/>
                  </a:lnTo>
                  <a:lnTo>
                    <a:pt x="1458634" y="1565557"/>
                  </a:lnTo>
                  <a:lnTo>
                    <a:pt x="1507645" y="1572630"/>
                  </a:lnTo>
                  <a:lnTo>
                    <a:pt x="1556653" y="1578871"/>
                  </a:lnTo>
                  <a:lnTo>
                    <a:pt x="1605658" y="1584280"/>
                  </a:lnTo>
                  <a:lnTo>
                    <a:pt x="1654660" y="1588857"/>
                  </a:lnTo>
                  <a:lnTo>
                    <a:pt x="1703660" y="1592602"/>
                  </a:lnTo>
                  <a:lnTo>
                    <a:pt x="1752657" y="1595514"/>
                  </a:lnTo>
                  <a:lnTo>
                    <a:pt x="1801652" y="1597594"/>
                  </a:lnTo>
                  <a:lnTo>
                    <a:pt x="1850643" y="1598843"/>
                  </a:lnTo>
                  <a:lnTo>
                    <a:pt x="1899632" y="1599259"/>
                  </a:lnTo>
                  <a:lnTo>
                    <a:pt x="1948618" y="1598843"/>
                  </a:lnTo>
                  <a:lnTo>
                    <a:pt x="1997601" y="1597594"/>
                  </a:lnTo>
                  <a:lnTo>
                    <a:pt x="2046582" y="1595514"/>
                  </a:lnTo>
                  <a:lnTo>
                    <a:pt x="2095560" y="1592602"/>
                  </a:lnTo>
                  <a:lnTo>
                    <a:pt x="2144535" y="1588857"/>
                  </a:lnTo>
                  <a:lnTo>
                    <a:pt x="2193508" y="1584280"/>
                  </a:lnTo>
                  <a:lnTo>
                    <a:pt x="2242478" y="1578871"/>
                  </a:lnTo>
                  <a:lnTo>
                    <a:pt x="2291445" y="1572630"/>
                  </a:lnTo>
                  <a:lnTo>
                    <a:pt x="2340409" y="1565557"/>
                  </a:lnTo>
                  <a:lnTo>
                    <a:pt x="2389371" y="1557652"/>
                  </a:lnTo>
                  <a:lnTo>
                    <a:pt x="2438330" y="1548914"/>
                  </a:lnTo>
                  <a:lnTo>
                    <a:pt x="2487286" y="1539345"/>
                  </a:lnTo>
                  <a:lnTo>
                    <a:pt x="2536239" y="1528943"/>
                  </a:lnTo>
                  <a:lnTo>
                    <a:pt x="2585190" y="1517709"/>
                  </a:lnTo>
                  <a:lnTo>
                    <a:pt x="2634138" y="1505643"/>
                  </a:lnTo>
                  <a:lnTo>
                    <a:pt x="2683083" y="1492745"/>
                  </a:lnTo>
                  <a:lnTo>
                    <a:pt x="2732026" y="1479014"/>
                  </a:lnTo>
                  <a:lnTo>
                    <a:pt x="2780966" y="1464452"/>
                  </a:lnTo>
                  <a:lnTo>
                    <a:pt x="2829903" y="1449057"/>
                  </a:lnTo>
                  <a:lnTo>
                    <a:pt x="2878837" y="1432831"/>
                  </a:lnTo>
                  <a:lnTo>
                    <a:pt x="2927769" y="1415772"/>
                  </a:lnTo>
                </a:path>
                <a:path w="3800475" h="1971675">
                  <a:moveTo>
                    <a:pt x="0" y="985848"/>
                  </a:moveTo>
                  <a:lnTo>
                    <a:pt x="1015" y="953306"/>
                  </a:lnTo>
                  <a:lnTo>
                    <a:pt x="4041" y="921027"/>
                  </a:lnTo>
                  <a:lnTo>
                    <a:pt x="16000" y="857326"/>
                  </a:lnTo>
                  <a:lnTo>
                    <a:pt x="35626" y="794875"/>
                  </a:lnTo>
                  <a:lnTo>
                    <a:pt x="62667" y="733804"/>
                  </a:lnTo>
                  <a:lnTo>
                    <a:pt x="96875" y="674241"/>
                  </a:lnTo>
                  <a:lnTo>
                    <a:pt x="137997" y="616318"/>
                  </a:lnTo>
                  <a:lnTo>
                    <a:pt x="185785" y="560164"/>
                  </a:lnTo>
                  <a:lnTo>
                    <a:pt x="239987" y="505909"/>
                  </a:lnTo>
                  <a:lnTo>
                    <a:pt x="269415" y="479535"/>
                  </a:lnTo>
                  <a:lnTo>
                    <a:pt x="300353" y="453683"/>
                  </a:lnTo>
                  <a:lnTo>
                    <a:pt x="332770" y="428372"/>
                  </a:lnTo>
                  <a:lnTo>
                    <a:pt x="366633" y="403616"/>
                  </a:lnTo>
                  <a:lnTo>
                    <a:pt x="401913" y="379433"/>
                  </a:lnTo>
                  <a:lnTo>
                    <a:pt x="438577" y="355838"/>
                  </a:lnTo>
                  <a:lnTo>
                    <a:pt x="476594" y="332848"/>
                  </a:lnTo>
                  <a:lnTo>
                    <a:pt x="515934" y="310478"/>
                  </a:lnTo>
                  <a:lnTo>
                    <a:pt x="556563" y="288746"/>
                  </a:lnTo>
                  <a:lnTo>
                    <a:pt x="598453" y="267667"/>
                  </a:lnTo>
                  <a:lnTo>
                    <a:pt x="641570" y="247258"/>
                  </a:lnTo>
                  <a:lnTo>
                    <a:pt x="685884" y="227534"/>
                  </a:lnTo>
                  <a:lnTo>
                    <a:pt x="731363" y="208513"/>
                  </a:lnTo>
                  <a:lnTo>
                    <a:pt x="777977" y="190210"/>
                  </a:lnTo>
                  <a:lnTo>
                    <a:pt x="825693" y="172641"/>
                  </a:lnTo>
                  <a:lnTo>
                    <a:pt x="874482" y="155823"/>
                  </a:lnTo>
                  <a:lnTo>
                    <a:pt x="924310" y="139773"/>
                  </a:lnTo>
                  <a:lnTo>
                    <a:pt x="975147" y="124505"/>
                  </a:lnTo>
                  <a:lnTo>
                    <a:pt x="1026962" y="110037"/>
                  </a:lnTo>
                  <a:lnTo>
                    <a:pt x="1079723" y="96385"/>
                  </a:lnTo>
                  <a:lnTo>
                    <a:pt x="1133400" y="83565"/>
                  </a:lnTo>
                  <a:lnTo>
                    <a:pt x="1187960" y="71593"/>
                  </a:lnTo>
                  <a:lnTo>
                    <a:pt x="1243372" y="60485"/>
                  </a:lnTo>
                  <a:lnTo>
                    <a:pt x="1299606" y="50258"/>
                  </a:lnTo>
                  <a:lnTo>
                    <a:pt x="1356629" y="40928"/>
                  </a:lnTo>
                  <a:lnTo>
                    <a:pt x="1414412" y="32511"/>
                  </a:lnTo>
                  <a:lnTo>
                    <a:pt x="1472921" y="25024"/>
                  </a:lnTo>
                  <a:lnTo>
                    <a:pt x="1532126" y="18482"/>
                  </a:lnTo>
                  <a:lnTo>
                    <a:pt x="1591996" y="12902"/>
                  </a:lnTo>
                  <a:lnTo>
                    <a:pt x="1652500" y="8301"/>
                  </a:lnTo>
                  <a:lnTo>
                    <a:pt x="1713605" y="4693"/>
                  </a:lnTo>
                  <a:lnTo>
                    <a:pt x="1775281" y="2096"/>
                  </a:lnTo>
                  <a:lnTo>
                    <a:pt x="1837497" y="526"/>
                  </a:lnTo>
                  <a:lnTo>
                    <a:pt x="1900221" y="0"/>
                  </a:lnTo>
                  <a:lnTo>
                    <a:pt x="1962945" y="526"/>
                  </a:lnTo>
                  <a:lnTo>
                    <a:pt x="2025162" y="2096"/>
                  </a:lnTo>
                  <a:lnTo>
                    <a:pt x="2086839" y="4693"/>
                  </a:lnTo>
                  <a:lnTo>
                    <a:pt x="2147945" y="8301"/>
                  </a:lnTo>
                  <a:lnTo>
                    <a:pt x="2208449" y="12902"/>
                  </a:lnTo>
                  <a:lnTo>
                    <a:pt x="2268320" y="18482"/>
                  </a:lnTo>
                  <a:lnTo>
                    <a:pt x="2327526" y="25024"/>
                  </a:lnTo>
                  <a:lnTo>
                    <a:pt x="2386037" y="32511"/>
                  </a:lnTo>
                  <a:lnTo>
                    <a:pt x="2443820" y="40928"/>
                  </a:lnTo>
                  <a:lnTo>
                    <a:pt x="2500844" y="50258"/>
                  </a:lnTo>
                  <a:lnTo>
                    <a:pt x="2557078" y="60485"/>
                  </a:lnTo>
                  <a:lnTo>
                    <a:pt x="2612492" y="71593"/>
                  </a:lnTo>
                  <a:lnTo>
                    <a:pt x="2667052" y="83565"/>
                  </a:lnTo>
                  <a:lnTo>
                    <a:pt x="2720729" y="96385"/>
                  </a:lnTo>
                  <a:lnTo>
                    <a:pt x="2773491" y="110037"/>
                  </a:lnTo>
                  <a:lnTo>
                    <a:pt x="2825307" y="124505"/>
                  </a:lnTo>
                  <a:lnTo>
                    <a:pt x="2876145" y="139773"/>
                  </a:lnTo>
                  <a:lnTo>
                    <a:pt x="2925974" y="155823"/>
                  </a:lnTo>
                  <a:lnTo>
                    <a:pt x="2974763" y="172641"/>
                  </a:lnTo>
                  <a:lnTo>
                    <a:pt x="3022480" y="190210"/>
                  </a:lnTo>
                  <a:lnTo>
                    <a:pt x="3069094" y="208513"/>
                  </a:lnTo>
                  <a:lnTo>
                    <a:pt x="3114574" y="227534"/>
                  </a:lnTo>
                  <a:lnTo>
                    <a:pt x="3158889" y="247258"/>
                  </a:lnTo>
                  <a:lnTo>
                    <a:pt x="3202006" y="267667"/>
                  </a:lnTo>
                  <a:lnTo>
                    <a:pt x="3243896" y="288746"/>
                  </a:lnTo>
                  <a:lnTo>
                    <a:pt x="3284526" y="310478"/>
                  </a:lnTo>
                  <a:lnTo>
                    <a:pt x="3323866" y="332848"/>
                  </a:lnTo>
                  <a:lnTo>
                    <a:pt x="3361884" y="355838"/>
                  </a:lnTo>
                  <a:lnTo>
                    <a:pt x="3398548" y="379433"/>
                  </a:lnTo>
                  <a:lnTo>
                    <a:pt x="3433828" y="403616"/>
                  </a:lnTo>
                  <a:lnTo>
                    <a:pt x="3467692" y="428372"/>
                  </a:lnTo>
                  <a:lnTo>
                    <a:pt x="3500109" y="453683"/>
                  </a:lnTo>
                  <a:lnTo>
                    <a:pt x="3531048" y="479535"/>
                  </a:lnTo>
                  <a:lnTo>
                    <a:pt x="3560476" y="505909"/>
                  </a:lnTo>
                  <a:lnTo>
                    <a:pt x="3588364" y="532791"/>
                  </a:lnTo>
                  <a:lnTo>
                    <a:pt x="3639391" y="588012"/>
                  </a:lnTo>
                  <a:lnTo>
                    <a:pt x="3683878" y="645067"/>
                  </a:lnTo>
                  <a:lnTo>
                    <a:pt x="3721575" y="703826"/>
                  </a:lnTo>
                  <a:lnTo>
                    <a:pt x="3752231" y="764159"/>
                  </a:lnTo>
                  <a:lnTo>
                    <a:pt x="3775596" y="825937"/>
                  </a:lnTo>
                  <a:lnTo>
                    <a:pt x="3791419" y="889029"/>
                  </a:lnTo>
                  <a:lnTo>
                    <a:pt x="3799451" y="953306"/>
                  </a:lnTo>
                  <a:lnTo>
                    <a:pt x="3800467" y="985848"/>
                  </a:lnTo>
                  <a:lnTo>
                    <a:pt x="3799451" y="1018388"/>
                  </a:lnTo>
                  <a:lnTo>
                    <a:pt x="3791419" y="1082662"/>
                  </a:lnTo>
                  <a:lnTo>
                    <a:pt x="3775596" y="1145752"/>
                  </a:lnTo>
                  <a:lnTo>
                    <a:pt x="3752231" y="1207527"/>
                  </a:lnTo>
                  <a:lnTo>
                    <a:pt x="3721575" y="1267858"/>
                  </a:lnTo>
                  <a:lnTo>
                    <a:pt x="3683878" y="1326615"/>
                  </a:lnTo>
                  <a:lnTo>
                    <a:pt x="3639391" y="1383668"/>
                  </a:lnTo>
                  <a:lnTo>
                    <a:pt x="3588364" y="1438887"/>
                  </a:lnTo>
                  <a:lnTo>
                    <a:pt x="3560476" y="1465768"/>
                  </a:lnTo>
                  <a:lnTo>
                    <a:pt x="3531048" y="1492143"/>
                  </a:lnTo>
                  <a:lnTo>
                    <a:pt x="3500109" y="1517993"/>
                  </a:lnTo>
                  <a:lnTo>
                    <a:pt x="3467692" y="1543304"/>
                  </a:lnTo>
                  <a:lnTo>
                    <a:pt x="3433828" y="1568059"/>
                  </a:lnTo>
                  <a:lnTo>
                    <a:pt x="3398548" y="1592242"/>
                  </a:lnTo>
                  <a:lnTo>
                    <a:pt x="3361884" y="1615837"/>
                  </a:lnTo>
                  <a:lnTo>
                    <a:pt x="3323866" y="1638826"/>
                  </a:lnTo>
                  <a:lnTo>
                    <a:pt x="3284526" y="1661195"/>
                  </a:lnTo>
                  <a:lnTo>
                    <a:pt x="3243896" y="1682927"/>
                  </a:lnTo>
                  <a:lnTo>
                    <a:pt x="3202006" y="1704006"/>
                  </a:lnTo>
                  <a:lnTo>
                    <a:pt x="3158889" y="1724415"/>
                  </a:lnTo>
                  <a:lnTo>
                    <a:pt x="3114574" y="1744138"/>
                  </a:lnTo>
                  <a:lnTo>
                    <a:pt x="3069094" y="1763159"/>
                  </a:lnTo>
                  <a:lnTo>
                    <a:pt x="3022480" y="1781462"/>
                  </a:lnTo>
                  <a:lnTo>
                    <a:pt x="2974763" y="1799030"/>
                  </a:lnTo>
                  <a:lnTo>
                    <a:pt x="2925974" y="1815848"/>
                  </a:lnTo>
                  <a:lnTo>
                    <a:pt x="2876145" y="1831899"/>
                  </a:lnTo>
                  <a:lnTo>
                    <a:pt x="2825307" y="1847166"/>
                  </a:lnTo>
                  <a:lnTo>
                    <a:pt x="2773491" y="1861634"/>
                  </a:lnTo>
                  <a:lnTo>
                    <a:pt x="2720729" y="1875286"/>
                  </a:lnTo>
                  <a:lnTo>
                    <a:pt x="2667052" y="1888106"/>
                  </a:lnTo>
                  <a:lnTo>
                    <a:pt x="2612492" y="1900078"/>
                  </a:lnTo>
                  <a:lnTo>
                    <a:pt x="2557078" y="1911185"/>
                  </a:lnTo>
                  <a:lnTo>
                    <a:pt x="2500844" y="1921412"/>
                  </a:lnTo>
                  <a:lnTo>
                    <a:pt x="2443820" y="1930742"/>
                  </a:lnTo>
                  <a:lnTo>
                    <a:pt x="2386037" y="1939159"/>
                  </a:lnTo>
                  <a:lnTo>
                    <a:pt x="2327526" y="1946646"/>
                  </a:lnTo>
                  <a:lnTo>
                    <a:pt x="2268320" y="1953188"/>
                  </a:lnTo>
                  <a:lnTo>
                    <a:pt x="2208449" y="1958768"/>
                  </a:lnTo>
                  <a:lnTo>
                    <a:pt x="2147945" y="1963369"/>
                  </a:lnTo>
                  <a:lnTo>
                    <a:pt x="2086839" y="1966977"/>
                  </a:lnTo>
                  <a:lnTo>
                    <a:pt x="2025162" y="1969574"/>
                  </a:lnTo>
                  <a:lnTo>
                    <a:pt x="1962945" y="1971144"/>
                  </a:lnTo>
                  <a:lnTo>
                    <a:pt x="1900221" y="1971671"/>
                  </a:lnTo>
                  <a:lnTo>
                    <a:pt x="1837497" y="1971144"/>
                  </a:lnTo>
                  <a:lnTo>
                    <a:pt x="1775281" y="1969574"/>
                  </a:lnTo>
                  <a:lnTo>
                    <a:pt x="1713605" y="1966977"/>
                  </a:lnTo>
                  <a:lnTo>
                    <a:pt x="1652500" y="1963369"/>
                  </a:lnTo>
                  <a:lnTo>
                    <a:pt x="1591996" y="1958768"/>
                  </a:lnTo>
                  <a:lnTo>
                    <a:pt x="1532126" y="1953188"/>
                  </a:lnTo>
                  <a:lnTo>
                    <a:pt x="1472921" y="1946646"/>
                  </a:lnTo>
                  <a:lnTo>
                    <a:pt x="1414412" y="1939159"/>
                  </a:lnTo>
                  <a:lnTo>
                    <a:pt x="1356629" y="1930742"/>
                  </a:lnTo>
                  <a:lnTo>
                    <a:pt x="1299606" y="1921412"/>
                  </a:lnTo>
                  <a:lnTo>
                    <a:pt x="1243372" y="1911185"/>
                  </a:lnTo>
                  <a:lnTo>
                    <a:pt x="1187960" y="1900078"/>
                  </a:lnTo>
                  <a:lnTo>
                    <a:pt x="1133400" y="1888106"/>
                  </a:lnTo>
                  <a:lnTo>
                    <a:pt x="1079723" y="1875286"/>
                  </a:lnTo>
                  <a:lnTo>
                    <a:pt x="1026962" y="1861634"/>
                  </a:lnTo>
                  <a:lnTo>
                    <a:pt x="975147" y="1847166"/>
                  </a:lnTo>
                  <a:lnTo>
                    <a:pt x="924310" y="1831899"/>
                  </a:lnTo>
                  <a:lnTo>
                    <a:pt x="874482" y="1815848"/>
                  </a:lnTo>
                  <a:lnTo>
                    <a:pt x="825693" y="1799030"/>
                  </a:lnTo>
                  <a:lnTo>
                    <a:pt x="777977" y="1781462"/>
                  </a:lnTo>
                  <a:lnTo>
                    <a:pt x="731363" y="1763159"/>
                  </a:lnTo>
                  <a:lnTo>
                    <a:pt x="685884" y="1744138"/>
                  </a:lnTo>
                  <a:lnTo>
                    <a:pt x="641570" y="1724415"/>
                  </a:lnTo>
                  <a:lnTo>
                    <a:pt x="598453" y="1704006"/>
                  </a:lnTo>
                  <a:lnTo>
                    <a:pt x="556563" y="1682927"/>
                  </a:lnTo>
                  <a:lnTo>
                    <a:pt x="515934" y="1661195"/>
                  </a:lnTo>
                  <a:lnTo>
                    <a:pt x="476594" y="1638826"/>
                  </a:lnTo>
                  <a:lnTo>
                    <a:pt x="438577" y="1615837"/>
                  </a:lnTo>
                  <a:lnTo>
                    <a:pt x="401913" y="1592242"/>
                  </a:lnTo>
                  <a:lnTo>
                    <a:pt x="366633" y="1568059"/>
                  </a:lnTo>
                  <a:lnTo>
                    <a:pt x="332770" y="1543304"/>
                  </a:lnTo>
                  <a:lnTo>
                    <a:pt x="300353" y="1517993"/>
                  </a:lnTo>
                  <a:lnTo>
                    <a:pt x="269415" y="1492143"/>
                  </a:lnTo>
                  <a:lnTo>
                    <a:pt x="239987" y="1465768"/>
                  </a:lnTo>
                  <a:lnTo>
                    <a:pt x="212100" y="1438887"/>
                  </a:lnTo>
                  <a:lnTo>
                    <a:pt x="161074" y="1383668"/>
                  </a:lnTo>
                  <a:lnTo>
                    <a:pt x="116587" y="1326615"/>
                  </a:lnTo>
                  <a:lnTo>
                    <a:pt x="78891" y="1267858"/>
                  </a:lnTo>
                  <a:lnTo>
                    <a:pt x="48235" y="1207527"/>
                  </a:lnTo>
                  <a:lnTo>
                    <a:pt x="24870" y="1145752"/>
                  </a:lnTo>
                  <a:lnTo>
                    <a:pt x="9047" y="1082662"/>
                  </a:lnTo>
                  <a:lnTo>
                    <a:pt x="1015" y="1018388"/>
                  </a:lnTo>
                  <a:lnTo>
                    <a:pt x="0" y="985848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53511" y="4319638"/>
            <a:ext cx="21564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Black"/>
                <a:cs typeface="Arial Black"/>
              </a:rPr>
              <a:t>Bagaimana</a:t>
            </a:r>
            <a:r>
              <a:rPr sz="18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Black"/>
                <a:cs typeface="Arial Black"/>
              </a:rPr>
              <a:t>cara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mendeskripsikan </a:t>
            </a:r>
            <a:r>
              <a:rPr sz="1800" dirty="0" err="1">
                <a:solidFill>
                  <a:srgbClr val="FFFFFF"/>
                </a:solidFill>
                <a:latin typeface="Arial Black"/>
                <a:cs typeface="Arial Black"/>
              </a:rPr>
              <a:t>suatu</a:t>
            </a:r>
            <a:r>
              <a:rPr sz="18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 err="1">
                <a:solidFill>
                  <a:srgbClr val="FFFFFF"/>
                </a:solidFill>
                <a:latin typeface="Arial Black"/>
                <a:cs typeface="Arial Black"/>
              </a:rPr>
              <a:t>ob</a:t>
            </a:r>
            <a:r>
              <a:rPr lang="en-US" sz="1800" spc="-10" dirty="0" err="1">
                <a:solidFill>
                  <a:srgbClr val="FFFFFF"/>
                </a:solidFill>
                <a:latin typeface="Arial Black"/>
                <a:cs typeface="Arial Black"/>
              </a:rPr>
              <a:t>j</a:t>
            </a:r>
            <a:r>
              <a:rPr sz="1800" spc="-10" dirty="0" err="1">
                <a:solidFill>
                  <a:srgbClr val="FFFFFF"/>
                </a:solidFill>
                <a:latin typeface="Arial Black"/>
                <a:cs typeface="Arial Black"/>
              </a:rPr>
              <a:t>ek</a:t>
            </a:r>
            <a:endParaRPr sz="1800" dirty="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05709" y="2952743"/>
            <a:ext cx="3267075" cy="1400175"/>
            <a:chOff x="7705709" y="2952743"/>
            <a:chExt cx="3267075" cy="1400175"/>
          </a:xfrm>
        </p:grpSpPr>
        <p:sp>
          <p:nvSpPr>
            <p:cNvPr id="11" name="object 11"/>
            <p:cNvSpPr/>
            <p:nvPr/>
          </p:nvSpPr>
          <p:spPr>
            <a:xfrm>
              <a:off x="7715234" y="2962268"/>
              <a:ext cx="3248025" cy="1381125"/>
            </a:xfrm>
            <a:custGeom>
              <a:avLst/>
              <a:gdLst/>
              <a:ahLst/>
              <a:cxnLst/>
              <a:rect l="l" t="t" r="r" b="b"/>
              <a:pathLst>
                <a:path w="3248025" h="1381125">
                  <a:moveTo>
                    <a:pt x="1623996" y="1381122"/>
                  </a:moveTo>
                  <a:lnTo>
                    <a:pt x="1558681" y="1380573"/>
                  </a:lnTo>
                  <a:lnTo>
                    <a:pt x="1494020" y="1378942"/>
                  </a:lnTo>
                  <a:lnTo>
                    <a:pt x="1430062" y="1376249"/>
                  </a:lnTo>
                  <a:lnTo>
                    <a:pt x="1366855" y="1372513"/>
                  </a:lnTo>
                  <a:lnTo>
                    <a:pt x="1304449" y="1367757"/>
                  </a:lnTo>
                  <a:lnTo>
                    <a:pt x="1242892" y="1362001"/>
                  </a:lnTo>
                  <a:lnTo>
                    <a:pt x="1182231" y="1355264"/>
                  </a:lnTo>
                  <a:lnTo>
                    <a:pt x="1122517" y="1347569"/>
                  </a:lnTo>
                  <a:lnTo>
                    <a:pt x="1063796" y="1338935"/>
                  </a:lnTo>
                  <a:lnTo>
                    <a:pt x="1006119" y="1329383"/>
                  </a:lnTo>
                  <a:lnTo>
                    <a:pt x="949532" y="1318934"/>
                  </a:lnTo>
                  <a:lnTo>
                    <a:pt x="894085" y="1307608"/>
                  </a:lnTo>
                  <a:lnTo>
                    <a:pt x="839827" y="1295427"/>
                  </a:lnTo>
                  <a:lnTo>
                    <a:pt x="786805" y="1282410"/>
                  </a:lnTo>
                  <a:lnTo>
                    <a:pt x="735069" y="1268578"/>
                  </a:lnTo>
                  <a:lnTo>
                    <a:pt x="684666" y="1253952"/>
                  </a:lnTo>
                  <a:lnTo>
                    <a:pt x="635646" y="1238553"/>
                  </a:lnTo>
                  <a:lnTo>
                    <a:pt x="588056" y="1222401"/>
                  </a:lnTo>
                  <a:lnTo>
                    <a:pt x="541946" y="1205517"/>
                  </a:lnTo>
                  <a:lnTo>
                    <a:pt x="497364" y="1187921"/>
                  </a:lnTo>
                  <a:lnTo>
                    <a:pt x="454358" y="1169634"/>
                  </a:lnTo>
                  <a:lnTo>
                    <a:pt x="412977" y="1150677"/>
                  </a:lnTo>
                  <a:lnTo>
                    <a:pt x="373270" y="1131070"/>
                  </a:lnTo>
                  <a:lnTo>
                    <a:pt x="335284" y="1110835"/>
                  </a:lnTo>
                  <a:lnTo>
                    <a:pt x="299069" y="1089991"/>
                  </a:lnTo>
                  <a:lnTo>
                    <a:pt x="264673" y="1068559"/>
                  </a:lnTo>
                  <a:lnTo>
                    <a:pt x="232144" y="1046559"/>
                  </a:lnTo>
                  <a:lnTo>
                    <a:pt x="172884" y="1000942"/>
                  </a:lnTo>
                  <a:lnTo>
                    <a:pt x="121675" y="953304"/>
                  </a:lnTo>
                  <a:lnTo>
                    <a:pt x="78907" y="903810"/>
                  </a:lnTo>
                  <a:lnTo>
                    <a:pt x="44967" y="852624"/>
                  </a:lnTo>
                  <a:lnTo>
                    <a:pt x="20244" y="799913"/>
                  </a:lnTo>
                  <a:lnTo>
                    <a:pt x="5125" y="745841"/>
                  </a:lnTo>
                  <a:lnTo>
                    <a:pt x="0" y="690573"/>
                  </a:lnTo>
                  <a:lnTo>
                    <a:pt x="1289" y="662798"/>
                  </a:lnTo>
                  <a:lnTo>
                    <a:pt x="11460" y="608104"/>
                  </a:lnTo>
                  <a:lnTo>
                    <a:pt x="31429" y="554689"/>
                  </a:lnTo>
                  <a:lnTo>
                    <a:pt x="60809" y="502717"/>
                  </a:lnTo>
                  <a:lnTo>
                    <a:pt x="99212" y="452355"/>
                  </a:lnTo>
                  <a:lnTo>
                    <a:pt x="146249" y="403766"/>
                  </a:lnTo>
                  <a:lnTo>
                    <a:pt x="201532" y="357115"/>
                  </a:lnTo>
                  <a:lnTo>
                    <a:pt x="264673" y="312569"/>
                  </a:lnTo>
                  <a:lnTo>
                    <a:pt x="299069" y="291136"/>
                  </a:lnTo>
                  <a:lnTo>
                    <a:pt x="335284" y="270292"/>
                  </a:lnTo>
                  <a:lnTo>
                    <a:pt x="373270" y="250055"/>
                  </a:lnTo>
                  <a:lnTo>
                    <a:pt x="412977" y="230448"/>
                  </a:lnTo>
                  <a:lnTo>
                    <a:pt x="454358" y="211490"/>
                  </a:lnTo>
                  <a:lnTo>
                    <a:pt x="497364" y="193203"/>
                  </a:lnTo>
                  <a:lnTo>
                    <a:pt x="541946" y="175607"/>
                  </a:lnTo>
                  <a:lnTo>
                    <a:pt x="588056" y="158722"/>
                  </a:lnTo>
                  <a:lnTo>
                    <a:pt x="635646" y="142570"/>
                  </a:lnTo>
                  <a:lnTo>
                    <a:pt x="684666" y="127170"/>
                  </a:lnTo>
                  <a:lnTo>
                    <a:pt x="735069" y="112544"/>
                  </a:lnTo>
                  <a:lnTo>
                    <a:pt x="786805" y="98712"/>
                  </a:lnTo>
                  <a:lnTo>
                    <a:pt x="839827" y="85695"/>
                  </a:lnTo>
                  <a:lnTo>
                    <a:pt x="894085" y="73513"/>
                  </a:lnTo>
                  <a:lnTo>
                    <a:pt x="949532" y="62188"/>
                  </a:lnTo>
                  <a:lnTo>
                    <a:pt x="1006119" y="51738"/>
                  </a:lnTo>
                  <a:lnTo>
                    <a:pt x="1063796" y="42186"/>
                  </a:lnTo>
                  <a:lnTo>
                    <a:pt x="1122517" y="33552"/>
                  </a:lnTo>
                  <a:lnTo>
                    <a:pt x="1182231" y="25857"/>
                  </a:lnTo>
                  <a:lnTo>
                    <a:pt x="1242892" y="19121"/>
                  </a:lnTo>
                  <a:lnTo>
                    <a:pt x="1304449" y="13364"/>
                  </a:lnTo>
                  <a:lnTo>
                    <a:pt x="1366855" y="8608"/>
                  </a:lnTo>
                  <a:lnTo>
                    <a:pt x="1430062" y="4873"/>
                  </a:lnTo>
                  <a:lnTo>
                    <a:pt x="1494020" y="2179"/>
                  </a:lnTo>
                  <a:lnTo>
                    <a:pt x="1558681" y="548"/>
                  </a:lnTo>
                  <a:lnTo>
                    <a:pt x="1623996" y="0"/>
                  </a:lnTo>
                  <a:lnTo>
                    <a:pt x="1689314" y="548"/>
                  </a:lnTo>
                  <a:lnTo>
                    <a:pt x="1753976" y="2179"/>
                  </a:lnTo>
                  <a:lnTo>
                    <a:pt x="1817936" y="4873"/>
                  </a:lnTo>
                  <a:lnTo>
                    <a:pt x="1881144" y="8608"/>
                  </a:lnTo>
                  <a:lnTo>
                    <a:pt x="1943551" y="13364"/>
                  </a:lnTo>
                  <a:lnTo>
                    <a:pt x="2005110" y="19121"/>
                  </a:lnTo>
                  <a:lnTo>
                    <a:pt x="2065772" y="25857"/>
                  </a:lnTo>
                  <a:lnTo>
                    <a:pt x="2125488" y="33552"/>
                  </a:lnTo>
                  <a:lnTo>
                    <a:pt x="2184209" y="42186"/>
                  </a:lnTo>
                  <a:lnTo>
                    <a:pt x="2241888" y="51738"/>
                  </a:lnTo>
                  <a:lnTo>
                    <a:pt x="2298476" y="62188"/>
                  </a:lnTo>
                  <a:lnTo>
                    <a:pt x="2353923" y="73513"/>
                  </a:lnTo>
                  <a:lnTo>
                    <a:pt x="2408183" y="85695"/>
                  </a:lnTo>
                  <a:lnTo>
                    <a:pt x="2461205" y="98712"/>
                  </a:lnTo>
                  <a:lnTo>
                    <a:pt x="2512942" y="112544"/>
                  </a:lnTo>
                  <a:lnTo>
                    <a:pt x="2563346" y="127170"/>
                  </a:lnTo>
                  <a:lnTo>
                    <a:pt x="2612367" y="142570"/>
                  </a:lnTo>
                  <a:lnTo>
                    <a:pt x="2659957" y="158722"/>
                  </a:lnTo>
                  <a:lnTo>
                    <a:pt x="2706067" y="175607"/>
                  </a:lnTo>
                  <a:lnTo>
                    <a:pt x="2750650" y="193203"/>
                  </a:lnTo>
                  <a:lnTo>
                    <a:pt x="2793656" y="211490"/>
                  </a:lnTo>
                  <a:lnTo>
                    <a:pt x="2835038" y="230448"/>
                  </a:lnTo>
                  <a:lnTo>
                    <a:pt x="2874746" y="250055"/>
                  </a:lnTo>
                  <a:lnTo>
                    <a:pt x="2912731" y="270292"/>
                  </a:lnTo>
                  <a:lnTo>
                    <a:pt x="2948947" y="291136"/>
                  </a:lnTo>
                  <a:lnTo>
                    <a:pt x="2983343" y="312569"/>
                  </a:lnTo>
                  <a:lnTo>
                    <a:pt x="3015872" y="334569"/>
                  </a:lnTo>
                  <a:lnTo>
                    <a:pt x="3075133" y="380188"/>
                  </a:lnTo>
                  <a:lnTo>
                    <a:pt x="3126342" y="427828"/>
                  </a:lnTo>
                  <a:lnTo>
                    <a:pt x="3169110" y="477325"/>
                  </a:lnTo>
                  <a:lnTo>
                    <a:pt x="3203050" y="528512"/>
                  </a:lnTo>
                  <a:lnTo>
                    <a:pt x="3227774" y="581226"/>
                  </a:lnTo>
                  <a:lnTo>
                    <a:pt x="3242892" y="635302"/>
                  </a:lnTo>
                  <a:lnTo>
                    <a:pt x="3248018" y="690573"/>
                  </a:lnTo>
                  <a:lnTo>
                    <a:pt x="3246728" y="718346"/>
                  </a:lnTo>
                  <a:lnTo>
                    <a:pt x="3236558" y="773037"/>
                  </a:lnTo>
                  <a:lnTo>
                    <a:pt x="3216588" y="826449"/>
                  </a:lnTo>
                  <a:lnTo>
                    <a:pt x="3187208" y="878418"/>
                  </a:lnTo>
                  <a:lnTo>
                    <a:pt x="3148805" y="928778"/>
                  </a:lnTo>
                  <a:lnTo>
                    <a:pt x="3101768" y="977365"/>
                  </a:lnTo>
                  <a:lnTo>
                    <a:pt x="3046485" y="1024014"/>
                  </a:lnTo>
                  <a:lnTo>
                    <a:pt x="2983343" y="1068559"/>
                  </a:lnTo>
                  <a:lnTo>
                    <a:pt x="2948947" y="1089991"/>
                  </a:lnTo>
                  <a:lnTo>
                    <a:pt x="2912731" y="1110835"/>
                  </a:lnTo>
                  <a:lnTo>
                    <a:pt x="2874746" y="1131070"/>
                  </a:lnTo>
                  <a:lnTo>
                    <a:pt x="2835038" y="1150677"/>
                  </a:lnTo>
                  <a:lnTo>
                    <a:pt x="2793656" y="1169634"/>
                  </a:lnTo>
                  <a:lnTo>
                    <a:pt x="2750650" y="1187921"/>
                  </a:lnTo>
                  <a:lnTo>
                    <a:pt x="2706067" y="1205517"/>
                  </a:lnTo>
                  <a:lnTo>
                    <a:pt x="2659957" y="1222401"/>
                  </a:lnTo>
                  <a:lnTo>
                    <a:pt x="2612367" y="1238553"/>
                  </a:lnTo>
                  <a:lnTo>
                    <a:pt x="2563346" y="1253952"/>
                  </a:lnTo>
                  <a:lnTo>
                    <a:pt x="2512942" y="1268578"/>
                  </a:lnTo>
                  <a:lnTo>
                    <a:pt x="2461205" y="1282410"/>
                  </a:lnTo>
                  <a:lnTo>
                    <a:pt x="2408183" y="1295427"/>
                  </a:lnTo>
                  <a:lnTo>
                    <a:pt x="2353923" y="1307608"/>
                  </a:lnTo>
                  <a:lnTo>
                    <a:pt x="2298476" y="1318934"/>
                  </a:lnTo>
                  <a:lnTo>
                    <a:pt x="2241888" y="1329383"/>
                  </a:lnTo>
                  <a:lnTo>
                    <a:pt x="2184209" y="1338935"/>
                  </a:lnTo>
                  <a:lnTo>
                    <a:pt x="2125488" y="1347569"/>
                  </a:lnTo>
                  <a:lnTo>
                    <a:pt x="2065772" y="1355264"/>
                  </a:lnTo>
                  <a:lnTo>
                    <a:pt x="2005110" y="1362001"/>
                  </a:lnTo>
                  <a:lnTo>
                    <a:pt x="1943551" y="1367757"/>
                  </a:lnTo>
                  <a:lnTo>
                    <a:pt x="1881144" y="1372513"/>
                  </a:lnTo>
                  <a:lnTo>
                    <a:pt x="1817936" y="1376249"/>
                  </a:lnTo>
                  <a:lnTo>
                    <a:pt x="1753976" y="1378942"/>
                  </a:lnTo>
                  <a:lnTo>
                    <a:pt x="1689314" y="1380573"/>
                  </a:lnTo>
                  <a:lnTo>
                    <a:pt x="1623996" y="138112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9782" y="3374368"/>
              <a:ext cx="1379220" cy="144145"/>
            </a:xfrm>
            <a:custGeom>
              <a:avLst/>
              <a:gdLst/>
              <a:ahLst/>
              <a:cxnLst/>
              <a:rect l="l" t="t" r="r" b="b"/>
              <a:pathLst>
                <a:path w="1379220" h="144145">
                  <a:moveTo>
                    <a:pt x="169174" y="143874"/>
                  </a:moveTo>
                  <a:lnTo>
                    <a:pt x="103327" y="138218"/>
                  </a:lnTo>
                  <a:lnTo>
                    <a:pt x="49553" y="122796"/>
                  </a:lnTo>
                  <a:lnTo>
                    <a:pt x="13295" y="99925"/>
                  </a:lnTo>
                  <a:lnTo>
                    <a:pt x="0" y="71924"/>
                  </a:lnTo>
                  <a:lnTo>
                    <a:pt x="13295" y="43927"/>
                  </a:lnTo>
                  <a:lnTo>
                    <a:pt x="49553" y="21065"/>
                  </a:lnTo>
                  <a:lnTo>
                    <a:pt x="103327" y="5651"/>
                  </a:lnTo>
                  <a:lnTo>
                    <a:pt x="169174" y="0"/>
                  </a:lnTo>
                  <a:lnTo>
                    <a:pt x="235021" y="5651"/>
                  </a:lnTo>
                  <a:lnTo>
                    <a:pt x="288796" y="21065"/>
                  </a:lnTo>
                  <a:lnTo>
                    <a:pt x="325053" y="43927"/>
                  </a:lnTo>
                  <a:lnTo>
                    <a:pt x="338349" y="71924"/>
                  </a:lnTo>
                  <a:lnTo>
                    <a:pt x="325053" y="99925"/>
                  </a:lnTo>
                  <a:lnTo>
                    <a:pt x="288796" y="122796"/>
                  </a:lnTo>
                  <a:lnTo>
                    <a:pt x="235021" y="138218"/>
                  </a:lnTo>
                  <a:lnTo>
                    <a:pt x="169174" y="143874"/>
                  </a:lnTo>
                  <a:close/>
                </a:path>
                <a:path w="1379220" h="144145">
                  <a:moveTo>
                    <a:pt x="1209747" y="143874"/>
                  </a:moveTo>
                  <a:lnTo>
                    <a:pt x="1143900" y="138218"/>
                  </a:lnTo>
                  <a:lnTo>
                    <a:pt x="1090125" y="122796"/>
                  </a:lnTo>
                  <a:lnTo>
                    <a:pt x="1053868" y="99925"/>
                  </a:lnTo>
                  <a:lnTo>
                    <a:pt x="1040572" y="71924"/>
                  </a:lnTo>
                  <a:lnTo>
                    <a:pt x="1053868" y="43927"/>
                  </a:lnTo>
                  <a:lnTo>
                    <a:pt x="1090125" y="21065"/>
                  </a:lnTo>
                  <a:lnTo>
                    <a:pt x="1143900" y="5651"/>
                  </a:lnTo>
                  <a:lnTo>
                    <a:pt x="1209747" y="0"/>
                  </a:lnTo>
                  <a:lnTo>
                    <a:pt x="1275594" y="5651"/>
                  </a:lnTo>
                  <a:lnTo>
                    <a:pt x="1329369" y="21065"/>
                  </a:lnTo>
                  <a:lnTo>
                    <a:pt x="1365626" y="43927"/>
                  </a:lnTo>
                  <a:lnTo>
                    <a:pt x="1378922" y="71924"/>
                  </a:lnTo>
                  <a:lnTo>
                    <a:pt x="1365626" y="99925"/>
                  </a:lnTo>
                  <a:lnTo>
                    <a:pt x="1329369" y="122796"/>
                  </a:lnTo>
                  <a:lnTo>
                    <a:pt x="1275594" y="138218"/>
                  </a:lnTo>
                  <a:lnTo>
                    <a:pt x="1209747" y="143874"/>
                  </a:lnTo>
                  <a:close/>
                </a:path>
              </a:pathLst>
            </a:custGeom>
            <a:solidFill>
              <a:srgbClr val="839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5234" y="2962268"/>
              <a:ext cx="3248025" cy="1381125"/>
            </a:xfrm>
            <a:custGeom>
              <a:avLst/>
              <a:gdLst/>
              <a:ahLst/>
              <a:cxnLst/>
              <a:rect l="l" t="t" r="r" b="b"/>
              <a:pathLst>
                <a:path w="3248025" h="1381125">
                  <a:moveTo>
                    <a:pt x="934548" y="484024"/>
                  </a:moveTo>
                  <a:lnTo>
                    <a:pt x="947843" y="456026"/>
                  </a:lnTo>
                  <a:lnTo>
                    <a:pt x="984101" y="433164"/>
                  </a:lnTo>
                  <a:lnTo>
                    <a:pt x="1037875" y="417751"/>
                  </a:lnTo>
                  <a:lnTo>
                    <a:pt x="1103722" y="412099"/>
                  </a:lnTo>
                  <a:lnTo>
                    <a:pt x="1169569" y="417751"/>
                  </a:lnTo>
                  <a:lnTo>
                    <a:pt x="1223344" y="433164"/>
                  </a:lnTo>
                  <a:lnTo>
                    <a:pt x="1259601" y="456026"/>
                  </a:lnTo>
                  <a:lnTo>
                    <a:pt x="1272897" y="484024"/>
                  </a:lnTo>
                  <a:lnTo>
                    <a:pt x="1259601" y="512025"/>
                  </a:lnTo>
                  <a:lnTo>
                    <a:pt x="1223344" y="534895"/>
                  </a:lnTo>
                  <a:lnTo>
                    <a:pt x="1169569" y="550318"/>
                  </a:lnTo>
                  <a:lnTo>
                    <a:pt x="1103722" y="555973"/>
                  </a:lnTo>
                  <a:lnTo>
                    <a:pt x="1037875" y="550318"/>
                  </a:lnTo>
                  <a:lnTo>
                    <a:pt x="984101" y="534895"/>
                  </a:lnTo>
                  <a:lnTo>
                    <a:pt x="947843" y="512025"/>
                  </a:lnTo>
                  <a:lnTo>
                    <a:pt x="934548" y="484024"/>
                  </a:lnTo>
                </a:path>
                <a:path w="3248025" h="1381125">
                  <a:moveTo>
                    <a:pt x="1975121" y="484024"/>
                  </a:moveTo>
                  <a:lnTo>
                    <a:pt x="1988416" y="456026"/>
                  </a:lnTo>
                  <a:lnTo>
                    <a:pt x="2024674" y="433164"/>
                  </a:lnTo>
                  <a:lnTo>
                    <a:pt x="2078448" y="417751"/>
                  </a:lnTo>
                  <a:lnTo>
                    <a:pt x="2144295" y="412099"/>
                  </a:lnTo>
                  <a:lnTo>
                    <a:pt x="2210142" y="417751"/>
                  </a:lnTo>
                  <a:lnTo>
                    <a:pt x="2263917" y="433164"/>
                  </a:lnTo>
                  <a:lnTo>
                    <a:pt x="2300174" y="456026"/>
                  </a:lnTo>
                  <a:lnTo>
                    <a:pt x="2313470" y="484024"/>
                  </a:lnTo>
                  <a:lnTo>
                    <a:pt x="2300174" y="512025"/>
                  </a:lnTo>
                  <a:lnTo>
                    <a:pt x="2263917" y="534895"/>
                  </a:lnTo>
                  <a:lnTo>
                    <a:pt x="2210142" y="550318"/>
                  </a:lnTo>
                  <a:lnTo>
                    <a:pt x="2144295" y="555973"/>
                  </a:lnTo>
                  <a:lnTo>
                    <a:pt x="2078448" y="550318"/>
                  </a:lnTo>
                  <a:lnTo>
                    <a:pt x="2024674" y="534895"/>
                  </a:lnTo>
                  <a:lnTo>
                    <a:pt x="1988416" y="512025"/>
                  </a:lnTo>
                  <a:lnTo>
                    <a:pt x="1975121" y="484024"/>
                  </a:lnTo>
                </a:path>
                <a:path w="3248025" h="1381125">
                  <a:moveTo>
                    <a:pt x="743773" y="991723"/>
                  </a:moveTo>
                  <a:lnTo>
                    <a:pt x="792673" y="1005607"/>
                  </a:lnTo>
                  <a:lnTo>
                    <a:pt x="841570" y="1018698"/>
                  </a:lnTo>
                  <a:lnTo>
                    <a:pt x="890464" y="1030996"/>
                  </a:lnTo>
                  <a:lnTo>
                    <a:pt x="939355" y="1042500"/>
                  </a:lnTo>
                  <a:lnTo>
                    <a:pt x="988242" y="1053211"/>
                  </a:lnTo>
                  <a:lnTo>
                    <a:pt x="1037127" y="1063129"/>
                  </a:lnTo>
                  <a:lnTo>
                    <a:pt x="1086008" y="1072253"/>
                  </a:lnTo>
                  <a:lnTo>
                    <a:pt x="1134885" y="1080583"/>
                  </a:lnTo>
                  <a:lnTo>
                    <a:pt x="1183760" y="1088121"/>
                  </a:lnTo>
                  <a:lnTo>
                    <a:pt x="1232631" y="1094865"/>
                  </a:lnTo>
                  <a:lnTo>
                    <a:pt x="1281499" y="1100815"/>
                  </a:lnTo>
                  <a:lnTo>
                    <a:pt x="1330364" y="1105972"/>
                  </a:lnTo>
                  <a:lnTo>
                    <a:pt x="1379226" y="1110336"/>
                  </a:lnTo>
                  <a:lnTo>
                    <a:pt x="1428085" y="1113906"/>
                  </a:lnTo>
                  <a:lnTo>
                    <a:pt x="1476940" y="1116683"/>
                  </a:lnTo>
                  <a:lnTo>
                    <a:pt x="1525792" y="1118667"/>
                  </a:lnTo>
                  <a:lnTo>
                    <a:pt x="1574641" y="1119857"/>
                  </a:lnTo>
                  <a:lnTo>
                    <a:pt x="1623487" y="1120253"/>
                  </a:lnTo>
                  <a:lnTo>
                    <a:pt x="1672329" y="1119857"/>
                  </a:lnTo>
                  <a:lnTo>
                    <a:pt x="1721169" y="1118667"/>
                  </a:lnTo>
                  <a:lnTo>
                    <a:pt x="1770005" y="1116683"/>
                  </a:lnTo>
                  <a:lnTo>
                    <a:pt x="1818838" y="1113906"/>
                  </a:lnTo>
                  <a:lnTo>
                    <a:pt x="1867668" y="1110336"/>
                  </a:lnTo>
                  <a:lnTo>
                    <a:pt x="1916495" y="1105972"/>
                  </a:lnTo>
                  <a:lnTo>
                    <a:pt x="1965318" y="1100815"/>
                  </a:lnTo>
                  <a:lnTo>
                    <a:pt x="2014139" y="1094865"/>
                  </a:lnTo>
                  <a:lnTo>
                    <a:pt x="2062956" y="1088121"/>
                  </a:lnTo>
                  <a:lnTo>
                    <a:pt x="2111770" y="1080583"/>
                  </a:lnTo>
                  <a:lnTo>
                    <a:pt x="2160581" y="1072253"/>
                  </a:lnTo>
                  <a:lnTo>
                    <a:pt x="2209389" y="1063129"/>
                  </a:lnTo>
                  <a:lnTo>
                    <a:pt x="2258193" y="1053211"/>
                  </a:lnTo>
                  <a:lnTo>
                    <a:pt x="2306995" y="1042500"/>
                  </a:lnTo>
                  <a:lnTo>
                    <a:pt x="2355793" y="1030996"/>
                  </a:lnTo>
                  <a:lnTo>
                    <a:pt x="2404588" y="1018698"/>
                  </a:lnTo>
                  <a:lnTo>
                    <a:pt x="2453380" y="1005607"/>
                  </a:lnTo>
                  <a:lnTo>
                    <a:pt x="2502169" y="991723"/>
                  </a:lnTo>
                </a:path>
                <a:path w="3248025" h="1381125">
                  <a:moveTo>
                    <a:pt x="0" y="690573"/>
                  </a:moveTo>
                  <a:lnTo>
                    <a:pt x="1289" y="662798"/>
                  </a:lnTo>
                  <a:lnTo>
                    <a:pt x="5125" y="635302"/>
                  </a:lnTo>
                  <a:lnTo>
                    <a:pt x="20244" y="581226"/>
                  </a:lnTo>
                  <a:lnTo>
                    <a:pt x="44967" y="528512"/>
                  </a:lnTo>
                  <a:lnTo>
                    <a:pt x="78907" y="477325"/>
                  </a:lnTo>
                  <a:lnTo>
                    <a:pt x="121675" y="427828"/>
                  </a:lnTo>
                  <a:lnTo>
                    <a:pt x="172884" y="380188"/>
                  </a:lnTo>
                  <a:lnTo>
                    <a:pt x="232144" y="334569"/>
                  </a:lnTo>
                  <a:lnTo>
                    <a:pt x="264673" y="312569"/>
                  </a:lnTo>
                  <a:lnTo>
                    <a:pt x="299069" y="291136"/>
                  </a:lnTo>
                  <a:lnTo>
                    <a:pt x="335284" y="270292"/>
                  </a:lnTo>
                  <a:lnTo>
                    <a:pt x="373270" y="250055"/>
                  </a:lnTo>
                  <a:lnTo>
                    <a:pt x="412977" y="230448"/>
                  </a:lnTo>
                  <a:lnTo>
                    <a:pt x="454358" y="211490"/>
                  </a:lnTo>
                  <a:lnTo>
                    <a:pt x="497364" y="193203"/>
                  </a:lnTo>
                  <a:lnTo>
                    <a:pt x="541946" y="175607"/>
                  </a:lnTo>
                  <a:lnTo>
                    <a:pt x="588056" y="158722"/>
                  </a:lnTo>
                  <a:lnTo>
                    <a:pt x="635646" y="142570"/>
                  </a:lnTo>
                  <a:lnTo>
                    <a:pt x="684666" y="127170"/>
                  </a:lnTo>
                  <a:lnTo>
                    <a:pt x="735069" y="112544"/>
                  </a:lnTo>
                  <a:lnTo>
                    <a:pt x="786805" y="98712"/>
                  </a:lnTo>
                  <a:lnTo>
                    <a:pt x="839827" y="85695"/>
                  </a:lnTo>
                  <a:lnTo>
                    <a:pt x="894085" y="73513"/>
                  </a:lnTo>
                  <a:lnTo>
                    <a:pt x="949532" y="62188"/>
                  </a:lnTo>
                  <a:lnTo>
                    <a:pt x="1006119" y="51738"/>
                  </a:lnTo>
                  <a:lnTo>
                    <a:pt x="1063796" y="42186"/>
                  </a:lnTo>
                  <a:lnTo>
                    <a:pt x="1122517" y="33552"/>
                  </a:lnTo>
                  <a:lnTo>
                    <a:pt x="1182231" y="25857"/>
                  </a:lnTo>
                  <a:lnTo>
                    <a:pt x="1242892" y="19121"/>
                  </a:lnTo>
                  <a:lnTo>
                    <a:pt x="1304449" y="13364"/>
                  </a:lnTo>
                  <a:lnTo>
                    <a:pt x="1366855" y="8608"/>
                  </a:lnTo>
                  <a:lnTo>
                    <a:pt x="1430062" y="4873"/>
                  </a:lnTo>
                  <a:lnTo>
                    <a:pt x="1494020" y="2179"/>
                  </a:lnTo>
                  <a:lnTo>
                    <a:pt x="1558681" y="548"/>
                  </a:lnTo>
                  <a:lnTo>
                    <a:pt x="1623996" y="0"/>
                  </a:lnTo>
                  <a:lnTo>
                    <a:pt x="1689314" y="548"/>
                  </a:lnTo>
                  <a:lnTo>
                    <a:pt x="1753976" y="2179"/>
                  </a:lnTo>
                  <a:lnTo>
                    <a:pt x="1817936" y="4873"/>
                  </a:lnTo>
                  <a:lnTo>
                    <a:pt x="1881144" y="8608"/>
                  </a:lnTo>
                  <a:lnTo>
                    <a:pt x="1943551" y="13364"/>
                  </a:lnTo>
                  <a:lnTo>
                    <a:pt x="2005110" y="19121"/>
                  </a:lnTo>
                  <a:lnTo>
                    <a:pt x="2065772" y="25857"/>
                  </a:lnTo>
                  <a:lnTo>
                    <a:pt x="2125488" y="33552"/>
                  </a:lnTo>
                  <a:lnTo>
                    <a:pt x="2184209" y="42186"/>
                  </a:lnTo>
                  <a:lnTo>
                    <a:pt x="2241888" y="51738"/>
                  </a:lnTo>
                  <a:lnTo>
                    <a:pt x="2298476" y="62188"/>
                  </a:lnTo>
                  <a:lnTo>
                    <a:pt x="2353923" y="73513"/>
                  </a:lnTo>
                  <a:lnTo>
                    <a:pt x="2408183" y="85695"/>
                  </a:lnTo>
                  <a:lnTo>
                    <a:pt x="2461205" y="98712"/>
                  </a:lnTo>
                  <a:lnTo>
                    <a:pt x="2512942" y="112544"/>
                  </a:lnTo>
                  <a:lnTo>
                    <a:pt x="2563346" y="127170"/>
                  </a:lnTo>
                  <a:lnTo>
                    <a:pt x="2612367" y="142570"/>
                  </a:lnTo>
                  <a:lnTo>
                    <a:pt x="2659957" y="158722"/>
                  </a:lnTo>
                  <a:lnTo>
                    <a:pt x="2706067" y="175607"/>
                  </a:lnTo>
                  <a:lnTo>
                    <a:pt x="2750650" y="193203"/>
                  </a:lnTo>
                  <a:lnTo>
                    <a:pt x="2793656" y="211490"/>
                  </a:lnTo>
                  <a:lnTo>
                    <a:pt x="2835038" y="230448"/>
                  </a:lnTo>
                  <a:lnTo>
                    <a:pt x="2874746" y="250055"/>
                  </a:lnTo>
                  <a:lnTo>
                    <a:pt x="2912731" y="270292"/>
                  </a:lnTo>
                  <a:lnTo>
                    <a:pt x="2948947" y="291136"/>
                  </a:lnTo>
                  <a:lnTo>
                    <a:pt x="2983343" y="312569"/>
                  </a:lnTo>
                  <a:lnTo>
                    <a:pt x="3015872" y="334569"/>
                  </a:lnTo>
                  <a:lnTo>
                    <a:pt x="3075133" y="380188"/>
                  </a:lnTo>
                  <a:lnTo>
                    <a:pt x="3126342" y="427828"/>
                  </a:lnTo>
                  <a:lnTo>
                    <a:pt x="3169110" y="477325"/>
                  </a:lnTo>
                  <a:lnTo>
                    <a:pt x="3203050" y="528512"/>
                  </a:lnTo>
                  <a:lnTo>
                    <a:pt x="3227774" y="581226"/>
                  </a:lnTo>
                  <a:lnTo>
                    <a:pt x="3242892" y="635302"/>
                  </a:lnTo>
                  <a:lnTo>
                    <a:pt x="3248018" y="690573"/>
                  </a:lnTo>
                  <a:lnTo>
                    <a:pt x="3246728" y="718346"/>
                  </a:lnTo>
                  <a:lnTo>
                    <a:pt x="3236558" y="773037"/>
                  </a:lnTo>
                  <a:lnTo>
                    <a:pt x="3216588" y="826449"/>
                  </a:lnTo>
                  <a:lnTo>
                    <a:pt x="3187208" y="878418"/>
                  </a:lnTo>
                  <a:lnTo>
                    <a:pt x="3148805" y="928778"/>
                  </a:lnTo>
                  <a:lnTo>
                    <a:pt x="3101768" y="977365"/>
                  </a:lnTo>
                  <a:lnTo>
                    <a:pt x="3046485" y="1024014"/>
                  </a:lnTo>
                  <a:lnTo>
                    <a:pt x="2983343" y="1068559"/>
                  </a:lnTo>
                  <a:lnTo>
                    <a:pt x="2948947" y="1089991"/>
                  </a:lnTo>
                  <a:lnTo>
                    <a:pt x="2912731" y="1110835"/>
                  </a:lnTo>
                  <a:lnTo>
                    <a:pt x="2874746" y="1131070"/>
                  </a:lnTo>
                  <a:lnTo>
                    <a:pt x="2835038" y="1150677"/>
                  </a:lnTo>
                  <a:lnTo>
                    <a:pt x="2793656" y="1169634"/>
                  </a:lnTo>
                  <a:lnTo>
                    <a:pt x="2750650" y="1187921"/>
                  </a:lnTo>
                  <a:lnTo>
                    <a:pt x="2706067" y="1205517"/>
                  </a:lnTo>
                  <a:lnTo>
                    <a:pt x="2659957" y="1222401"/>
                  </a:lnTo>
                  <a:lnTo>
                    <a:pt x="2612367" y="1238553"/>
                  </a:lnTo>
                  <a:lnTo>
                    <a:pt x="2563346" y="1253952"/>
                  </a:lnTo>
                  <a:lnTo>
                    <a:pt x="2512942" y="1268578"/>
                  </a:lnTo>
                  <a:lnTo>
                    <a:pt x="2461205" y="1282410"/>
                  </a:lnTo>
                  <a:lnTo>
                    <a:pt x="2408183" y="1295427"/>
                  </a:lnTo>
                  <a:lnTo>
                    <a:pt x="2353923" y="1307608"/>
                  </a:lnTo>
                  <a:lnTo>
                    <a:pt x="2298476" y="1318934"/>
                  </a:lnTo>
                  <a:lnTo>
                    <a:pt x="2241888" y="1329383"/>
                  </a:lnTo>
                  <a:lnTo>
                    <a:pt x="2184209" y="1338935"/>
                  </a:lnTo>
                  <a:lnTo>
                    <a:pt x="2125488" y="1347569"/>
                  </a:lnTo>
                  <a:lnTo>
                    <a:pt x="2065772" y="1355264"/>
                  </a:lnTo>
                  <a:lnTo>
                    <a:pt x="2005110" y="1362001"/>
                  </a:lnTo>
                  <a:lnTo>
                    <a:pt x="1943551" y="1367757"/>
                  </a:lnTo>
                  <a:lnTo>
                    <a:pt x="1881144" y="1372513"/>
                  </a:lnTo>
                  <a:lnTo>
                    <a:pt x="1817936" y="1376249"/>
                  </a:lnTo>
                  <a:lnTo>
                    <a:pt x="1753976" y="1378942"/>
                  </a:lnTo>
                  <a:lnTo>
                    <a:pt x="1689314" y="1380573"/>
                  </a:lnTo>
                  <a:lnTo>
                    <a:pt x="1623996" y="1381122"/>
                  </a:lnTo>
                  <a:lnTo>
                    <a:pt x="1558681" y="1380573"/>
                  </a:lnTo>
                  <a:lnTo>
                    <a:pt x="1494020" y="1378942"/>
                  </a:lnTo>
                  <a:lnTo>
                    <a:pt x="1430062" y="1376249"/>
                  </a:lnTo>
                  <a:lnTo>
                    <a:pt x="1366855" y="1372513"/>
                  </a:lnTo>
                  <a:lnTo>
                    <a:pt x="1304449" y="1367757"/>
                  </a:lnTo>
                  <a:lnTo>
                    <a:pt x="1242892" y="1362001"/>
                  </a:lnTo>
                  <a:lnTo>
                    <a:pt x="1182231" y="1355264"/>
                  </a:lnTo>
                  <a:lnTo>
                    <a:pt x="1122517" y="1347569"/>
                  </a:lnTo>
                  <a:lnTo>
                    <a:pt x="1063796" y="1338935"/>
                  </a:lnTo>
                  <a:lnTo>
                    <a:pt x="1006119" y="1329383"/>
                  </a:lnTo>
                  <a:lnTo>
                    <a:pt x="949532" y="1318934"/>
                  </a:lnTo>
                  <a:lnTo>
                    <a:pt x="894085" y="1307608"/>
                  </a:lnTo>
                  <a:lnTo>
                    <a:pt x="839827" y="1295427"/>
                  </a:lnTo>
                  <a:lnTo>
                    <a:pt x="786805" y="1282410"/>
                  </a:lnTo>
                  <a:lnTo>
                    <a:pt x="735069" y="1268578"/>
                  </a:lnTo>
                  <a:lnTo>
                    <a:pt x="684666" y="1253952"/>
                  </a:lnTo>
                  <a:lnTo>
                    <a:pt x="635646" y="1238553"/>
                  </a:lnTo>
                  <a:lnTo>
                    <a:pt x="588056" y="1222401"/>
                  </a:lnTo>
                  <a:lnTo>
                    <a:pt x="541946" y="1205517"/>
                  </a:lnTo>
                  <a:lnTo>
                    <a:pt x="497364" y="1187921"/>
                  </a:lnTo>
                  <a:lnTo>
                    <a:pt x="454358" y="1169634"/>
                  </a:lnTo>
                  <a:lnTo>
                    <a:pt x="412977" y="1150677"/>
                  </a:lnTo>
                  <a:lnTo>
                    <a:pt x="373270" y="1131070"/>
                  </a:lnTo>
                  <a:lnTo>
                    <a:pt x="335284" y="1110835"/>
                  </a:lnTo>
                  <a:lnTo>
                    <a:pt x="299069" y="1089991"/>
                  </a:lnTo>
                  <a:lnTo>
                    <a:pt x="264673" y="1068559"/>
                  </a:lnTo>
                  <a:lnTo>
                    <a:pt x="232144" y="1046559"/>
                  </a:lnTo>
                  <a:lnTo>
                    <a:pt x="172884" y="1000942"/>
                  </a:lnTo>
                  <a:lnTo>
                    <a:pt x="121675" y="953304"/>
                  </a:lnTo>
                  <a:lnTo>
                    <a:pt x="78907" y="903810"/>
                  </a:lnTo>
                  <a:lnTo>
                    <a:pt x="44967" y="852624"/>
                  </a:lnTo>
                  <a:lnTo>
                    <a:pt x="20244" y="799913"/>
                  </a:lnTo>
                  <a:lnTo>
                    <a:pt x="5125" y="745841"/>
                  </a:lnTo>
                  <a:lnTo>
                    <a:pt x="1289" y="718346"/>
                  </a:lnTo>
                  <a:lnTo>
                    <a:pt x="0" y="69057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803025" y="3412549"/>
            <a:ext cx="1071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Arial Black"/>
                <a:cs typeface="Arial Black"/>
              </a:rPr>
              <a:t>Lisan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858109" y="5000614"/>
            <a:ext cx="3114675" cy="1400175"/>
            <a:chOff x="7858109" y="5000614"/>
            <a:chExt cx="3114675" cy="1400175"/>
          </a:xfrm>
        </p:grpSpPr>
        <p:sp>
          <p:nvSpPr>
            <p:cNvPr id="16" name="object 16"/>
            <p:cNvSpPr/>
            <p:nvPr/>
          </p:nvSpPr>
          <p:spPr>
            <a:xfrm>
              <a:off x="7867634" y="5010139"/>
              <a:ext cx="3095625" cy="1381125"/>
            </a:xfrm>
            <a:custGeom>
              <a:avLst/>
              <a:gdLst/>
              <a:ahLst/>
              <a:cxnLst/>
              <a:rect l="l" t="t" r="r" b="b"/>
              <a:pathLst>
                <a:path w="3095625" h="1381125">
                  <a:moveTo>
                    <a:pt x="1547796" y="1381122"/>
                  </a:moveTo>
                  <a:lnTo>
                    <a:pt x="1482369" y="1380516"/>
                  </a:lnTo>
                  <a:lnTo>
                    <a:pt x="1417634" y="1378714"/>
                  </a:lnTo>
                  <a:lnTo>
                    <a:pt x="1353644" y="1375741"/>
                  </a:lnTo>
                  <a:lnTo>
                    <a:pt x="1290455" y="1371620"/>
                  </a:lnTo>
                  <a:lnTo>
                    <a:pt x="1228118" y="1366376"/>
                  </a:lnTo>
                  <a:lnTo>
                    <a:pt x="1166689" y="1360031"/>
                  </a:lnTo>
                  <a:lnTo>
                    <a:pt x="1106220" y="1352611"/>
                  </a:lnTo>
                  <a:lnTo>
                    <a:pt x="1046766" y="1344139"/>
                  </a:lnTo>
                  <a:lnTo>
                    <a:pt x="988381" y="1334639"/>
                  </a:lnTo>
                  <a:lnTo>
                    <a:pt x="931117" y="1324135"/>
                  </a:lnTo>
                  <a:lnTo>
                    <a:pt x="875029" y="1312652"/>
                  </a:lnTo>
                  <a:lnTo>
                    <a:pt x="820170" y="1300212"/>
                  </a:lnTo>
                  <a:lnTo>
                    <a:pt x="766594" y="1286840"/>
                  </a:lnTo>
                  <a:lnTo>
                    <a:pt x="714355" y="1272561"/>
                  </a:lnTo>
                  <a:lnTo>
                    <a:pt x="663507" y="1257397"/>
                  </a:lnTo>
                  <a:lnTo>
                    <a:pt x="614103" y="1241373"/>
                  </a:lnTo>
                  <a:lnTo>
                    <a:pt x="566198" y="1224513"/>
                  </a:lnTo>
                  <a:lnTo>
                    <a:pt x="519843" y="1206841"/>
                  </a:lnTo>
                  <a:lnTo>
                    <a:pt x="475095" y="1188381"/>
                  </a:lnTo>
                  <a:lnTo>
                    <a:pt x="432005" y="1169157"/>
                  </a:lnTo>
                  <a:lnTo>
                    <a:pt x="390629" y="1149192"/>
                  </a:lnTo>
                  <a:lnTo>
                    <a:pt x="351019" y="1128511"/>
                  </a:lnTo>
                  <a:lnTo>
                    <a:pt x="313229" y="1107138"/>
                  </a:lnTo>
                  <a:lnTo>
                    <a:pt x="277313" y="1085096"/>
                  </a:lnTo>
                  <a:lnTo>
                    <a:pt x="243326" y="1062410"/>
                  </a:lnTo>
                  <a:lnTo>
                    <a:pt x="211319" y="1039104"/>
                  </a:lnTo>
                  <a:lnTo>
                    <a:pt x="181348" y="1015201"/>
                  </a:lnTo>
                  <a:lnTo>
                    <a:pt x="127727" y="965702"/>
                  </a:lnTo>
                  <a:lnTo>
                    <a:pt x="82891" y="914106"/>
                  </a:lnTo>
                  <a:lnTo>
                    <a:pt x="47271" y="860602"/>
                  </a:lnTo>
                  <a:lnTo>
                    <a:pt x="21295" y="805385"/>
                  </a:lnTo>
                  <a:lnTo>
                    <a:pt x="5395" y="748644"/>
                  </a:lnTo>
                  <a:lnTo>
                    <a:pt x="0" y="690573"/>
                  </a:lnTo>
                  <a:lnTo>
                    <a:pt x="1357" y="661381"/>
                  </a:lnTo>
                  <a:lnTo>
                    <a:pt x="12059" y="603948"/>
                  </a:lnTo>
                  <a:lnTo>
                    <a:pt x="33051" y="547942"/>
                  </a:lnTo>
                  <a:lnTo>
                    <a:pt x="63902" y="493555"/>
                  </a:lnTo>
                  <a:lnTo>
                    <a:pt x="104184" y="440978"/>
                  </a:lnTo>
                  <a:lnTo>
                    <a:pt x="153466" y="390404"/>
                  </a:lnTo>
                  <a:lnTo>
                    <a:pt x="211319" y="342025"/>
                  </a:lnTo>
                  <a:lnTo>
                    <a:pt x="243326" y="318718"/>
                  </a:lnTo>
                  <a:lnTo>
                    <a:pt x="277313" y="296031"/>
                  </a:lnTo>
                  <a:lnTo>
                    <a:pt x="313229" y="273989"/>
                  </a:lnTo>
                  <a:lnTo>
                    <a:pt x="351019" y="252615"/>
                  </a:lnTo>
                  <a:lnTo>
                    <a:pt x="390629" y="231933"/>
                  </a:lnTo>
                  <a:lnTo>
                    <a:pt x="432005" y="211968"/>
                  </a:lnTo>
                  <a:lnTo>
                    <a:pt x="475095" y="192743"/>
                  </a:lnTo>
                  <a:lnTo>
                    <a:pt x="519843" y="174282"/>
                  </a:lnTo>
                  <a:lnTo>
                    <a:pt x="566198" y="156610"/>
                  </a:lnTo>
                  <a:lnTo>
                    <a:pt x="614103" y="139750"/>
                  </a:lnTo>
                  <a:lnTo>
                    <a:pt x="663507" y="123726"/>
                  </a:lnTo>
                  <a:lnTo>
                    <a:pt x="714355" y="108562"/>
                  </a:lnTo>
                  <a:lnTo>
                    <a:pt x="766594" y="94282"/>
                  </a:lnTo>
                  <a:lnTo>
                    <a:pt x="820170" y="80910"/>
                  </a:lnTo>
                  <a:lnTo>
                    <a:pt x="875029" y="68470"/>
                  </a:lnTo>
                  <a:lnTo>
                    <a:pt x="931117" y="56986"/>
                  </a:lnTo>
                  <a:lnTo>
                    <a:pt x="988381" y="46482"/>
                  </a:lnTo>
                  <a:lnTo>
                    <a:pt x="1046766" y="36982"/>
                  </a:lnTo>
                  <a:lnTo>
                    <a:pt x="1106220" y="28510"/>
                  </a:lnTo>
                  <a:lnTo>
                    <a:pt x="1166689" y="21090"/>
                  </a:lnTo>
                  <a:lnTo>
                    <a:pt x="1228118" y="14745"/>
                  </a:lnTo>
                  <a:lnTo>
                    <a:pt x="1290455" y="9501"/>
                  </a:lnTo>
                  <a:lnTo>
                    <a:pt x="1353644" y="5380"/>
                  </a:lnTo>
                  <a:lnTo>
                    <a:pt x="1417634" y="2407"/>
                  </a:lnTo>
                  <a:lnTo>
                    <a:pt x="1482369" y="605"/>
                  </a:lnTo>
                  <a:lnTo>
                    <a:pt x="1547796" y="0"/>
                  </a:lnTo>
                  <a:lnTo>
                    <a:pt x="1613226" y="605"/>
                  </a:lnTo>
                  <a:lnTo>
                    <a:pt x="1677963" y="2407"/>
                  </a:lnTo>
                  <a:lnTo>
                    <a:pt x="1741954" y="5380"/>
                  </a:lnTo>
                  <a:lnTo>
                    <a:pt x="1805145" y="9501"/>
                  </a:lnTo>
                  <a:lnTo>
                    <a:pt x="1867483" y="14745"/>
                  </a:lnTo>
                  <a:lnTo>
                    <a:pt x="1928914" y="21090"/>
                  </a:lnTo>
                  <a:lnTo>
                    <a:pt x="1989384" y="28510"/>
                  </a:lnTo>
                  <a:lnTo>
                    <a:pt x="2048839" y="36982"/>
                  </a:lnTo>
                  <a:lnTo>
                    <a:pt x="2107226" y="46482"/>
                  </a:lnTo>
                  <a:lnTo>
                    <a:pt x="2164491" y="56986"/>
                  </a:lnTo>
                  <a:lnTo>
                    <a:pt x="2220580" y="68470"/>
                  </a:lnTo>
                  <a:lnTo>
                    <a:pt x="2275440" y="80910"/>
                  </a:lnTo>
                  <a:lnTo>
                    <a:pt x="2329016" y="94282"/>
                  </a:lnTo>
                  <a:lnTo>
                    <a:pt x="2381256" y="108562"/>
                  </a:lnTo>
                  <a:lnTo>
                    <a:pt x="2432105" y="123726"/>
                  </a:lnTo>
                  <a:lnTo>
                    <a:pt x="2481509" y="139750"/>
                  </a:lnTo>
                  <a:lnTo>
                    <a:pt x="2529416" y="156610"/>
                  </a:lnTo>
                  <a:lnTo>
                    <a:pt x="2575770" y="174282"/>
                  </a:lnTo>
                  <a:lnTo>
                    <a:pt x="2620520" y="192743"/>
                  </a:lnTo>
                  <a:lnTo>
                    <a:pt x="2663610" y="211968"/>
                  </a:lnTo>
                  <a:lnTo>
                    <a:pt x="2704987" y="231933"/>
                  </a:lnTo>
                  <a:lnTo>
                    <a:pt x="2744597" y="252615"/>
                  </a:lnTo>
                  <a:lnTo>
                    <a:pt x="2782387" y="273989"/>
                  </a:lnTo>
                  <a:lnTo>
                    <a:pt x="2818303" y="296031"/>
                  </a:lnTo>
                  <a:lnTo>
                    <a:pt x="2852291" y="318718"/>
                  </a:lnTo>
                  <a:lnTo>
                    <a:pt x="2884297" y="342025"/>
                  </a:lnTo>
                  <a:lnTo>
                    <a:pt x="2914269" y="365928"/>
                  </a:lnTo>
                  <a:lnTo>
                    <a:pt x="2967890" y="415429"/>
                  </a:lnTo>
                  <a:lnTo>
                    <a:pt x="3012726" y="467028"/>
                  </a:lnTo>
                  <a:lnTo>
                    <a:pt x="3048347" y="520534"/>
                  </a:lnTo>
                  <a:lnTo>
                    <a:pt x="3074322" y="575754"/>
                  </a:lnTo>
                  <a:lnTo>
                    <a:pt x="3090223" y="632498"/>
                  </a:lnTo>
                  <a:lnTo>
                    <a:pt x="3095618" y="690573"/>
                  </a:lnTo>
                  <a:lnTo>
                    <a:pt x="3094260" y="719763"/>
                  </a:lnTo>
                  <a:lnTo>
                    <a:pt x="3083559" y="777193"/>
                  </a:lnTo>
                  <a:lnTo>
                    <a:pt x="3062567" y="833196"/>
                  </a:lnTo>
                  <a:lnTo>
                    <a:pt x="3031715" y="887580"/>
                  </a:lnTo>
                  <a:lnTo>
                    <a:pt x="2991433" y="940154"/>
                  </a:lnTo>
                  <a:lnTo>
                    <a:pt x="2942151" y="990726"/>
                  </a:lnTo>
                  <a:lnTo>
                    <a:pt x="2884297" y="1039104"/>
                  </a:lnTo>
                  <a:lnTo>
                    <a:pt x="2852291" y="1062410"/>
                  </a:lnTo>
                  <a:lnTo>
                    <a:pt x="2818303" y="1085096"/>
                  </a:lnTo>
                  <a:lnTo>
                    <a:pt x="2782387" y="1107138"/>
                  </a:lnTo>
                  <a:lnTo>
                    <a:pt x="2744597" y="1128511"/>
                  </a:lnTo>
                  <a:lnTo>
                    <a:pt x="2704987" y="1149192"/>
                  </a:lnTo>
                  <a:lnTo>
                    <a:pt x="2663610" y="1169157"/>
                  </a:lnTo>
                  <a:lnTo>
                    <a:pt x="2620520" y="1188381"/>
                  </a:lnTo>
                  <a:lnTo>
                    <a:pt x="2575770" y="1206841"/>
                  </a:lnTo>
                  <a:lnTo>
                    <a:pt x="2529416" y="1224513"/>
                  </a:lnTo>
                  <a:lnTo>
                    <a:pt x="2481509" y="1241373"/>
                  </a:lnTo>
                  <a:lnTo>
                    <a:pt x="2432105" y="1257397"/>
                  </a:lnTo>
                  <a:lnTo>
                    <a:pt x="2381256" y="1272561"/>
                  </a:lnTo>
                  <a:lnTo>
                    <a:pt x="2329016" y="1286840"/>
                  </a:lnTo>
                  <a:lnTo>
                    <a:pt x="2275440" y="1300212"/>
                  </a:lnTo>
                  <a:lnTo>
                    <a:pt x="2220580" y="1312652"/>
                  </a:lnTo>
                  <a:lnTo>
                    <a:pt x="2164491" y="1324135"/>
                  </a:lnTo>
                  <a:lnTo>
                    <a:pt x="2107226" y="1334639"/>
                  </a:lnTo>
                  <a:lnTo>
                    <a:pt x="2048839" y="1344139"/>
                  </a:lnTo>
                  <a:lnTo>
                    <a:pt x="1989384" y="1352611"/>
                  </a:lnTo>
                  <a:lnTo>
                    <a:pt x="1928914" y="1360031"/>
                  </a:lnTo>
                  <a:lnTo>
                    <a:pt x="1867483" y="1366376"/>
                  </a:lnTo>
                  <a:lnTo>
                    <a:pt x="1805145" y="1371620"/>
                  </a:lnTo>
                  <a:lnTo>
                    <a:pt x="1741954" y="1375741"/>
                  </a:lnTo>
                  <a:lnTo>
                    <a:pt x="1677963" y="1378714"/>
                  </a:lnTo>
                  <a:lnTo>
                    <a:pt x="1613226" y="1380516"/>
                  </a:lnTo>
                  <a:lnTo>
                    <a:pt x="1547796" y="1381122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58332" y="5422239"/>
              <a:ext cx="1314450" cy="144145"/>
            </a:xfrm>
            <a:custGeom>
              <a:avLst/>
              <a:gdLst/>
              <a:ahLst/>
              <a:cxnLst/>
              <a:rect l="l" t="t" r="r" b="b"/>
              <a:pathLst>
                <a:path w="1314450" h="144145">
                  <a:moveTo>
                    <a:pt x="161249" y="143874"/>
                  </a:moveTo>
                  <a:lnTo>
                    <a:pt x="98486" y="138218"/>
                  </a:lnTo>
                  <a:lnTo>
                    <a:pt x="47231" y="122796"/>
                  </a:lnTo>
                  <a:lnTo>
                    <a:pt x="12672" y="99925"/>
                  </a:lnTo>
                  <a:lnTo>
                    <a:pt x="0" y="71924"/>
                  </a:lnTo>
                  <a:lnTo>
                    <a:pt x="12672" y="43927"/>
                  </a:lnTo>
                  <a:lnTo>
                    <a:pt x="47231" y="21065"/>
                  </a:lnTo>
                  <a:lnTo>
                    <a:pt x="98486" y="5651"/>
                  </a:lnTo>
                  <a:lnTo>
                    <a:pt x="161249" y="0"/>
                  </a:lnTo>
                  <a:lnTo>
                    <a:pt x="223998" y="5651"/>
                  </a:lnTo>
                  <a:lnTo>
                    <a:pt x="275246" y="21065"/>
                  </a:lnTo>
                  <a:lnTo>
                    <a:pt x="309802" y="43927"/>
                  </a:lnTo>
                  <a:lnTo>
                    <a:pt x="322474" y="71924"/>
                  </a:lnTo>
                  <a:lnTo>
                    <a:pt x="309802" y="99925"/>
                  </a:lnTo>
                  <a:lnTo>
                    <a:pt x="275246" y="122796"/>
                  </a:lnTo>
                  <a:lnTo>
                    <a:pt x="223998" y="138218"/>
                  </a:lnTo>
                  <a:lnTo>
                    <a:pt x="161249" y="143874"/>
                  </a:lnTo>
                  <a:close/>
                </a:path>
                <a:path w="1314450" h="144145">
                  <a:moveTo>
                    <a:pt x="1152972" y="143874"/>
                  </a:moveTo>
                  <a:lnTo>
                    <a:pt x="1090224" y="138218"/>
                  </a:lnTo>
                  <a:lnTo>
                    <a:pt x="1038976" y="122796"/>
                  </a:lnTo>
                  <a:lnTo>
                    <a:pt x="1004420" y="99925"/>
                  </a:lnTo>
                  <a:lnTo>
                    <a:pt x="991748" y="71924"/>
                  </a:lnTo>
                  <a:lnTo>
                    <a:pt x="1004420" y="43927"/>
                  </a:lnTo>
                  <a:lnTo>
                    <a:pt x="1038976" y="21065"/>
                  </a:lnTo>
                  <a:lnTo>
                    <a:pt x="1090224" y="5651"/>
                  </a:lnTo>
                  <a:lnTo>
                    <a:pt x="1152972" y="0"/>
                  </a:lnTo>
                  <a:lnTo>
                    <a:pt x="1215735" y="5651"/>
                  </a:lnTo>
                  <a:lnTo>
                    <a:pt x="1266991" y="21065"/>
                  </a:lnTo>
                  <a:lnTo>
                    <a:pt x="1301549" y="43927"/>
                  </a:lnTo>
                  <a:lnTo>
                    <a:pt x="1314222" y="71924"/>
                  </a:lnTo>
                  <a:lnTo>
                    <a:pt x="1301549" y="99925"/>
                  </a:lnTo>
                  <a:lnTo>
                    <a:pt x="1266991" y="122796"/>
                  </a:lnTo>
                  <a:lnTo>
                    <a:pt x="1215735" y="138218"/>
                  </a:lnTo>
                  <a:lnTo>
                    <a:pt x="1152972" y="143874"/>
                  </a:lnTo>
                  <a:close/>
                </a:path>
              </a:pathLst>
            </a:custGeom>
            <a:solidFill>
              <a:srgbClr val="839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67634" y="5010139"/>
              <a:ext cx="3095625" cy="1381125"/>
            </a:xfrm>
            <a:custGeom>
              <a:avLst/>
              <a:gdLst/>
              <a:ahLst/>
              <a:cxnLst/>
              <a:rect l="l" t="t" r="r" b="b"/>
              <a:pathLst>
                <a:path w="3095625" h="1381125">
                  <a:moveTo>
                    <a:pt x="890698" y="484024"/>
                  </a:moveTo>
                  <a:lnTo>
                    <a:pt x="903370" y="456026"/>
                  </a:lnTo>
                  <a:lnTo>
                    <a:pt x="937929" y="433164"/>
                  </a:lnTo>
                  <a:lnTo>
                    <a:pt x="989184" y="417751"/>
                  </a:lnTo>
                  <a:lnTo>
                    <a:pt x="1051947" y="412099"/>
                  </a:lnTo>
                  <a:lnTo>
                    <a:pt x="1114696" y="417751"/>
                  </a:lnTo>
                  <a:lnTo>
                    <a:pt x="1165944" y="433164"/>
                  </a:lnTo>
                  <a:lnTo>
                    <a:pt x="1200500" y="456026"/>
                  </a:lnTo>
                  <a:lnTo>
                    <a:pt x="1213172" y="484024"/>
                  </a:lnTo>
                  <a:lnTo>
                    <a:pt x="1200500" y="512025"/>
                  </a:lnTo>
                  <a:lnTo>
                    <a:pt x="1165944" y="534895"/>
                  </a:lnTo>
                  <a:lnTo>
                    <a:pt x="1114696" y="550318"/>
                  </a:lnTo>
                  <a:lnTo>
                    <a:pt x="1051947" y="555973"/>
                  </a:lnTo>
                  <a:lnTo>
                    <a:pt x="989184" y="550318"/>
                  </a:lnTo>
                  <a:lnTo>
                    <a:pt x="937929" y="534895"/>
                  </a:lnTo>
                  <a:lnTo>
                    <a:pt x="903370" y="512025"/>
                  </a:lnTo>
                  <a:lnTo>
                    <a:pt x="890698" y="484024"/>
                  </a:lnTo>
                </a:path>
                <a:path w="3095625" h="1381125">
                  <a:moveTo>
                    <a:pt x="1882446" y="484024"/>
                  </a:moveTo>
                  <a:lnTo>
                    <a:pt x="1895118" y="456026"/>
                  </a:lnTo>
                  <a:lnTo>
                    <a:pt x="1929674" y="433164"/>
                  </a:lnTo>
                  <a:lnTo>
                    <a:pt x="1980922" y="417751"/>
                  </a:lnTo>
                  <a:lnTo>
                    <a:pt x="2043670" y="412099"/>
                  </a:lnTo>
                  <a:lnTo>
                    <a:pt x="2106434" y="417751"/>
                  </a:lnTo>
                  <a:lnTo>
                    <a:pt x="2157689" y="433164"/>
                  </a:lnTo>
                  <a:lnTo>
                    <a:pt x="2192247" y="456026"/>
                  </a:lnTo>
                  <a:lnTo>
                    <a:pt x="2204920" y="484024"/>
                  </a:lnTo>
                  <a:lnTo>
                    <a:pt x="2192247" y="512025"/>
                  </a:lnTo>
                  <a:lnTo>
                    <a:pt x="2157689" y="534895"/>
                  </a:lnTo>
                  <a:lnTo>
                    <a:pt x="2106434" y="550318"/>
                  </a:lnTo>
                  <a:lnTo>
                    <a:pt x="2043670" y="555973"/>
                  </a:lnTo>
                  <a:lnTo>
                    <a:pt x="1980922" y="550318"/>
                  </a:lnTo>
                  <a:lnTo>
                    <a:pt x="1929674" y="534895"/>
                  </a:lnTo>
                  <a:lnTo>
                    <a:pt x="1895118" y="512025"/>
                  </a:lnTo>
                  <a:lnTo>
                    <a:pt x="1882446" y="484024"/>
                  </a:lnTo>
                </a:path>
                <a:path w="3095625" h="1381125">
                  <a:moveTo>
                    <a:pt x="708873" y="991723"/>
                  </a:moveTo>
                  <a:lnTo>
                    <a:pt x="758221" y="1006399"/>
                  </a:lnTo>
                  <a:lnTo>
                    <a:pt x="807566" y="1020186"/>
                  </a:lnTo>
                  <a:lnTo>
                    <a:pt x="856907" y="1033084"/>
                  </a:lnTo>
                  <a:lnTo>
                    <a:pt x="906245" y="1045092"/>
                  </a:lnTo>
                  <a:lnTo>
                    <a:pt x="955579" y="1056210"/>
                  </a:lnTo>
                  <a:lnTo>
                    <a:pt x="1004910" y="1066439"/>
                  </a:lnTo>
                  <a:lnTo>
                    <a:pt x="1054237" y="1075779"/>
                  </a:lnTo>
                  <a:lnTo>
                    <a:pt x="1103560" y="1084229"/>
                  </a:lnTo>
                  <a:lnTo>
                    <a:pt x="1152881" y="1091790"/>
                  </a:lnTo>
                  <a:lnTo>
                    <a:pt x="1202198" y="1098461"/>
                  </a:lnTo>
                  <a:lnTo>
                    <a:pt x="1251511" y="1104243"/>
                  </a:lnTo>
                  <a:lnTo>
                    <a:pt x="1300821" y="1109135"/>
                  </a:lnTo>
                  <a:lnTo>
                    <a:pt x="1350127" y="1113138"/>
                  </a:lnTo>
                  <a:lnTo>
                    <a:pt x="1399430" y="1116251"/>
                  </a:lnTo>
                  <a:lnTo>
                    <a:pt x="1448730" y="1118475"/>
                  </a:lnTo>
                  <a:lnTo>
                    <a:pt x="1498026" y="1119809"/>
                  </a:lnTo>
                  <a:lnTo>
                    <a:pt x="1547318" y="1120253"/>
                  </a:lnTo>
                  <a:lnTo>
                    <a:pt x="1596607" y="1119809"/>
                  </a:lnTo>
                  <a:lnTo>
                    <a:pt x="1645893" y="1118475"/>
                  </a:lnTo>
                  <a:lnTo>
                    <a:pt x="1695175" y="1116251"/>
                  </a:lnTo>
                  <a:lnTo>
                    <a:pt x="1744454" y="1113138"/>
                  </a:lnTo>
                  <a:lnTo>
                    <a:pt x="1793730" y="1109135"/>
                  </a:lnTo>
                  <a:lnTo>
                    <a:pt x="1843002" y="1104243"/>
                  </a:lnTo>
                  <a:lnTo>
                    <a:pt x="1892270" y="1098461"/>
                  </a:lnTo>
                  <a:lnTo>
                    <a:pt x="1941536" y="1091790"/>
                  </a:lnTo>
                  <a:lnTo>
                    <a:pt x="1990797" y="1084229"/>
                  </a:lnTo>
                  <a:lnTo>
                    <a:pt x="2040056" y="1075779"/>
                  </a:lnTo>
                  <a:lnTo>
                    <a:pt x="2089311" y="1066439"/>
                  </a:lnTo>
                  <a:lnTo>
                    <a:pt x="2138562" y="1056210"/>
                  </a:lnTo>
                  <a:lnTo>
                    <a:pt x="2187811" y="1045092"/>
                  </a:lnTo>
                  <a:lnTo>
                    <a:pt x="2237056" y="1033084"/>
                  </a:lnTo>
                  <a:lnTo>
                    <a:pt x="2286297" y="1020186"/>
                  </a:lnTo>
                  <a:lnTo>
                    <a:pt x="2335535" y="1006399"/>
                  </a:lnTo>
                  <a:lnTo>
                    <a:pt x="2384770" y="991723"/>
                  </a:lnTo>
                </a:path>
                <a:path w="3095625" h="1381125">
                  <a:moveTo>
                    <a:pt x="0" y="690573"/>
                  </a:moveTo>
                  <a:lnTo>
                    <a:pt x="1357" y="661381"/>
                  </a:lnTo>
                  <a:lnTo>
                    <a:pt x="5395" y="632498"/>
                  </a:lnTo>
                  <a:lnTo>
                    <a:pt x="21295" y="575754"/>
                  </a:lnTo>
                  <a:lnTo>
                    <a:pt x="47271" y="520534"/>
                  </a:lnTo>
                  <a:lnTo>
                    <a:pt x="82891" y="467028"/>
                  </a:lnTo>
                  <a:lnTo>
                    <a:pt x="127727" y="415429"/>
                  </a:lnTo>
                  <a:lnTo>
                    <a:pt x="181348" y="365928"/>
                  </a:lnTo>
                  <a:lnTo>
                    <a:pt x="211319" y="342025"/>
                  </a:lnTo>
                  <a:lnTo>
                    <a:pt x="243326" y="318718"/>
                  </a:lnTo>
                  <a:lnTo>
                    <a:pt x="277313" y="296031"/>
                  </a:lnTo>
                  <a:lnTo>
                    <a:pt x="313229" y="273989"/>
                  </a:lnTo>
                  <a:lnTo>
                    <a:pt x="351019" y="252615"/>
                  </a:lnTo>
                  <a:lnTo>
                    <a:pt x="390629" y="231933"/>
                  </a:lnTo>
                  <a:lnTo>
                    <a:pt x="432005" y="211968"/>
                  </a:lnTo>
                  <a:lnTo>
                    <a:pt x="475095" y="192743"/>
                  </a:lnTo>
                  <a:lnTo>
                    <a:pt x="519843" y="174282"/>
                  </a:lnTo>
                  <a:lnTo>
                    <a:pt x="566198" y="156610"/>
                  </a:lnTo>
                  <a:lnTo>
                    <a:pt x="614103" y="139750"/>
                  </a:lnTo>
                  <a:lnTo>
                    <a:pt x="663507" y="123726"/>
                  </a:lnTo>
                  <a:lnTo>
                    <a:pt x="714355" y="108562"/>
                  </a:lnTo>
                  <a:lnTo>
                    <a:pt x="766594" y="94282"/>
                  </a:lnTo>
                  <a:lnTo>
                    <a:pt x="820170" y="80910"/>
                  </a:lnTo>
                  <a:lnTo>
                    <a:pt x="875029" y="68470"/>
                  </a:lnTo>
                  <a:lnTo>
                    <a:pt x="931117" y="56986"/>
                  </a:lnTo>
                  <a:lnTo>
                    <a:pt x="988381" y="46482"/>
                  </a:lnTo>
                  <a:lnTo>
                    <a:pt x="1046766" y="36982"/>
                  </a:lnTo>
                  <a:lnTo>
                    <a:pt x="1106220" y="28510"/>
                  </a:lnTo>
                  <a:lnTo>
                    <a:pt x="1166689" y="21090"/>
                  </a:lnTo>
                  <a:lnTo>
                    <a:pt x="1228118" y="14745"/>
                  </a:lnTo>
                  <a:lnTo>
                    <a:pt x="1290455" y="9501"/>
                  </a:lnTo>
                  <a:lnTo>
                    <a:pt x="1353644" y="5380"/>
                  </a:lnTo>
                  <a:lnTo>
                    <a:pt x="1417634" y="2407"/>
                  </a:lnTo>
                  <a:lnTo>
                    <a:pt x="1482369" y="605"/>
                  </a:lnTo>
                  <a:lnTo>
                    <a:pt x="1547796" y="0"/>
                  </a:lnTo>
                  <a:lnTo>
                    <a:pt x="1613226" y="605"/>
                  </a:lnTo>
                  <a:lnTo>
                    <a:pt x="1677963" y="2407"/>
                  </a:lnTo>
                  <a:lnTo>
                    <a:pt x="1741954" y="5380"/>
                  </a:lnTo>
                  <a:lnTo>
                    <a:pt x="1805145" y="9501"/>
                  </a:lnTo>
                  <a:lnTo>
                    <a:pt x="1867483" y="14745"/>
                  </a:lnTo>
                  <a:lnTo>
                    <a:pt x="1928914" y="21090"/>
                  </a:lnTo>
                  <a:lnTo>
                    <a:pt x="1989384" y="28510"/>
                  </a:lnTo>
                  <a:lnTo>
                    <a:pt x="2048839" y="36982"/>
                  </a:lnTo>
                  <a:lnTo>
                    <a:pt x="2107226" y="46482"/>
                  </a:lnTo>
                  <a:lnTo>
                    <a:pt x="2164491" y="56986"/>
                  </a:lnTo>
                  <a:lnTo>
                    <a:pt x="2220580" y="68470"/>
                  </a:lnTo>
                  <a:lnTo>
                    <a:pt x="2275440" y="80910"/>
                  </a:lnTo>
                  <a:lnTo>
                    <a:pt x="2329016" y="94282"/>
                  </a:lnTo>
                  <a:lnTo>
                    <a:pt x="2381256" y="108562"/>
                  </a:lnTo>
                  <a:lnTo>
                    <a:pt x="2432105" y="123726"/>
                  </a:lnTo>
                  <a:lnTo>
                    <a:pt x="2481509" y="139750"/>
                  </a:lnTo>
                  <a:lnTo>
                    <a:pt x="2529416" y="156610"/>
                  </a:lnTo>
                  <a:lnTo>
                    <a:pt x="2575770" y="174282"/>
                  </a:lnTo>
                  <a:lnTo>
                    <a:pt x="2620520" y="192743"/>
                  </a:lnTo>
                  <a:lnTo>
                    <a:pt x="2663610" y="211968"/>
                  </a:lnTo>
                  <a:lnTo>
                    <a:pt x="2704987" y="231933"/>
                  </a:lnTo>
                  <a:lnTo>
                    <a:pt x="2744597" y="252615"/>
                  </a:lnTo>
                  <a:lnTo>
                    <a:pt x="2782387" y="273989"/>
                  </a:lnTo>
                  <a:lnTo>
                    <a:pt x="2818303" y="296031"/>
                  </a:lnTo>
                  <a:lnTo>
                    <a:pt x="2852291" y="318718"/>
                  </a:lnTo>
                  <a:lnTo>
                    <a:pt x="2884297" y="342025"/>
                  </a:lnTo>
                  <a:lnTo>
                    <a:pt x="2914269" y="365928"/>
                  </a:lnTo>
                  <a:lnTo>
                    <a:pt x="2967890" y="415429"/>
                  </a:lnTo>
                  <a:lnTo>
                    <a:pt x="3012726" y="467028"/>
                  </a:lnTo>
                  <a:lnTo>
                    <a:pt x="3048347" y="520534"/>
                  </a:lnTo>
                  <a:lnTo>
                    <a:pt x="3074322" y="575754"/>
                  </a:lnTo>
                  <a:lnTo>
                    <a:pt x="3090223" y="632498"/>
                  </a:lnTo>
                  <a:lnTo>
                    <a:pt x="3095618" y="690573"/>
                  </a:lnTo>
                  <a:lnTo>
                    <a:pt x="3094260" y="719763"/>
                  </a:lnTo>
                  <a:lnTo>
                    <a:pt x="3083559" y="777193"/>
                  </a:lnTo>
                  <a:lnTo>
                    <a:pt x="3062567" y="833196"/>
                  </a:lnTo>
                  <a:lnTo>
                    <a:pt x="3031715" y="887580"/>
                  </a:lnTo>
                  <a:lnTo>
                    <a:pt x="2991433" y="940154"/>
                  </a:lnTo>
                  <a:lnTo>
                    <a:pt x="2942151" y="990726"/>
                  </a:lnTo>
                  <a:lnTo>
                    <a:pt x="2884297" y="1039104"/>
                  </a:lnTo>
                  <a:lnTo>
                    <a:pt x="2852291" y="1062410"/>
                  </a:lnTo>
                  <a:lnTo>
                    <a:pt x="2818303" y="1085096"/>
                  </a:lnTo>
                  <a:lnTo>
                    <a:pt x="2782387" y="1107138"/>
                  </a:lnTo>
                  <a:lnTo>
                    <a:pt x="2744597" y="1128511"/>
                  </a:lnTo>
                  <a:lnTo>
                    <a:pt x="2704987" y="1149192"/>
                  </a:lnTo>
                  <a:lnTo>
                    <a:pt x="2663610" y="1169157"/>
                  </a:lnTo>
                  <a:lnTo>
                    <a:pt x="2620520" y="1188381"/>
                  </a:lnTo>
                  <a:lnTo>
                    <a:pt x="2575770" y="1206841"/>
                  </a:lnTo>
                  <a:lnTo>
                    <a:pt x="2529416" y="1224513"/>
                  </a:lnTo>
                  <a:lnTo>
                    <a:pt x="2481509" y="1241373"/>
                  </a:lnTo>
                  <a:lnTo>
                    <a:pt x="2432105" y="1257397"/>
                  </a:lnTo>
                  <a:lnTo>
                    <a:pt x="2381256" y="1272561"/>
                  </a:lnTo>
                  <a:lnTo>
                    <a:pt x="2329016" y="1286840"/>
                  </a:lnTo>
                  <a:lnTo>
                    <a:pt x="2275440" y="1300212"/>
                  </a:lnTo>
                  <a:lnTo>
                    <a:pt x="2220580" y="1312652"/>
                  </a:lnTo>
                  <a:lnTo>
                    <a:pt x="2164491" y="1324135"/>
                  </a:lnTo>
                  <a:lnTo>
                    <a:pt x="2107226" y="1334639"/>
                  </a:lnTo>
                  <a:lnTo>
                    <a:pt x="2048839" y="1344139"/>
                  </a:lnTo>
                  <a:lnTo>
                    <a:pt x="1989384" y="1352611"/>
                  </a:lnTo>
                  <a:lnTo>
                    <a:pt x="1928914" y="1360031"/>
                  </a:lnTo>
                  <a:lnTo>
                    <a:pt x="1867483" y="1366376"/>
                  </a:lnTo>
                  <a:lnTo>
                    <a:pt x="1805145" y="1371620"/>
                  </a:lnTo>
                  <a:lnTo>
                    <a:pt x="1741954" y="1375741"/>
                  </a:lnTo>
                  <a:lnTo>
                    <a:pt x="1677963" y="1378714"/>
                  </a:lnTo>
                  <a:lnTo>
                    <a:pt x="1613226" y="1380516"/>
                  </a:lnTo>
                  <a:lnTo>
                    <a:pt x="1547796" y="1381122"/>
                  </a:lnTo>
                  <a:lnTo>
                    <a:pt x="1482369" y="1380516"/>
                  </a:lnTo>
                  <a:lnTo>
                    <a:pt x="1417634" y="1378714"/>
                  </a:lnTo>
                  <a:lnTo>
                    <a:pt x="1353644" y="1375741"/>
                  </a:lnTo>
                  <a:lnTo>
                    <a:pt x="1290455" y="1371620"/>
                  </a:lnTo>
                  <a:lnTo>
                    <a:pt x="1228118" y="1366376"/>
                  </a:lnTo>
                  <a:lnTo>
                    <a:pt x="1166689" y="1360031"/>
                  </a:lnTo>
                  <a:lnTo>
                    <a:pt x="1106220" y="1352611"/>
                  </a:lnTo>
                  <a:lnTo>
                    <a:pt x="1046766" y="1344139"/>
                  </a:lnTo>
                  <a:lnTo>
                    <a:pt x="988381" y="1334639"/>
                  </a:lnTo>
                  <a:lnTo>
                    <a:pt x="931117" y="1324135"/>
                  </a:lnTo>
                  <a:lnTo>
                    <a:pt x="875029" y="1312652"/>
                  </a:lnTo>
                  <a:lnTo>
                    <a:pt x="820170" y="1300212"/>
                  </a:lnTo>
                  <a:lnTo>
                    <a:pt x="766594" y="1286840"/>
                  </a:lnTo>
                  <a:lnTo>
                    <a:pt x="714355" y="1272561"/>
                  </a:lnTo>
                  <a:lnTo>
                    <a:pt x="663507" y="1257397"/>
                  </a:lnTo>
                  <a:lnTo>
                    <a:pt x="614103" y="1241373"/>
                  </a:lnTo>
                  <a:lnTo>
                    <a:pt x="566198" y="1224513"/>
                  </a:lnTo>
                  <a:lnTo>
                    <a:pt x="519843" y="1206841"/>
                  </a:lnTo>
                  <a:lnTo>
                    <a:pt x="475095" y="1188381"/>
                  </a:lnTo>
                  <a:lnTo>
                    <a:pt x="432005" y="1169157"/>
                  </a:lnTo>
                  <a:lnTo>
                    <a:pt x="390629" y="1149192"/>
                  </a:lnTo>
                  <a:lnTo>
                    <a:pt x="351019" y="1128511"/>
                  </a:lnTo>
                  <a:lnTo>
                    <a:pt x="313229" y="1107138"/>
                  </a:lnTo>
                  <a:lnTo>
                    <a:pt x="277313" y="1085096"/>
                  </a:lnTo>
                  <a:lnTo>
                    <a:pt x="243326" y="1062410"/>
                  </a:lnTo>
                  <a:lnTo>
                    <a:pt x="211319" y="1039104"/>
                  </a:lnTo>
                  <a:lnTo>
                    <a:pt x="181348" y="1015201"/>
                  </a:lnTo>
                  <a:lnTo>
                    <a:pt x="127727" y="965702"/>
                  </a:lnTo>
                  <a:lnTo>
                    <a:pt x="82891" y="914106"/>
                  </a:lnTo>
                  <a:lnTo>
                    <a:pt x="47271" y="860602"/>
                  </a:lnTo>
                  <a:lnTo>
                    <a:pt x="21295" y="805385"/>
                  </a:lnTo>
                  <a:lnTo>
                    <a:pt x="5395" y="748644"/>
                  </a:lnTo>
                  <a:lnTo>
                    <a:pt x="1357" y="719763"/>
                  </a:lnTo>
                  <a:lnTo>
                    <a:pt x="0" y="690573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36432" y="5460419"/>
            <a:ext cx="957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  <a:latin typeface="Arial Black"/>
                <a:cs typeface="Arial Black"/>
              </a:rPr>
              <a:t>Tulis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69214" y="3823867"/>
            <a:ext cx="2498090" cy="2251710"/>
            <a:chOff x="4969214" y="3823867"/>
            <a:chExt cx="2498090" cy="2251710"/>
          </a:xfrm>
        </p:grpSpPr>
        <p:sp>
          <p:nvSpPr>
            <p:cNvPr id="21" name="object 21"/>
            <p:cNvSpPr/>
            <p:nvPr/>
          </p:nvSpPr>
          <p:spPr>
            <a:xfrm>
              <a:off x="5097839" y="3833392"/>
              <a:ext cx="2360295" cy="956310"/>
            </a:xfrm>
            <a:custGeom>
              <a:avLst/>
              <a:gdLst/>
              <a:ahLst/>
              <a:cxnLst/>
              <a:rect l="l" t="t" r="r" b="b"/>
              <a:pathLst>
                <a:path w="2360295" h="956310">
                  <a:moveTo>
                    <a:pt x="72824" y="955773"/>
                  </a:moveTo>
                  <a:lnTo>
                    <a:pt x="0" y="681648"/>
                  </a:lnTo>
                  <a:lnTo>
                    <a:pt x="2049395" y="137074"/>
                  </a:lnTo>
                  <a:lnTo>
                    <a:pt x="2012970" y="0"/>
                  </a:lnTo>
                  <a:lnTo>
                    <a:pt x="2359920" y="201274"/>
                  </a:lnTo>
                  <a:lnTo>
                    <a:pt x="2158645" y="548248"/>
                  </a:lnTo>
                  <a:lnTo>
                    <a:pt x="2122245" y="411174"/>
                  </a:lnTo>
                  <a:lnTo>
                    <a:pt x="72824" y="955773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97839" y="3833392"/>
              <a:ext cx="2360295" cy="956310"/>
            </a:xfrm>
            <a:custGeom>
              <a:avLst/>
              <a:gdLst/>
              <a:ahLst/>
              <a:cxnLst/>
              <a:rect l="l" t="t" r="r" b="b"/>
              <a:pathLst>
                <a:path w="2360295" h="956310">
                  <a:moveTo>
                    <a:pt x="0" y="681648"/>
                  </a:moveTo>
                  <a:lnTo>
                    <a:pt x="2049395" y="137074"/>
                  </a:lnTo>
                  <a:lnTo>
                    <a:pt x="2012970" y="0"/>
                  </a:lnTo>
                  <a:lnTo>
                    <a:pt x="2359920" y="201274"/>
                  </a:lnTo>
                  <a:lnTo>
                    <a:pt x="2158645" y="548248"/>
                  </a:lnTo>
                  <a:lnTo>
                    <a:pt x="2122245" y="411174"/>
                  </a:lnTo>
                  <a:lnTo>
                    <a:pt x="72824" y="955773"/>
                  </a:lnTo>
                  <a:lnTo>
                    <a:pt x="0" y="681648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8739" y="4712065"/>
              <a:ext cx="2292350" cy="1353820"/>
            </a:xfrm>
            <a:custGeom>
              <a:avLst/>
              <a:gdLst/>
              <a:ahLst/>
              <a:cxnLst/>
              <a:rect l="l" t="t" r="r" b="b"/>
              <a:pathLst>
                <a:path w="2292350" h="1353820">
                  <a:moveTo>
                    <a:pt x="1880771" y="1353797"/>
                  </a:moveTo>
                  <a:lnTo>
                    <a:pt x="1947571" y="1215047"/>
                  </a:lnTo>
                  <a:lnTo>
                    <a:pt x="0" y="277499"/>
                  </a:lnTo>
                  <a:lnTo>
                    <a:pt x="133574" y="0"/>
                  </a:lnTo>
                  <a:lnTo>
                    <a:pt x="2081145" y="937548"/>
                  </a:lnTo>
                  <a:lnTo>
                    <a:pt x="2147945" y="798798"/>
                  </a:lnTo>
                  <a:lnTo>
                    <a:pt x="2291845" y="1209872"/>
                  </a:lnTo>
                  <a:lnTo>
                    <a:pt x="1880771" y="1353797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78739" y="4712065"/>
              <a:ext cx="2292350" cy="1353820"/>
            </a:xfrm>
            <a:custGeom>
              <a:avLst/>
              <a:gdLst/>
              <a:ahLst/>
              <a:cxnLst/>
              <a:rect l="l" t="t" r="r" b="b"/>
              <a:pathLst>
                <a:path w="2292350" h="1353820">
                  <a:moveTo>
                    <a:pt x="133574" y="0"/>
                  </a:moveTo>
                  <a:lnTo>
                    <a:pt x="2081145" y="937548"/>
                  </a:lnTo>
                  <a:lnTo>
                    <a:pt x="2147945" y="798798"/>
                  </a:lnTo>
                  <a:lnTo>
                    <a:pt x="2291845" y="1209872"/>
                  </a:lnTo>
                  <a:lnTo>
                    <a:pt x="1880771" y="1353797"/>
                  </a:lnTo>
                  <a:lnTo>
                    <a:pt x="1947571" y="1215047"/>
                  </a:lnTo>
                  <a:lnTo>
                    <a:pt x="0" y="277499"/>
                  </a:lnTo>
                  <a:lnTo>
                    <a:pt x="133574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5680" y="354881"/>
            <a:ext cx="8448675" cy="91440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550"/>
              </a:spcBef>
            </a:pPr>
            <a:r>
              <a:rPr sz="3200" b="0" dirty="0">
                <a:latin typeface="Arial"/>
                <a:cs typeface="Arial"/>
              </a:rPr>
              <a:t>Penyampaian</a:t>
            </a:r>
            <a:r>
              <a:rPr sz="3200" b="0" spc="-130" dirty="0">
                <a:latin typeface="Arial"/>
                <a:cs typeface="Arial"/>
              </a:rPr>
              <a:t> </a:t>
            </a:r>
            <a:r>
              <a:rPr sz="3200" b="0" spc="-50" dirty="0">
                <a:latin typeface="Arial"/>
                <a:cs typeface="Arial"/>
              </a:rPr>
              <a:t>Teks</a:t>
            </a:r>
            <a:r>
              <a:rPr sz="3200" b="0" spc="-75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Deskripsi</a:t>
            </a:r>
            <a:r>
              <a:rPr sz="3200" b="0" spc="-75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secara</a:t>
            </a:r>
            <a:r>
              <a:rPr sz="3200" b="0" spc="-70" dirty="0">
                <a:latin typeface="Arial"/>
                <a:cs typeface="Arial"/>
              </a:rPr>
              <a:t> </a:t>
            </a:r>
            <a:r>
              <a:rPr sz="3200" b="0" spc="-10" dirty="0">
                <a:latin typeface="Arial"/>
                <a:cs typeface="Arial"/>
              </a:rPr>
              <a:t>Lisan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3696" y="1646894"/>
            <a:ext cx="7505503" cy="378309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790"/>
              </a:spcBef>
              <a:tabLst>
                <a:tab pos="909319" algn="l"/>
              </a:tabLst>
            </a:pPr>
            <a:r>
              <a:rPr spc="-2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Pahami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objek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akan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dideskripsikan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199" y="2171150"/>
            <a:ext cx="7162801" cy="72148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511809" marR="259079" indent="-250190">
              <a:lnSpc>
                <a:spcPts val="2880"/>
              </a:lnSpc>
              <a:spcBef>
                <a:spcPts val="5"/>
              </a:spcBef>
            </a:pP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Hindari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penggunaan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kata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atau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kalimat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kasar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saat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menyampaikan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deskripsi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suatu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 err="1">
                <a:solidFill>
                  <a:srgbClr val="FFFFFF"/>
                </a:solidFill>
                <a:latin typeface="Arial"/>
                <a:cs typeface="Arial"/>
              </a:rPr>
              <a:t>objek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999" y="3027088"/>
            <a:ext cx="7336535" cy="69378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635000" marR="632460" indent="237490">
              <a:lnSpc>
                <a:spcPct val="100000"/>
              </a:lnSpc>
              <a:spcBef>
                <a:spcPts val="1090"/>
              </a:spcBef>
              <a:tabLst>
                <a:tab pos="2902585" algn="l"/>
              </a:tabLst>
            </a:pP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3. </a:t>
            </a:r>
            <a:r>
              <a:rPr lang="en-US" dirty="0" err="1">
                <a:solidFill>
                  <a:srgbClr val="FFFFFF"/>
                </a:solidFill>
                <a:latin typeface="Arial"/>
                <a:cs typeface="Arial"/>
              </a:rPr>
              <a:t>Hindari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cs typeface="Arial"/>
              </a:rPr>
              <a:t>menyerang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FFFFFF"/>
                </a:solidFill>
                <a:latin typeface="Arial"/>
                <a:cs typeface="Arial"/>
              </a:rPr>
              <a:t>subjektif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FFFFFF"/>
                </a:solidFill>
                <a:latin typeface="Arial"/>
                <a:cs typeface="Arial"/>
              </a:rPr>
              <a:t>menyerang</a:t>
            </a:r>
            <a:r>
              <a:rPr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FFFFFF"/>
                </a:solidFill>
                <a:latin typeface="Arial"/>
                <a:cs typeface="Arial"/>
              </a:rPr>
              <a:t>pribadi</a:t>
            </a:r>
            <a:r>
              <a:rPr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atau</a:t>
            </a:r>
            <a:r>
              <a:rPr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fisik seseorang,</a:t>
            </a:r>
            <a:r>
              <a:rPr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lang="en-US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 err="1">
                <a:solidFill>
                  <a:srgbClr val="FFFFFF"/>
                </a:solidFill>
                <a:latin typeface="Arial"/>
                <a:cs typeface="Arial"/>
              </a:rPr>
              <a:t>menjatuhkan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FFFFFF"/>
                </a:solidFill>
                <a:latin typeface="Arial"/>
                <a:cs typeface="Arial"/>
              </a:rPr>
              <a:t>objek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lang="en-US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pc="-20" dirty="0" err="1">
                <a:solidFill>
                  <a:srgbClr val="FFFFFF"/>
                </a:solidFill>
                <a:latin typeface="Arial"/>
                <a:cs typeface="Arial"/>
              </a:rPr>
              <a:t>dideskripsikan</a:t>
            </a:r>
            <a:endParaRPr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2082" y="4192204"/>
            <a:ext cx="609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05199" y="3812739"/>
            <a:ext cx="6858001" cy="817682"/>
            <a:chOff x="2156155" y="4260441"/>
            <a:chExt cx="6207125" cy="835660"/>
          </a:xfrm>
        </p:grpSpPr>
        <p:sp>
          <p:nvSpPr>
            <p:cNvPr id="10" name="object 10"/>
            <p:cNvSpPr/>
            <p:nvPr/>
          </p:nvSpPr>
          <p:spPr>
            <a:xfrm>
              <a:off x="2165680" y="4269966"/>
              <a:ext cx="6188075" cy="816610"/>
            </a:xfrm>
            <a:custGeom>
              <a:avLst/>
              <a:gdLst/>
              <a:ahLst/>
              <a:cxnLst/>
              <a:rect l="l" t="t" r="r" b="b"/>
              <a:pathLst>
                <a:path w="6188075" h="816610">
                  <a:moveTo>
                    <a:pt x="6187727" y="816373"/>
                  </a:moveTo>
                  <a:lnTo>
                    <a:pt x="0" y="816373"/>
                  </a:lnTo>
                  <a:lnTo>
                    <a:pt x="0" y="0"/>
                  </a:lnTo>
                  <a:lnTo>
                    <a:pt x="6187727" y="0"/>
                  </a:lnTo>
                  <a:lnTo>
                    <a:pt x="6187727" y="816373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5680" y="4269966"/>
              <a:ext cx="6188075" cy="816610"/>
            </a:xfrm>
            <a:custGeom>
              <a:avLst/>
              <a:gdLst/>
              <a:ahLst/>
              <a:cxnLst/>
              <a:rect l="l" t="t" r="r" b="b"/>
              <a:pathLst>
                <a:path w="6188075" h="816610">
                  <a:moveTo>
                    <a:pt x="0" y="0"/>
                  </a:moveTo>
                  <a:lnTo>
                    <a:pt x="6187727" y="0"/>
                  </a:lnTo>
                  <a:lnTo>
                    <a:pt x="6187727" y="816373"/>
                  </a:lnTo>
                  <a:lnTo>
                    <a:pt x="0" y="81637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62400" y="3794500"/>
            <a:ext cx="5333999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5080" indent="-24193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Hindari</a:t>
            </a:r>
            <a:r>
              <a:rPr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FFFFFF"/>
                </a:solidFill>
                <a:latin typeface="Arial"/>
                <a:cs typeface="Arial"/>
              </a:rPr>
              <a:t>kata-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kata</a:t>
            </a:r>
            <a:r>
              <a:rPr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 err="1">
                <a:solidFill>
                  <a:srgbClr val="FFFFFF"/>
                </a:solidFill>
                <a:latin typeface="Arial"/>
                <a:cs typeface="Arial"/>
              </a:rPr>
              <a:t>mengandung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SARA</a:t>
            </a:r>
            <a:r>
              <a:rPr lang="en-US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spc="-20" dirty="0" err="1">
                <a:solidFill>
                  <a:srgbClr val="FFFFFF"/>
                </a:solidFill>
                <a:latin typeface="Arial"/>
                <a:cs typeface="Arial"/>
              </a:rPr>
              <a:t>kebencian</a:t>
            </a:r>
            <a:r>
              <a:rPr lang="en-US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mendeskripsikan</a:t>
            </a:r>
            <a:r>
              <a:rPr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objek.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3696" y="4928531"/>
            <a:ext cx="6761480" cy="457176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685"/>
              </a:spcBef>
              <a:tabLst>
                <a:tab pos="3202940" algn="l"/>
              </a:tabLst>
            </a:pP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Gunakan</a:t>
            </a:r>
            <a:r>
              <a:rPr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 err="1">
                <a:solidFill>
                  <a:srgbClr val="FFFFFF"/>
                </a:solidFill>
                <a:latin typeface="Arial"/>
                <a:cs typeface="Arial"/>
              </a:rPr>
              <a:t>kalimat</a:t>
            </a:r>
            <a:r>
              <a:rPr lang="en-US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mudah</a:t>
            </a: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dipahami.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1818" y="5764535"/>
            <a:ext cx="6761479" cy="400110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deskripsi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objek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secara</a:t>
            </a:r>
            <a:r>
              <a:rPr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runtut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8960" y="334369"/>
            <a:ext cx="55721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FD9E00"/>
                </a:solidFill>
                <a:latin typeface="Arial Black"/>
                <a:cs typeface="Arial Black"/>
              </a:rPr>
              <a:t>Penyampaian</a:t>
            </a:r>
            <a:r>
              <a:rPr sz="3600" b="0" spc="-150" dirty="0">
                <a:solidFill>
                  <a:srgbClr val="FD9E00"/>
                </a:solidFill>
                <a:latin typeface="Arial Black"/>
                <a:cs typeface="Arial Black"/>
              </a:rPr>
              <a:t> </a:t>
            </a:r>
            <a:r>
              <a:rPr sz="3600" b="0" dirty="0">
                <a:solidFill>
                  <a:srgbClr val="FD9E00"/>
                </a:solidFill>
                <a:latin typeface="Arial Black"/>
                <a:cs typeface="Arial Black"/>
              </a:rPr>
              <a:t>Isi</a:t>
            </a:r>
            <a:r>
              <a:rPr sz="3600" b="0" spc="-140" dirty="0">
                <a:solidFill>
                  <a:srgbClr val="FD9E00"/>
                </a:solidFill>
                <a:latin typeface="Arial Black"/>
                <a:cs typeface="Arial Black"/>
              </a:rPr>
              <a:t> </a:t>
            </a:r>
            <a:r>
              <a:rPr sz="3600" b="0" spc="-20" dirty="0">
                <a:solidFill>
                  <a:srgbClr val="FD9E00"/>
                </a:solidFill>
                <a:latin typeface="Arial Black"/>
                <a:cs typeface="Arial Black"/>
              </a:rPr>
              <a:t>Teks </a:t>
            </a:r>
            <a:r>
              <a:rPr sz="3600" b="0" dirty="0">
                <a:solidFill>
                  <a:srgbClr val="FD9E00"/>
                </a:solidFill>
                <a:latin typeface="Arial Black"/>
                <a:cs typeface="Arial Black"/>
              </a:rPr>
              <a:t>Deskripsi</a:t>
            </a:r>
            <a:r>
              <a:rPr sz="3600" b="0" spc="-80" dirty="0">
                <a:solidFill>
                  <a:srgbClr val="FD9E00"/>
                </a:solidFill>
                <a:latin typeface="Arial Black"/>
                <a:cs typeface="Arial Black"/>
              </a:rPr>
              <a:t> </a:t>
            </a:r>
            <a:r>
              <a:rPr sz="3600" b="0" dirty="0">
                <a:solidFill>
                  <a:srgbClr val="FD9E00"/>
                </a:solidFill>
                <a:latin typeface="Arial Black"/>
                <a:cs typeface="Arial Black"/>
              </a:rPr>
              <a:t>secara</a:t>
            </a:r>
            <a:r>
              <a:rPr sz="3600" b="0" spc="-85" dirty="0">
                <a:solidFill>
                  <a:srgbClr val="FD9E00"/>
                </a:solidFill>
                <a:latin typeface="Arial Black"/>
                <a:cs typeface="Arial Black"/>
              </a:rPr>
              <a:t> </a:t>
            </a:r>
            <a:r>
              <a:rPr sz="3600" b="0" spc="-10" dirty="0">
                <a:solidFill>
                  <a:srgbClr val="FD9E00"/>
                </a:solidFill>
                <a:latin typeface="Arial Black"/>
                <a:cs typeface="Arial Black"/>
              </a:rPr>
              <a:t>Tulis</a:t>
            </a:r>
            <a:endParaRPr sz="36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7519" y="2293497"/>
            <a:ext cx="569023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Pahami</a:t>
            </a:r>
            <a:r>
              <a:rPr sz="1800" spc="-4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objek</a:t>
            </a:r>
            <a:r>
              <a:rPr sz="1800" spc="-3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yang</a:t>
            </a:r>
            <a:r>
              <a:rPr sz="1800" spc="-3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akan</a:t>
            </a:r>
            <a:r>
              <a:rPr sz="1800" spc="-4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dideskripsikan.</a:t>
            </a:r>
            <a:endParaRPr sz="1800" dirty="0">
              <a:latin typeface="Arial Black"/>
              <a:cs typeface="Arial Black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Catat/kumpulkan</a:t>
            </a:r>
            <a:r>
              <a:rPr sz="1800" spc="-2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informasi</a:t>
            </a:r>
            <a:r>
              <a:rPr sz="1800" spc="-2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penting.</a:t>
            </a:r>
            <a:endParaRPr sz="1800" dirty="0">
              <a:latin typeface="Arial Black"/>
              <a:cs typeface="Arial Black"/>
            </a:endParaRPr>
          </a:p>
          <a:p>
            <a:pPr marL="469265" marR="603885" indent="-457200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Informasi</a:t>
            </a:r>
            <a:r>
              <a:rPr sz="1800" spc="-5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yang</a:t>
            </a:r>
            <a:r>
              <a:rPr sz="1800" spc="-5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dikumpulkan</a:t>
            </a:r>
            <a:r>
              <a:rPr sz="1800" spc="-5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harus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mengandung</a:t>
            </a:r>
            <a:r>
              <a:rPr sz="1800" spc="-7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karakteristik</a:t>
            </a:r>
            <a:r>
              <a:rPr sz="1800" spc="-7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dari</a:t>
            </a:r>
            <a:r>
              <a:rPr sz="1800" spc="-7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objek deskripsi.</a:t>
            </a:r>
            <a:endParaRPr sz="1800" dirty="0">
              <a:latin typeface="Arial Black"/>
              <a:cs typeface="Arial Black"/>
            </a:endParaRPr>
          </a:p>
          <a:p>
            <a:pPr marL="469265" marR="763905" indent="-457200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Tulislah</a:t>
            </a:r>
            <a:r>
              <a:rPr sz="1800" spc="-8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kembali</a:t>
            </a:r>
            <a:r>
              <a:rPr sz="1800" spc="-7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objek</a:t>
            </a:r>
            <a:r>
              <a:rPr sz="1800" spc="-7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berdasarkan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informasi</a:t>
            </a:r>
            <a:r>
              <a:rPr sz="1800" spc="-4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yang</a:t>
            </a:r>
            <a:r>
              <a:rPr sz="1800" spc="-4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kamu</a:t>
            </a:r>
            <a:r>
              <a:rPr sz="1800" spc="-4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peroleh.</a:t>
            </a:r>
            <a:endParaRPr sz="1800" dirty="0">
              <a:latin typeface="Arial Black"/>
              <a:cs typeface="Arial Black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Gunakan</a:t>
            </a:r>
            <a:r>
              <a:rPr sz="1800" spc="-5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kalimat</a:t>
            </a:r>
            <a:r>
              <a:rPr sz="1800" spc="-5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yang</a:t>
            </a:r>
            <a:r>
              <a:rPr sz="1800" spc="-5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mudah</a:t>
            </a:r>
            <a:r>
              <a:rPr sz="1800" spc="-4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dipahami.</a:t>
            </a:r>
            <a:endParaRPr sz="1800" dirty="0">
              <a:latin typeface="Arial Black"/>
              <a:cs typeface="Arial Black"/>
            </a:endParaRPr>
          </a:p>
          <a:p>
            <a:pPr marL="469265" marR="5080" indent="-457200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Perhatikan</a:t>
            </a:r>
            <a:r>
              <a:rPr sz="1800" spc="-60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dirty="0" err="1">
                <a:solidFill>
                  <a:srgbClr val="00AF4F"/>
                </a:solidFill>
                <a:latin typeface="Arial Black"/>
                <a:cs typeface="Arial Black"/>
              </a:rPr>
              <a:t>penggunaan</a:t>
            </a:r>
            <a:r>
              <a:rPr sz="1800" spc="-4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lang="en-US" spc="-45" dirty="0" err="1">
                <a:solidFill>
                  <a:srgbClr val="00AF4F"/>
                </a:solidFill>
                <a:latin typeface="Arial Black"/>
                <a:cs typeface="Arial Black"/>
              </a:rPr>
              <a:t>ejaan</a:t>
            </a:r>
            <a:r>
              <a:rPr lang="en-US" spc="-45" dirty="0">
                <a:solidFill>
                  <a:srgbClr val="00AF4F"/>
                </a:solidFill>
                <a:latin typeface="Arial Black"/>
                <a:cs typeface="Arial Black"/>
              </a:rPr>
              <a:t> Bahasa </a:t>
            </a:r>
            <a:r>
              <a:rPr lang="en-US" spc="-45" dirty="0" err="1">
                <a:solidFill>
                  <a:srgbClr val="00AF4F"/>
                </a:solidFill>
                <a:latin typeface="Arial Black"/>
                <a:cs typeface="Arial Black"/>
              </a:rPr>
              <a:t>Indonesi</a:t>
            </a:r>
            <a:r>
              <a:rPr lang="en-US" spc="-45" dirty="0">
                <a:solidFill>
                  <a:srgbClr val="00AF4F"/>
                </a:solidFill>
                <a:latin typeface="Arial Black"/>
                <a:cs typeface="Arial Black"/>
              </a:rPr>
              <a:t> (EYD) </a:t>
            </a:r>
            <a:r>
              <a:rPr sz="1800" dirty="0">
                <a:solidFill>
                  <a:srgbClr val="00AF4F"/>
                </a:solidFill>
                <a:latin typeface="Arial Black"/>
                <a:cs typeface="Arial Black"/>
              </a:rPr>
              <a:t>dan</a:t>
            </a:r>
            <a:r>
              <a:rPr sz="1800" spc="-45" dirty="0">
                <a:solidFill>
                  <a:srgbClr val="00AF4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0AF4F"/>
                </a:solidFill>
                <a:latin typeface="Arial Black"/>
                <a:cs typeface="Arial Black"/>
              </a:rPr>
              <a:t>kosakata baku.</a:t>
            </a:r>
            <a:endParaRPr sz="18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82218" y="981775"/>
            <a:ext cx="5476875" cy="1703705"/>
            <a:chOff x="3282218" y="981775"/>
            <a:chExt cx="5476875" cy="1703705"/>
          </a:xfrm>
        </p:grpSpPr>
        <p:sp>
          <p:nvSpPr>
            <p:cNvPr id="3" name="object 3"/>
            <p:cNvSpPr/>
            <p:nvPr/>
          </p:nvSpPr>
          <p:spPr>
            <a:xfrm>
              <a:off x="3282218" y="981775"/>
              <a:ext cx="5476875" cy="1703705"/>
            </a:xfrm>
            <a:custGeom>
              <a:avLst/>
              <a:gdLst/>
              <a:ahLst/>
              <a:cxnLst/>
              <a:rect l="l" t="t" r="r" b="b"/>
              <a:pathLst>
                <a:path w="5476875" h="1703705">
                  <a:moveTo>
                    <a:pt x="5476763" y="1703669"/>
                  </a:moveTo>
                  <a:lnTo>
                    <a:pt x="0" y="1703669"/>
                  </a:lnTo>
                  <a:lnTo>
                    <a:pt x="0" y="0"/>
                  </a:lnTo>
                  <a:lnTo>
                    <a:pt x="5476763" y="0"/>
                  </a:lnTo>
                  <a:lnTo>
                    <a:pt x="5476763" y="1703669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79994" y="1406893"/>
              <a:ext cx="3881754" cy="426720"/>
            </a:xfrm>
            <a:custGeom>
              <a:avLst/>
              <a:gdLst/>
              <a:ahLst/>
              <a:cxnLst/>
              <a:rect l="l" t="t" r="r" b="b"/>
              <a:pathLst>
                <a:path w="3881754" h="426719">
                  <a:moveTo>
                    <a:pt x="3881184" y="426719"/>
                  </a:moveTo>
                  <a:lnTo>
                    <a:pt x="0" y="426719"/>
                  </a:lnTo>
                  <a:lnTo>
                    <a:pt x="0" y="0"/>
                  </a:lnTo>
                  <a:lnTo>
                    <a:pt x="3881184" y="0"/>
                  </a:lnTo>
                  <a:lnTo>
                    <a:pt x="3881184" y="42671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12095" y="1833612"/>
              <a:ext cx="1817370" cy="426720"/>
            </a:xfrm>
            <a:custGeom>
              <a:avLst/>
              <a:gdLst/>
              <a:ahLst/>
              <a:cxnLst/>
              <a:rect l="l" t="t" r="r" b="b"/>
              <a:pathLst>
                <a:path w="1817370" h="426719">
                  <a:moveTo>
                    <a:pt x="1816985" y="426722"/>
                  </a:moveTo>
                  <a:lnTo>
                    <a:pt x="0" y="426722"/>
                  </a:lnTo>
                  <a:lnTo>
                    <a:pt x="0" y="0"/>
                  </a:lnTo>
                  <a:lnTo>
                    <a:pt x="1816985" y="0"/>
                  </a:lnTo>
                  <a:lnTo>
                    <a:pt x="1816985" y="42672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82218" y="981775"/>
            <a:ext cx="5476875" cy="1294585"/>
          </a:xfrm>
          <a:prstGeom prst="rect">
            <a:avLst/>
          </a:prstGeom>
          <a:ln w="19049">
            <a:solidFill>
              <a:srgbClr val="79851C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829435" marR="794385" indent="-1032510">
              <a:lnSpc>
                <a:spcPct val="100000"/>
              </a:lnSpc>
            </a:pPr>
            <a:r>
              <a:rPr sz="2800" b="0" spc="-90" dirty="0">
                <a:latin typeface="Arial Black"/>
                <a:cs typeface="Arial Black"/>
              </a:rPr>
              <a:t> </a:t>
            </a:r>
            <a:r>
              <a:rPr sz="2800" b="0" dirty="0">
                <a:latin typeface="Arial Black"/>
                <a:cs typeface="Arial Black"/>
              </a:rPr>
              <a:t>Penyusunan</a:t>
            </a:r>
            <a:r>
              <a:rPr sz="2800" b="0" spc="-85" dirty="0">
                <a:latin typeface="Arial Black"/>
                <a:cs typeface="Arial Black"/>
              </a:rPr>
              <a:t> </a:t>
            </a:r>
            <a:r>
              <a:rPr sz="2800" b="0" spc="-35" dirty="0">
                <a:latin typeface="Arial Black"/>
                <a:cs typeface="Arial Black"/>
              </a:rPr>
              <a:t>Teks </a:t>
            </a:r>
            <a:r>
              <a:rPr sz="2800" b="0" spc="-10" dirty="0">
                <a:latin typeface="Arial Black"/>
                <a:cs typeface="Arial Black"/>
              </a:rPr>
              <a:t>Deskripsi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2780" y="3428993"/>
            <a:ext cx="2541270" cy="149923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5"/>
              </a:spcBef>
            </a:pPr>
            <a:endParaRPr sz="24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</a:pPr>
            <a:r>
              <a:rPr sz="2400" spc="-10" dirty="0">
                <a:solidFill>
                  <a:srgbClr val="FF0000"/>
                </a:solidFill>
                <a:latin typeface="Arial Black"/>
                <a:cs typeface="Arial Black"/>
              </a:rPr>
              <a:t>Penyusunan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732" y="3345968"/>
            <a:ext cx="2541270" cy="1499235"/>
          </a:xfrm>
          <a:prstGeom prst="rect">
            <a:avLst/>
          </a:prstGeom>
          <a:solidFill>
            <a:srgbClr val="A5B626"/>
          </a:solidFill>
          <a:ln w="19049">
            <a:solidFill>
              <a:srgbClr val="79851C"/>
            </a:solidFill>
          </a:ln>
        </p:spPr>
        <p:txBody>
          <a:bodyPr vert="horz" wrap="square" lIns="0" tIns="2038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5"/>
              </a:spcBef>
            </a:pPr>
            <a:endParaRPr sz="2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2400" spc="-10" dirty="0">
                <a:solidFill>
                  <a:srgbClr val="FF0000"/>
                </a:solidFill>
                <a:latin typeface="Arial Black"/>
                <a:cs typeface="Arial Black"/>
              </a:rPr>
              <a:t>Penyuntingan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25841" y="4754965"/>
            <a:ext cx="3619500" cy="1722755"/>
            <a:chOff x="4325841" y="4754965"/>
            <a:chExt cx="3619500" cy="1722755"/>
          </a:xfrm>
        </p:grpSpPr>
        <p:sp>
          <p:nvSpPr>
            <p:cNvPr id="10" name="object 10"/>
            <p:cNvSpPr/>
            <p:nvPr/>
          </p:nvSpPr>
          <p:spPr>
            <a:xfrm>
              <a:off x="4335366" y="4764490"/>
              <a:ext cx="3600450" cy="1703705"/>
            </a:xfrm>
            <a:custGeom>
              <a:avLst/>
              <a:gdLst/>
              <a:ahLst/>
              <a:cxnLst/>
              <a:rect l="l" t="t" r="r" b="b"/>
              <a:pathLst>
                <a:path w="3600450" h="1703704">
                  <a:moveTo>
                    <a:pt x="1799921" y="1703671"/>
                  </a:moveTo>
                  <a:lnTo>
                    <a:pt x="1735363" y="1703133"/>
                  </a:lnTo>
                  <a:lnTo>
                    <a:pt x="1671377" y="1701532"/>
                  </a:lnTo>
                  <a:lnTo>
                    <a:pt x="1608001" y="1698886"/>
                  </a:lnTo>
                  <a:lnTo>
                    <a:pt x="1545273" y="1695212"/>
                  </a:lnTo>
                  <a:lnTo>
                    <a:pt x="1483231" y="1690529"/>
                  </a:lnTo>
                  <a:lnTo>
                    <a:pt x="1421913" y="1684855"/>
                  </a:lnTo>
                  <a:lnTo>
                    <a:pt x="1361358" y="1678207"/>
                  </a:lnTo>
                  <a:lnTo>
                    <a:pt x="1301602" y="1670604"/>
                  </a:lnTo>
                  <a:lnTo>
                    <a:pt x="1242685" y="1662064"/>
                  </a:lnTo>
                  <a:lnTo>
                    <a:pt x="1184644" y="1652604"/>
                  </a:lnTo>
                  <a:lnTo>
                    <a:pt x="1127517" y="1642243"/>
                  </a:lnTo>
                  <a:lnTo>
                    <a:pt x="1071343" y="1630999"/>
                  </a:lnTo>
                  <a:lnTo>
                    <a:pt x="1016160" y="1618890"/>
                  </a:lnTo>
                  <a:lnTo>
                    <a:pt x="962005" y="1605934"/>
                  </a:lnTo>
                  <a:lnTo>
                    <a:pt x="908917" y="1592149"/>
                  </a:lnTo>
                  <a:lnTo>
                    <a:pt x="856934" y="1577552"/>
                  </a:lnTo>
                  <a:lnTo>
                    <a:pt x="806093" y="1562162"/>
                  </a:lnTo>
                  <a:lnTo>
                    <a:pt x="756434" y="1545998"/>
                  </a:lnTo>
                  <a:lnTo>
                    <a:pt x="707993" y="1529076"/>
                  </a:lnTo>
                  <a:lnTo>
                    <a:pt x="660810" y="1511415"/>
                  </a:lnTo>
                  <a:lnTo>
                    <a:pt x="614922" y="1493033"/>
                  </a:lnTo>
                  <a:lnTo>
                    <a:pt x="570367" y="1473948"/>
                  </a:lnTo>
                  <a:lnTo>
                    <a:pt x="527183" y="1454178"/>
                  </a:lnTo>
                  <a:lnTo>
                    <a:pt x="485408" y="1433741"/>
                  </a:lnTo>
                  <a:lnTo>
                    <a:pt x="445082" y="1412655"/>
                  </a:lnTo>
                  <a:lnTo>
                    <a:pt x="406240" y="1390938"/>
                  </a:lnTo>
                  <a:lnTo>
                    <a:pt x="368922" y="1368608"/>
                  </a:lnTo>
                  <a:lnTo>
                    <a:pt x="333166" y="1345683"/>
                  </a:lnTo>
                  <a:lnTo>
                    <a:pt x="299010" y="1322182"/>
                  </a:lnTo>
                  <a:lnTo>
                    <a:pt x="266491" y="1298121"/>
                  </a:lnTo>
                  <a:lnTo>
                    <a:pt x="235648" y="1273520"/>
                  </a:lnTo>
                  <a:lnTo>
                    <a:pt x="206519" y="1248396"/>
                  </a:lnTo>
                  <a:lnTo>
                    <a:pt x="153556" y="1196651"/>
                  </a:lnTo>
                  <a:lnTo>
                    <a:pt x="107905" y="1143031"/>
                  </a:lnTo>
                  <a:lnTo>
                    <a:pt x="69871" y="1087680"/>
                  </a:lnTo>
                  <a:lnTo>
                    <a:pt x="39759" y="1030742"/>
                  </a:lnTo>
                  <a:lnTo>
                    <a:pt x="17874" y="972361"/>
                  </a:lnTo>
                  <a:lnTo>
                    <a:pt x="4519" y="912682"/>
                  </a:lnTo>
                  <a:lnTo>
                    <a:pt x="0" y="851848"/>
                  </a:lnTo>
                  <a:lnTo>
                    <a:pt x="1136" y="821294"/>
                  </a:lnTo>
                  <a:lnTo>
                    <a:pt x="10111" y="761017"/>
                  </a:lnTo>
                  <a:lnTo>
                    <a:pt x="27769" y="701966"/>
                  </a:lnTo>
                  <a:lnTo>
                    <a:pt x="53806" y="644286"/>
                  </a:lnTo>
                  <a:lnTo>
                    <a:pt x="87917" y="588121"/>
                  </a:lnTo>
                  <a:lnTo>
                    <a:pt x="129797" y="533616"/>
                  </a:lnTo>
                  <a:lnTo>
                    <a:pt x="179143" y="480913"/>
                  </a:lnTo>
                  <a:lnTo>
                    <a:pt x="235648" y="430158"/>
                  </a:lnTo>
                  <a:lnTo>
                    <a:pt x="266491" y="405556"/>
                  </a:lnTo>
                  <a:lnTo>
                    <a:pt x="299010" y="381495"/>
                  </a:lnTo>
                  <a:lnTo>
                    <a:pt x="333166" y="357993"/>
                  </a:lnTo>
                  <a:lnTo>
                    <a:pt x="368922" y="335067"/>
                  </a:lnTo>
                  <a:lnTo>
                    <a:pt x="406240" y="312737"/>
                  </a:lnTo>
                  <a:lnTo>
                    <a:pt x="445082" y="291020"/>
                  </a:lnTo>
                  <a:lnTo>
                    <a:pt x="485408" y="269933"/>
                  </a:lnTo>
                  <a:lnTo>
                    <a:pt x="527183" y="249496"/>
                  </a:lnTo>
                  <a:lnTo>
                    <a:pt x="570367" y="229726"/>
                  </a:lnTo>
                  <a:lnTo>
                    <a:pt x="614922" y="210640"/>
                  </a:lnTo>
                  <a:lnTo>
                    <a:pt x="660810" y="192258"/>
                  </a:lnTo>
                  <a:lnTo>
                    <a:pt x="707993" y="174597"/>
                  </a:lnTo>
                  <a:lnTo>
                    <a:pt x="756434" y="157675"/>
                  </a:lnTo>
                  <a:lnTo>
                    <a:pt x="806093" y="141510"/>
                  </a:lnTo>
                  <a:lnTo>
                    <a:pt x="856934" y="126120"/>
                  </a:lnTo>
                  <a:lnTo>
                    <a:pt x="908917" y="111523"/>
                  </a:lnTo>
                  <a:lnTo>
                    <a:pt x="962005" y="97737"/>
                  </a:lnTo>
                  <a:lnTo>
                    <a:pt x="1016160" y="84781"/>
                  </a:lnTo>
                  <a:lnTo>
                    <a:pt x="1071343" y="72672"/>
                  </a:lnTo>
                  <a:lnTo>
                    <a:pt x="1127517" y="61428"/>
                  </a:lnTo>
                  <a:lnTo>
                    <a:pt x="1184644" y="51067"/>
                  </a:lnTo>
                  <a:lnTo>
                    <a:pt x="1242685" y="41607"/>
                  </a:lnTo>
                  <a:lnTo>
                    <a:pt x="1301602" y="33067"/>
                  </a:lnTo>
                  <a:lnTo>
                    <a:pt x="1361358" y="25464"/>
                  </a:lnTo>
                  <a:lnTo>
                    <a:pt x="1421913" y="18816"/>
                  </a:lnTo>
                  <a:lnTo>
                    <a:pt x="1483231" y="13142"/>
                  </a:lnTo>
                  <a:lnTo>
                    <a:pt x="1545273" y="8459"/>
                  </a:lnTo>
                  <a:lnTo>
                    <a:pt x="1608001" y="4785"/>
                  </a:lnTo>
                  <a:lnTo>
                    <a:pt x="1671377" y="2138"/>
                  </a:lnTo>
                  <a:lnTo>
                    <a:pt x="1735363" y="537"/>
                  </a:lnTo>
                  <a:lnTo>
                    <a:pt x="1799921" y="0"/>
                  </a:lnTo>
                  <a:lnTo>
                    <a:pt x="1864479" y="537"/>
                  </a:lnTo>
                  <a:lnTo>
                    <a:pt x="1928464" y="2138"/>
                  </a:lnTo>
                  <a:lnTo>
                    <a:pt x="1991840" y="4785"/>
                  </a:lnTo>
                  <a:lnTo>
                    <a:pt x="2054568" y="8459"/>
                  </a:lnTo>
                  <a:lnTo>
                    <a:pt x="2116611" y="13142"/>
                  </a:lnTo>
                  <a:lnTo>
                    <a:pt x="2177929" y="18816"/>
                  </a:lnTo>
                  <a:lnTo>
                    <a:pt x="2238484" y="25464"/>
                  </a:lnTo>
                  <a:lnTo>
                    <a:pt x="2298240" y="33067"/>
                  </a:lnTo>
                  <a:lnTo>
                    <a:pt x="2357157" y="41607"/>
                  </a:lnTo>
                  <a:lnTo>
                    <a:pt x="2415198" y="51067"/>
                  </a:lnTo>
                  <a:lnTo>
                    <a:pt x="2472325" y="61428"/>
                  </a:lnTo>
                  <a:lnTo>
                    <a:pt x="2528499" y="72672"/>
                  </a:lnTo>
                  <a:lnTo>
                    <a:pt x="2583682" y="84781"/>
                  </a:lnTo>
                  <a:lnTo>
                    <a:pt x="2637837" y="97737"/>
                  </a:lnTo>
                  <a:lnTo>
                    <a:pt x="2690925" y="111523"/>
                  </a:lnTo>
                  <a:lnTo>
                    <a:pt x="2742908" y="126120"/>
                  </a:lnTo>
                  <a:lnTo>
                    <a:pt x="2793749" y="141510"/>
                  </a:lnTo>
                  <a:lnTo>
                    <a:pt x="2843408" y="157675"/>
                  </a:lnTo>
                  <a:lnTo>
                    <a:pt x="2891849" y="174597"/>
                  </a:lnTo>
                  <a:lnTo>
                    <a:pt x="2939032" y="192258"/>
                  </a:lnTo>
                  <a:lnTo>
                    <a:pt x="2984920" y="210640"/>
                  </a:lnTo>
                  <a:lnTo>
                    <a:pt x="3029475" y="229726"/>
                  </a:lnTo>
                  <a:lnTo>
                    <a:pt x="3072659" y="249496"/>
                  </a:lnTo>
                  <a:lnTo>
                    <a:pt x="3114433" y="269933"/>
                  </a:lnTo>
                  <a:lnTo>
                    <a:pt x="3154760" y="291020"/>
                  </a:lnTo>
                  <a:lnTo>
                    <a:pt x="3193602" y="312737"/>
                  </a:lnTo>
                  <a:lnTo>
                    <a:pt x="3230920" y="335067"/>
                  </a:lnTo>
                  <a:lnTo>
                    <a:pt x="3266676" y="357993"/>
                  </a:lnTo>
                  <a:lnTo>
                    <a:pt x="3300832" y="381495"/>
                  </a:lnTo>
                  <a:lnTo>
                    <a:pt x="3333351" y="405556"/>
                  </a:lnTo>
                  <a:lnTo>
                    <a:pt x="3364194" y="430158"/>
                  </a:lnTo>
                  <a:lnTo>
                    <a:pt x="3393322" y="455283"/>
                  </a:lnTo>
                  <a:lnTo>
                    <a:pt x="3446286" y="507030"/>
                  </a:lnTo>
                  <a:lnTo>
                    <a:pt x="3491937" y="560652"/>
                  </a:lnTo>
                  <a:lnTo>
                    <a:pt x="3529971" y="616005"/>
                  </a:lnTo>
                  <a:lnTo>
                    <a:pt x="3560083" y="672945"/>
                  </a:lnTo>
                  <a:lnTo>
                    <a:pt x="3581968" y="731329"/>
                  </a:lnTo>
                  <a:lnTo>
                    <a:pt x="3595323" y="791011"/>
                  </a:lnTo>
                  <a:lnTo>
                    <a:pt x="3599842" y="851848"/>
                  </a:lnTo>
                  <a:lnTo>
                    <a:pt x="3598706" y="882400"/>
                  </a:lnTo>
                  <a:lnTo>
                    <a:pt x="3589731" y="942675"/>
                  </a:lnTo>
                  <a:lnTo>
                    <a:pt x="3572073" y="1001723"/>
                  </a:lnTo>
                  <a:lnTo>
                    <a:pt x="3546036" y="1059400"/>
                  </a:lnTo>
                  <a:lnTo>
                    <a:pt x="3511925" y="1115562"/>
                  </a:lnTo>
                  <a:lnTo>
                    <a:pt x="3470045" y="1170066"/>
                  </a:lnTo>
                  <a:lnTo>
                    <a:pt x="3420699" y="1222767"/>
                  </a:lnTo>
                  <a:lnTo>
                    <a:pt x="3364194" y="1273520"/>
                  </a:lnTo>
                  <a:lnTo>
                    <a:pt x="3333351" y="1298121"/>
                  </a:lnTo>
                  <a:lnTo>
                    <a:pt x="3300832" y="1322182"/>
                  </a:lnTo>
                  <a:lnTo>
                    <a:pt x="3266676" y="1345683"/>
                  </a:lnTo>
                  <a:lnTo>
                    <a:pt x="3230920" y="1368608"/>
                  </a:lnTo>
                  <a:lnTo>
                    <a:pt x="3193602" y="1390938"/>
                  </a:lnTo>
                  <a:lnTo>
                    <a:pt x="3154760" y="1412655"/>
                  </a:lnTo>
                  <a:lnTo>
                    <a:pt x="3114433" y="1433741"/>
                  </a:lnTo>
                  <a:lnTo>
                    <a:pt x="3072659" y="1454178"/>
                  </a:lnTo>
                  <a:lnTo>
                    <a:pt x="3029475" y="1473948"/>
                  </a:lnTo>
                  <a:lnTo>
                    <a:pt x="2984920" y="1493033"/>
                  </a:lnTo>
                  <a:lnTo>
                    <a:pt x="2939032" y="1511415"/>
                  </a:lnTo>
                  <a:lnTo>
                    <a:pt x="2891849" y="1529076"/>
                  </a:lnTo>
                  <a:lnTo>
                    <a:pt x="2843408" y="1545998"/>
                  </a:lnTo>
                  <a:lnTo>
                    <a:pt x="2793749" y="1562162"/>
                  </a:lnTo>
                  <a:lnTo>
                    <a:pt x="2742908" y="1577552"/>
                  </a:lnTo>
                  <a:lnTo>
                    <a:pt x="2690925" y="1592149"/>
                  </a:lnTo>
                  <a:lnTo>
                    <a:pt x="2637837" y="1605934"/>
                  </a:lnTo>
                  <a:lnTo>
                    <a:pt x="2583682" y="1618890"/>
                  </a:lnTo>
                  <a:lnTo>
                    <a:pt x="2528499" y="1630999"/>
                  </a:lnTo>
                  <a:lnTo>
                    <a:pt x="2472325" y="1642243"/>
                  </a:lnTo>
                  <a:lnTo>
                    <a:pt x="2415198" y="1652604"/>
                  </a:lnTo>
                  <a:lnTo>
                    <a:pt x="2357157" y="1662064"/>
                  </a:lnTo>
                  <a:lnTo>
                    <a:pt x="2298240" y="1670604"/>
                  </a:lnTo>
                  <a:lnTo>
                    <a:pt x="2238484" y="1678207"/>
                  </a:lnTo>
                  <a:lnTo>
                    <a:pt x="2177929" y="1684855"/>
                  </a:lnTo>
                  <a:lnTo>
                    <a:pt x="2116611" y="1690529"/>
                  </a:lnTo>
                  <a:lnTo>
                    <a:pt x="2054568" y="1695212"/>
                  </a:lnTo>
                  <a:lnTo>
                    <a:pt x="1991840" y="1698886"/>
                  </a:lnTo>
                  <a:lnTo>
                    <a:pt x="1928464" y="1701532"/>
                  </a:lnTo>
                  <a:lnTo>
                    <a:pt x="1864479" y="1703133"/>
                  </a:lnTo>
                  <a:lnTo>
                    <a:pt x="1799921" y="1703671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5366" y="4764490"/>
              <a:ext cx="3600450" cy="1703705"/>
            </a:xfrm>
            <a:custGeom>
              <a:avLst/>
              <a:gdLst/>
              <a:ahLst/>
              <a:cxnLst/>
              <a:rect l="l" t="t" r="r" b="b"/>
              <a:pathLst>
                <a:path w="3600450" h="1703704">
                  <a:moveTo>
                    <a:pt x="0" y="851848"/>
                  </a:moveTo>
                  <a:lnTo>
                    <a:pt x="1136" y="821294"/>
                  </a:lnTo>
                  <a:lnTo>
                    <a:pt x="4519" y="791011"/>
                  </a:lnTo>
                  <a:lnTo>
                    <a:pt x="17874" y="731329"/>
                  </a:lnTo>
                  <a:lnTo>
                    <a:pt x="39759" y="672945"/>
                  </a:lnTo>
                  <a:lnTo>
                    <a:pt x="69871" y="616005"/>
                  </a:lnTo>
                  <a:lnTo>
                    <a:pt x="107905" y="560652"/>
                  </a:lnTo>
                  <a:lnTo>
                    <a:pt x="153556" y="507030"/>
                  </a:lnTo>
                  <a:lnTo>
                    <a:pt x="206519" y="455283"/>
                  </a:lnTo>
                  <a:lnTo>
                    <a:pt x="235648" y="430158"/>
                  </a:lnTo>
                  <a:lnTo>
                    <a:pt x="266491" y="405556"/>
                  </a:lnTo>
                  <a:lnTo>
                    <a:pt x="299010" y="381495"/>
                  </a:lnTo>
                  <a:lnTo>
                    <a:pt x="333166" y="357993"/>
                  </a:lnTo>
                  <a:lnTo>
                    <a:pt x="368922" y="335067"/>
                  </a:lnTo>
                  <a:lnTo>
                    <a:pt x="406240" y="312737"/>
                  </a:lnTo>
                  <a:lnTo>
                    <a:pt x="445082" y="291020"/>
                  </a:lnTo>
                  <a:lnTo>
                    <a:pt x="485408" y="269933"/>
                  </a:lnTo>
                  <a:lnTo>
                    <a:pt x="527183" y="249496"/>
                  </a:lnTo>
                  <a:lnTo>
                    <a:pt x="570367" y="229725"/>
                  </a:lnTo>
                  <a:lnTo>
                    <a:pt x="614922" y="210640"/>
                  </a:lnTo>
                  <a:lnTo>
                    <a:pt x="660810" y="192258"/>
                  </a:lnTo>
                  <a:lnTo>
                    <a:pt x="707993" y="174597"/>
                  </a:lnTo>
                  <a:lnTo>
                    <a:pt x="756434" y="157675"/>
                  </a:lnTo>
                  <a:lnTo>
                    <a:pt x="806093" y="141510"/>
                  </a:lnTo>
                  <a:lnTo>
                    <a:pt x="856933" y="126120"/>
                  </a:lnTo>
                  <a:lnTo>
                    <a:pt x="908917" y="111523"/>
                  </a:lnTo>
                  <a:lnTo>
                    <a:pt x="962005" y="97737"/>
                  </a:lnTo>
                  <a:lnTo>
                    <a:pt x="1016160" y="84781"/>
                  </a:lnTo>
                  <a:lnTo>
                    <a:pt x="1071343" y="72672"/>
                  </a:lnTo>
                  <a:lnTo>
                    <a:pt x="1127517" y="61428"/>
                  </a:lnTo>
                  <a:lnTo>
                    <a:pt x="1184644" y="51067"/>
                  </a:lnTo>
                  <a:lnTo>
                    <a:pt x="1242685" y="41607"/>
                  </a:lnTo>
                  <a:lnTo>
                    <a:pt x="1301602" y="33067"/>
                  </a:lnTo>
                  <a:lnTo>
                    <a:pt x="1361357" y="25464"/>
                  </a:lnTo>
                  <a:lnTo>
                    <a:pt x="1421913" y="18816"/>
                  </a:lnTo>
                  <a:lnTo>
                    <a:pt x="1483231" y="13142"/>
                  </a:lnTo>
                  <a:lnTo>
                    <a:pt x="1545273" y="8459"/>
                  </a:lnTo>
                  <a:lnTo>
                    <a:pt x="1608001" y="4785"/>
                  </a:lnTo>
                  <a:lnTo>
                    <a:pt x="1671377" y="2138"/>
                  </a:lnTo>
                  <a:lnTo>
                    <a:pt x="1735363" y="537"/>
                  </a:lnTo>
                  <a:lnTo>
                    <a:pt x="1799921" y="0"/>
                  </a:lnTo>
                  <a:lnTo>
                    <a:pt x="1864479" y="537"/>
                  </a:lnTo>
                  <a:lnTo>
                    <a:pt x="1928464" y="2138"/>
                  </a:lnTo>
                  <a:lnTo>
                    <a:pt x="1991840" y="4785"/>
                  </a:lnTo>
                  <a:lnTo>
                    <a:pt x="2054568" y="8459"/>
                  </a:lnTo>
                  <a:lnTo>
                    <a:pt x="2116610" y="13142"/>
                  </a:lnTo>
                  <a:lnTo>
                    <a:pt x="2177928" y="18816"/>
                  </a:lnTo>
                  <a:lnTo>
                    <a:pt x="2238484" y="25464"/>
                  </a:lnTo>
                  <a:lnTo>
                    <a:pt x="2298240" y="33067"/>
                  </a:lnTo>
                  <a:lnTo>
                    <a:pt x="2357157" y="41607"/>
                  </a:lnTo>
                  <a:lnTo>
                    <a:pt x="2415198" y="51067"/>
                  </a:lnTo>
                  <a:lnTo>
                    <a:pt x="2472325" y="61428"/>
                  </a:lnTo>
                  <a:lnTo>
                    <a:pt x="2528499" y="72672"/>
                  </a:lnTo>
                  <a:lnTo>
                    <a:pt x="2583682" y="84781"/>
                  </a:lnTo>
                  <a:lnTo>
                    <a:pt x="2637837" y="97737"/>
                  </a:lnTo>
                  <a:lnTo>
                    <a:pt x="2690925" y="111523"/>
                  </a:lnTo>
                  <a:lnTo>
                    <a:pt x="2742908" y="126120"/>
                  </a:lnTo>
                  <a:lnTo>
                    <a:pt x="2793749" y="141510"/>
                  </a:lnTo>
                  <a:lnTo>
                    <a:pt x="2843408" y="157675"/>
                  </a:lnTo>
                  <a:lnTo>
                    <a:pt x="2891849" y="174597"/>
                  </a:lnTo>
                  <a:lnTo>
                    <a:pt x="2939032" y="192258"/>
                  </a:lnTo>
                  <a:lnTo>
                    <a:pt x="2984920" y="210640"/>
                  </a:lnTo>
                  <a:lnTo>
                    <a:pt x="3029475" y="229725"/>
                  </a:lnTo>
                  <a:lnTo>
                    <a:pt x="3072659" y="249496"/>
                  </a:lnTo>
                  <a:lnTo>
                    <a:pt x="3114433" y="269933"/>
                  </a:lnTo>
                  <a:lnTo>
                    <a:pt x="3154760" y="291020"/>
                  </a:lnTo>
                  <a:lnTo>
                    <a:pt x="3193602" y="312737"/>
                  </a:lnTo>
                  <a:lnTo>
                    <a:pt x="3230919" y="335067"/>
                  </a:lnTo>
                  <a:lnTo>
                    <a:pt x="3266676" y="357993"/>
                  </a:lnTo>
                  <a:lnTo>
                    <a:pt x="3300832" y="381495"/>
                  </a:lnTo>
                  <a:lnTo>
                    <a:pt x="3333351" y="405556"/>
                  </a:lnTo>
                  <a:lnTo>
                    <a:pt x="3364193" y="430158"/>
                  </a:lnTo>
                  <a:lnTo>
                    <a:pt x="3393322" y="455283"/>
                  </a:lnTo>
                  <a:lnTo>
                    <a:pt x="3446286" y="507030"/>
                  </a:lnTo>
                  <a:lnTo>
                    <a:pt x="3491937" y="560652"/>
                  </a:lnTo>
                  <a:lnTo>
                    <a:pt x="3529971" y="616005"/>
                  </a:lnTo>
                  <a:lnTo>
                    <a:pt x="3560083" y="672945"/>
                  </a:lnTo>
                  <a:lnTo>
                    <a:pt x="3581968" y="731329"/>
                  </a:lnTo>
                  <a:lnTo>
                    <a:pt x="3595323" y="791011"/>
                  </a:lnTo>
                  <a:lnTo>
                    <a:pt x="3599842" y="851848"/>
                  </a:lnTo>
                  <a:lnTo>
                    <a:pt x="3595323" y="912682"/>
                  </a:lnTo>
                  <a:lnTo>
                    <a:pt x="3581968" y="972361"/>
                  </a:lnTo>
                  <a:lnTo>
                    <a:pt x="3560083" y="1030742"/>
                  </a:lnTo>
                  <a:lnTo>
                    <a:pt x="3529971" y="1087680"/>
                  </a:lnTo>
                  <a:lnTo>
                    <a:pt x="3491937" y="1143031"/>
                  </a:lnTo>
                  <a:lnTo>
                    <a:pt x="3446286" y="1196651"/>
                  </a:lnTo>
                  <a:lnTo>
                    <a:pt x="3393322" y="1248396"/>
                  </a:lnTo>
                  <a:lnTo>
                    <a:pt x="3364193" y="1273520"/>
                  </a:lnTo>
                  <a:lnTo>
                    <a:pt x="3333351" y="1298121"/>
                  </a:lnTo>
                  <a:lnTo>
                    <a:pt x="3300832" y="1322182"/>
                  </a:lnTo>
                  <a:lnTo>
                    <a:pt x="3266676" y="1345683"/>
                  </a:lnTo>
                  <a:lnTo>
                    <a:pt x="3230919" y="1368608"/>
                  </a:lnTo>
                  <a:lnTo>
                    <a:pt x="3193602" y="1390938"/>
                  </a:lnTo>
                  <a:lnTo>
                    <a:pt x="3154760" y="1412655"/>
                  </a:lnTo>
                  <a:lnTo>
                    <a:pt x="3114433" y="1433741"/>
                  </a:lnTo>
                  <a:lnTo>
                    <a:pt x="3072659" y="1454178"/>
                  </a:lnTo>
                  <a:lnTo>
                    <a:pt x="3029475" y="1473948"/>
                  </a:lnTo>
                  <a:lnTo>
                    <a:pt x="2984920" y="1493033"/>
                  </a:lnTo>
                  <a:lnTo>
                    <a:pt x="2939032" y="1511415"/>
                  </a:lnTo>
                  <a:lnTo>
                    <a:pt x="2891849" y="1529076"/>
                  </a:lnTo>
                  <a:lnTo>
                    <a:pt x="2843408" y="1545997"/>
                  </a:lnTo>
                  <a:lnTo>
                    <a:pt x="2793749" y="1562162"/>
                  </a:lnTo>
                  <a:lnTo>
                    <a:pt x="2742908" y="1577552"/>
                  </a:lnTo>
                  <a:lnTo>
                    <a:pt x="2690925" y="1592149"/>
                  </a:lnTo>
                  <a:lnTo>
                    <a:pt x="2637837" y="1605934"/>
                  </a:lnTo>
                  <a:lnTo>
                    <a:pt x="2583682" y="1618890"/>
                  </a:lnTo>
                  <a:lnTo>
                    <a:pt x="2528499" y="1630999"/>
                  </a:lnTo>
                  <a:lnTo>
                    <a:pt x="2472325" y="1642243"/>
                  </a:lnTo>
                  <a:lnTo>
                    <a:pt x="2415198" y="1652604"/>
                  </a:lnTo>
                  <a:lnTo>
                    <a:pt x="2357157" y="1662063"/>
                  </a:lnTo>
                  <a:lnTo>
                    <a:pt x="2298240" y="1670604"/>
                  </a:lnTo>
                  <a:lnTo>
                    <a:pt x="2238484" y="1678207"/>
                  </a:lnTo>
                  <a:lnTo>
                    <a:pt x="2177928" y="1684854"/>
                  </a:lnTo>
                  <a:lnTo>
                    <a:pt x="2116610" y="1690529"/>
                  </a:lnTo>
                  <a:lnTo>
                    <a:pt x="2054568" y="1695212"/>
                  </a:lnTo>
                  <a:lnTo>
                    <a:pt x="1991840" y="1698886"/>
                  </a:lnTo>
                  <a:lnTo>
                    <a:pt x="1928464" y="1701532"/>
                  </a:lnTo>
                  <a:lnTo>
                    <a:pt x="1864479" y="1703133"/>
                  </a:lnTo>
                  <a:lnTo>
                    <a:pt x="1799921" y="1703671"/>
                  </a:lnTo>
                  <a:lnTo>
                    <a:pt x="1735363" y="1703133"/>
                  </a:lnTo>
                  <a:lnTo>
                    <a:pt x="1671377" y="1701532"/>
                  </a:lnTo>
                  <a:lnTo>
                    <a:pt x="1608001" y="1698886"/>
                  </a:lnTo>
                  <a:lnTo>
                    <a:pt x="1545273" y="1695212"/>
                  </a:lnTo>
                  <a:lnTo>
                    <a:pt x="1483231" y="1690529"/>
                  </a:lnTo>
                  <a:lnTo>
                    <a:pt x="1421913" y="1684854"/>
                  </a:lnTo>
                  <a:lnTo>
                    <a:pt x="1361357" y="1678207"/>
                  </a:lnTo>
                  <a:lnTo>
                    <a:pt x="1301602" y="1670604"/>
                  </a:lnTo>
                  <a:lnTo>
                    <a:pt x="1242685" y="1662063"/>
                  </a:lnTo>
                  <a:lnTo>
                    <a:pt x="1184644" y="1652604"/>
                  </a:lnTo>
                  <a:lnTo>
                    <a:pt x="1127517" y="1642243"/>
                  </a:lnTo>
                  <a:lnTo>
                    <a:pt x="1071343" y="1630999"/>
                  </a:lnTo>
                  <a:lnTo>
                    <a:pt x="1016160" y="1618890"/>
                  </a:lnTo>
                  <a:lnTo>
                    <a:pt x="962005" y="1605934"/>
                  </a:lnTo>
                  <a:lnTo>
                    <a:pt x="908917" y="1592149"/>
                  </a:lnTo>
                  <a:lnTo>
                    <a:pt x="856933" y="1577552"/>
                  </a:lnTo>
                  <a:lnTo>
                    <a:pt x="806093" y="1562162"/>
                  </a:lnTo>
                  <a:lnTo>
                    <a:pt x="756434" y="1545997"/>
                  </a:lnTo>
                  <a:lnTo>
                    <a:pt x="707993" y="1529076"/>
                  </a:lnTo>
                  <a:lnTo>
                    <a:pt x="660810" y="1511415"/>
                  </a:lnTo>
                  <a:lnTo>
                    <a:pt x="614922" y="1493033"/>
                  </a:lnTo>
                  <a:lnTo>
                    <a:pt x="570367" y="1473948"/>
                  </a:lnTo>
                  <a:lnTo>
                    <a:pt x="527183" y="1454178"/>
                  </a:lnTo>
                  <a:lnTo>
                    <a:pt x="485408" y="1433741"/>
                  </a:lnTo>
                  <a:lnTo>
                    <a:pt x="445082" y="1412655"/>
                  </a:lnTo>
                  <a:lnTo>
                    <a:pt x="406240" y="1390938"/>
                  </a:lnTo>
                  <a:lnTo>
                    <a:pt x="368922" y="1368608"/>
                  </a:lnTo>
                  <a:lnTo>
                    <a:pt x="333166" y="1345683"/>
                  </a:lnTo>
                  <a:lnTo>
                    <a:pt x="299010" y="1322182"/>
                  </a:lnTo>
                  <a:lnTo>
                    <a:pt x="266491" y="1298121"/>
                  </a:lnTo>
                  <a:lnTo>
                    <a:pt x="235648" y="1273520"/>
                  </a:lnTo>
                  <a:lnTo>
                    <a:pt x="206519" y="1248396"/>
                  </a:lnTo>
                  <a:lnTo>
                    <a:pt x="153556" y="1196651"/>
                  </a:lnTo>
                  <a:lnTo>
                    <a:pt x="107905" y="1143031"/>
                  </a:lnTo>
                  <a:lnTo>
                    <a:pt x="69871" y="1087680"/>
                  </a:lnTo>
                  <a:lnTo>
                    <a:pt x="39759" y="1030742"/>
                  </a:lnTo>
                  <a:lnTo>
                    <a:pt x="17874" y="972361"/>
                  </a:lnTo>
                  <a:lnTo>
                    <a:pt x="4519" y="912682"/>
                  </a:lnTo>
                  <a:lnTo>
                    <a:pt x="1136" y="882400"/>
                  </a:lnTo>
                  <a:lnTo>
                    <a:pt x="0" y="851848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3770" y="5225674"/>
            <a:ext cx="1583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0000"/>
                </a:solidFill>
                <a:latin typeface="Arial Black"/>
                <a:cs typeface="Arial Black"/>
              </a:rPr>
              <a:t>Teks </a:t>
            </a:r>
            <a:r>
              <a:rPr sz="2400" spc="-10" dirty="0">
                <a:solidFill>
                  <a:srgbClr val="FF0000"/>
                </a:solidFill>
                <a:latin typeface="Arial Black"/>
                <a:cs typeface="Arial Black"/>
              </a:rPr>
              <a:t>Deskripsi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24642" y="4450965"/>
            <a:ext cx="4795520" cy="660400"/>
            <a:chOff x="3724642" y="4450965"/>
            <a:chExt cx="4795520" cy="660400"/>
          </a:xfrm>
        </p:grpSpPr>
        <p:sp>
          <p:nvSpPr>
            <p:cNvPr id="14" name="object 14"/>
            <p:cNvSpPr/>
            <p:nvPr/>
          </p:nvSpPr>
          <p:spPr>
            <a:xfrm>
              <a:off x="3734167" y="4460490"/>
              <a:ext cx="947419" cy="624205"/>
            </a:xfrm>
            <a:custGeom>
              <a:avLst/>
              <a:gdLst/>
              <a:ahLst/>
              <a:cxnLst/>
              <a:rect l="l" t="t" r="r" b="b"/>
              <a:pathLst>
                <a:path w="947420" h="624204">
                  <a:moveTo>
                    <a:pt x="628923" y="623948"/>
                  </a:moveTo>
                  <a:lnTo>
                    <a:pt x="676623" y="512598"/>
                  </a:lnTo>
                  <a:lnTo>
                    <a:pt x="0" y="222749"/>
                  </a:lnTo>
                  <a:lnTo>
                    <a:pt x="95424" y="0"/>
                  </a:lnTo>
                  <a:lnTo>
                    <a:pt x="772048" y="289849"/>
                  </a:lnTo>
                  <a:lnTo>
                    <a:pt x="819748" y="178474"/>
                  </a:lnTo>
                  <a:lnTo>
                    <a:pt x="947073" y="496648"/>
                  </a:lnTo>
                  <a:lnTo>
                    <a:pt x="628923" y="623948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4167" y="4460490"/>
              <a:ext cx="947419" cy="624205"/>
            </a:xfrm>
            <a:custGeom>
              <a:avLst/>
              <a:gdLst/>
              <a:ahLst/>
              <a:cxnLst/>
              <a:rect l="l" t="t" r="r" b="b"/>
              <a:pathLst>
                <a:path w="947420" h="624204">
                  <a:moveTo>
                    <a:pt x="95424" y="0"/>
                  </a:moveTo>
                  <a:lnTo>
                    <a:pt x="772048" y="289849"/>
                  </a:lnTo>
                  <a:lnTo>
                    <a:pt x="819748" y="178474"/>
                  </a:lnTo>
                  <a:lnTo>
                    <a:pt x="947073" y="496648"/>
                  </a:lnTo>
                  <a:lnTo>
                    <a:pt x="628923" y="623948"/>
                  </a:lnTo>
                  <a:lnTo>
                    <a:pt x="676623" y="512598"/>
                  </a:lnTo>
                  <a:lnTo>
                    <a:pt x="0" y="222749"/>
                  </a:lnTo>
                  <a:lnTo>
                    <a:pt x="95424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45484" y="4518940"/>
              <a:ext cx="965200" cy="582930"/>
            </a:xfrm>
            <a:custGeom>
              <a:avLst/>
              <a:gdLst/>
              <a:ahLst/>
              <a:cxnLst/>
              <a:rect l="l" t="t" r="r" b="b"/>
              <a:pathLst>
                <a:path w="965200" h="582929">
                  <a:moveTo>
                    <a:pt x="307774" y="582398"/>
                  </a:moveTo>
                  <a:lnTo>
                    <a:pt x="0" y="431699"/>
                  </a:lnTo>
                  <a:lnTo>
                    <a:pt x="150724" y="123924"/>
                  </a:lnTo>
                  <a:lnTo>
                    <a:pt x="189974" y="238549"/>
                  </a:lnTo>
                  <a:lnTo>
                    <a:pt x="886348" y="0"/>
                  </a:lnTo>
                  <a:lnTo>
                    <a:pt x="964873" y="229249"/>
                  </a:lnTo>
                  <a:lnTo>
                    <a:pt x="268499" y="467774"/>
                  </a:lnTo>
                  <a:lnTo>
                    <a:pt x="307774" y="582398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45484" y="4518940"/>
              <a:ext cx="965200" cy="582930"/>
            </a:xfrm>
            <a:custGeom>
              <a:avLst/>
              <a:gdLst/>
              <a:ahLst/>
              <a:cxnLst/>
              <a:rect l="l" t="t" r="r" b="b"/>
              <a:pathLst>
                <a:path w="965200" h="582929">
                  <a:moveTo>
                    <a:pt x="964873" y="229249"/>
                  </a:moveTo>
                  <a:lnTo>
                    <a:pt x="268499" y="467774"/>
                  </a:lnTo>
                  <a:lnTo>
                    <a:pt x="307774" y="582398"/>
                  </a:lnTo>
                  <a:lnTo>
                    <a:pt x="0" y="431699"/>
                  </a:lnTo>
                  <a:lnTo>
                    <a:pt x="150724" y="123924"/>
                  </a:lnTo>
                  <a:lnTo>
                    <a:pt x="189974" y="238549"/>
                  </a:lnTo>
                  <a:lnTo>
                    <a:pt x="886348" y="0"/>
                  </a:lnTo>
                  <a:lnTo>
                    <a:pt x="964873" y="229249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9000" y="651070"/>
            <a:ext cx="6025515" cy="991235"/>
            <a:chOff x="3359318" y="651088"/>
            <a:chExt cx="6025515" cy="991235"/>
          </a:xfrm>
        </p:grpSpPr>
        <p:sp>
          <p:nvSpPr>
            <p:cNvPr id="3" name="object 3"/>
            <p:cNvSpPr/>
            <p:nvPr/>
          </p:nvSpPr>
          <p:spPr>
            <a:xfrm>
              <a:off x="3368843" y="660613"/>
              <a:ext cx="6006465" cy="972185"/>
            </a:xfrm>
            <a:custGeom>
              <a:avLst/>
              <a:gdLst/>
              <a:ahLst/>
              <a:cxnLst/>
              <a:rect l="l" t="t" r="r" b="b"/>
              <a:pathLst>
                <a:path w="6006465" h="972185">
                  <a:moveTo>
                    <a:pt x="6006137" y="972148"/>
                  </a:moveTo>
                  <a:lnTo>
                    <a:pt x="0" y="972148"/>
                  </a:lnTo>
                  <a:lnTo>
                    <a:pt x="0" y="0"/>
                  </a:lnTo>
                  <a:lnTo>
                    <a:pt x="6006137" y="0"/>
                  </a:lnTo>
                  <a:lnTo>
                    <a:pt x="6006137" y="972148"/>
                  </a:lnTo>
                  <a:close/>
                </a:path>
              </a:pathLst>
            </a:custGeom>
            <a:solidFill>
              <a:srgbClr val="A5B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68843" y="660613"/>
              <a:ext cx="6006465" cy="972185"/>
            </a:xfrm>
            <a:custGeom>
              <a:avLst/>
              <a:gdLst/>
              <a:ahLst/>
              <a:cxnLst/>
              <a:rect l="l" t="t" r="r" b="b"/>
              <a:pathLst>
                <a:path w="6006465" h="972185">
                  <a:moveTo>
                    <a:pt x="0" y="0"/>
                  </a:moveTo>
                  <a:lnTo>
                    <a:pt x="6006137" y="0"/>
                  </a:lnTo>
                  <a:lnTo>
                    <a:pt x="6006137" y="972148"/>
                  </a:lnTo>
                  <a:lnTo>
                    <a:pt x="0" y="97214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7985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20889" y="963808"/>
            <a:ext cx="570230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b="0" spc="-100" dirty="0">
                <a:latin typeface="Arial"/>
                <a:cs typeface="Arial"/>
              </a:rPr>
              <a:t>Langkah-</a:t>
            </a:r>
            <a:r>
              <a:rPr sz="2400" b="0" spc="-105" dirty="0">
                <a:latin typeface="Arial"/>
                <a:cs typeface="Arial"/>
              </a:rPr>
              <a:t>Langkah</a:t>
            </a:r>
            <a:r>
              <a:rPr sz="2400" b="0" spc="-114" dirty="0">
                <a:latin typeface="Arial"/>
                <a:cs typeface="Arial"/>
              </a:rPr>
              <a:t> </a:t>
            </a:r>
            <a:r>
              <a:rPr sz="2400" b="0" spc="-150" dirty="0">
                <a:latin typeface="Arial"/>
                <a:cs typeface="Arial"/>
              </a:rPr>
              <a:t>Penyusunan</a:t>
            </a:r>
            <a:r>
              <a:rPr sz="2400" b="0" spc="-305" dirty="0">
                <a:latin typeface="Arial"/>
                <a:cs typeface="Arial"/>
              </a:rPr>
              <a:t> </a:t>
            </a:r>
            <a:r>
              <a:rPr sz="2400" b="0" spc="-185" dirty="0">
                <a:latin typeface="Arial"/>
                <a:cs typeface="Arial"/>
              </a:rPr>
              <a:t>Teks</a:t>
            </a:r>
            <a:r>
              <a:rPr sz="2400" b="0" spc="-110" dirty="0">
                <a:latin typeface="Arial"/>
                <a:cs typeface="Arial"/>
              </a:rPr>
              <a:t> </a:t>
            </a:r>
            <a:r>
              <a:rPr sz="2400" b="0" spc="-65" dirty="0">
                <a:latin typeface="Arial"/>
                <a:cs typeface="Arial"/>
              </a:rPr>
              <a:t>Deskripsi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3110588" y="2125458"/>
            <a:ext cx="4912359" cy="2003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dirty="0" err="1"/>
              <a:t>Menentukan</a:t>
            </a:r>
            <a:r>
              <a:rPr spc="-50" dirty="0"/>
              <a:t> </a:t>
            </a:r>
            <a:r>
              <a:rPr spc="-10" dirty="0" err="1"/>
              <a:t>Topik</a:t>
            </a:r>
            <a:endParaRPr lang="en-US" spc="-10" dirty="0"/>
          </a:p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dirty="0" err="1"/>
              <a:t>Menentukan</a:t>
            </a:r>
            <a:r>
              <a:rPr spc="-60" dirty="0"/>
              <a:t> </a:t>
            </a:r>
            <a:r>
              <a:rPr dirty="0" err="1">
                <a:uFill>
                  <a:solidFill>
                    <a:srgbClr val="000000"/>
                  </a:solidFill>
                </a:uFill>
              </a:rPr>
              <a:t>Tujuan</a:t>
            </a:r>
            <a:r>
              <a:rPr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pc="-10" dirty="0" err="1">
                <a:uFill>
                  <a:solidFill>
                    <a:srgbClr val="000000"/>
                  </a:solidFill>
                </a:uFill>
              </a:rPr>
              <a:t>Penulisa</a:t>
            </a:r>
            <a:r>
              <a:rPr lang="en-US" spc="-10" dirty="0" err="1">
                <a:uFill>
                  <a:solidFill>
                    <a:srgbClr val="000000"/>
                  </a:solidFill>
                </a:uFill>
              </a:rPr>
              <a:t>n</a:t>
            </a:r>
            <a:endParaRPr lang="en-US" spc="-10" dirty="0">
              <a:uFill>
                <a:solidFill>
                  <a:srgbClr val="000000"/>
                </a:solidFill>
              </a:uFill>
            </a:endParaRPr>
          </a:p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u="none" dirty="0" err="1"/>
              <a:t>Mengumpulkan</a:t>
            </a:r>
            <a:r>
              <a:rPr u="none" spc="-55" dirty="0"/>
              <a:t> </a:t>
            </a:r>
            <a:r>
              <a:rPr u="none" dirty="0"/>
              <a:t>Informasi</a:t>
            </a:r>
            <a:r>
              <a:rPr u="none" spc="-50" dirty="0"/>
              <a:t> </a:t>
            </a:r>
            <a:r>
              <a:rPr u="none" dirty="0" err="1"/>
              <a:t>atau</a:t>
            </a:r>
            <a:r>
              <a:rPr u="none" spc="-55" dirty="0"/>
              <a:t> </a:t>
            </a:r>
            <a:r>
              <a:rPr u="none" spc="-10" dirty="0" err="1"/>
              <a:t>Bahan</a:t>
            </a:r>
            <a:endParaRPr lang="en-US" u="none" spc="-10" dirty="0"/>
          </a:p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dirty="0" err="1"/>
              <a:t>Membuat</a:t>
            </a:r>
            <a:r>
              <a:rPr spc="-90" dirty="0"/>
              <a:t> </a:t>
            </a:r>
            <a:r>
              <a:rPr dirty="0" err="1"/>
              <a:t>Kerangka</a:t>
            </a:r>
            <a:r>
              <a:rPr spc="-90" dirty="0"/>
              <a:t> </a:t>
            </a:r>
            <a:r>
              <a:rPr spc="-10" dirty="0"/>
              <a:t>Tulisan</a:t>
            </a:r>
            <a:endParaRPr lang="en-US" spc="-10" dirty="0"/>
          </a:p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dirty="0" err="1"/>
              <a:t>Mengembangkan</a:t>
            </a:r>
            <a:r>
              <a:rPr spc="-95" dirty="0"/>
              <a:t> </a:t>
            </a:r>
            <a:r>
              <a:rPr dirty="0" err="1"/>
              <a:t>Kerangka</a:t>
            </a:r>
            <a:r>
              <a:rPr spc="-85" dirty="0"/>
              <a:t> </a:t>
            </a:r>
            <a:r>
              <a:rPr spc="-10" dirty="0" err="1"/>
              <a:t>Tulis</a:t>
            </a:r>
            <a:r>
              <a:rPr lang="en-ID" spc="-10" dirty="0"/>
              <a:t>an</a:t>
            </a:r>
          </a:p>
          <a:p>
            <a:pPr marL="43243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dirty="0" err="1"/>
              <a:t>Menentukan</a:t>
            </a:r>
            <a:r>
              <a:rPr spc="-60" dirty="0"/>
              <a:t> </a:t>
            </a:r>
            <a:r>
              <a:rPr spc="-10" dirty="0"/>
              <a:t>Judul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6022" y="595577"/>
            <a:ext cx="9502140" cy="994630"/>
          </a:xfrm>
          <a:prstGeom prst="rect">
            <a:avLst/>
          </a:prstGeom>
        </p:spPr>
        <p:txBody>
          <a:bodyPr vert="horz" wrap="square" lIns="0" tIns="314451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00"/>
              </a:spcBef>
            </a:pPr>
            <a:r>
              <a:rPr lang="en-US" spc="-10" dirty="0" err="1"/>
              <a:t>Menulis</a:t>
            </a:r>
            <a:r>
              <a:rPr spc="-240" dirty="0"/>
              <a:t> </a:t>
            </a:r>
            <a:r>
              <a:rPr spc="-45" dirty="0"/>
              <a:t>Teks</a:t>
            </a:r>
            <a:r>
              <a:rPr spc="-235" dirty="0"/>
              <a:t> </a:t>
            </a:r>
            <a:r>
              <a:rPr spc="-10" dirty="0"/>
              <a:t>Deskripsi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56654" y="2464540"/>
            <a:ext cx="8785946" cy="3776167"/>
            <a:chOff x="1158359" y="2373070"/>
            <a:chExt cx="8785946" cy="377616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6868" y="2373070"/>
              <a:ext cx="2709619" cy="37761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59968" y="2390770"/>
              <a:ext cx="2623820" cy="3689985"/>
            </a:xfrm>
            <a:custGeom>
              <a:avLst/>
              <a:gdLst/>
              <a:ahLst/>
              <a:cxnLst/>
              <a:rect l="l" t="t" r="r" b="b"/>
              <a:pathLst>
                <a:path w="2623820" h="3689985">
                  <a:moveTo>
                    <a:pt x="2623444" y="3689967"/>
                  </a:moveTo>
                  <a:lnTo>
                    <a:pt x="0" y="3689967"/>
                  </a:lnTo>
                  <a:lnTo>
                    <a:pt x="1311722" y="0"/>
                  </a:lnTo>
                  <a:lnTo>
                    <a:pt x="2623444" y="3689967"/>
                  </a:lnTo>
                  <a:close/>
                </a:path>
              </a:pathLst>
            </a:custGeom>
            <a:solidFill>
              <a:srgbClr val="F2B8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59968" y="2390770"/>
              <a:ext cx="2623820" cy="3689985"/>
            </a:xfrm>
            <a:custGeom>
              <a:avLst/>
              <a:gdLst/>
              <a:ahLst/>
              <a:cxnLst/>
              <a:rect l="l" t="t" r="r" b="b"/>
              <a:pathLst>
                <a:path w="2623820" h="3689985">
                  <a:moveTo>
                    <a:pt x="0" y="3689967"/>
                  </a:moveTo>
                  <a:lnTo>
                    <a:pt x="1311722" y="0"/>
                  </a:lnTo>
                  <a:lnTo>
                    <a:pt x="2623444" y="3689967"/>
                  </a:lnTo>
                  <a:lnTo>
                    <a:pt x="0" y="3689967"/>
                  </a:lnTo>
                  <a:close/>
                </a:path>
              </a:pathLst>
            </a:custGeom>
            <a:ln w="9999">
              <a:solidFill>
                <a:srgbClr val="DF52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8359" y="2683074"/>
              <a:ext cx="8728075" cy="1310640"/>
            </a:xfrm>
            <a:custGeom>
              <a:avLst/>
              <a:gdLst/>
              <a:ahLst/>
              <a:cxnLst/>
              <a:rect l="l" t="t" r="r" b="b"/>
              <a:pathLst>
                <a:path w="8728075" h="1310639">
                  <a:moveTo>
                    <a:pt x="8509475" y="1310247"/>
                  </a:moveTo>
                  <a:lnTo>
                    <a:pt x="218379" y="1310247"/>
                  </a:lnTo>
                  <a:lnTo>
                    <a:pt x="168307" y="1304479"/>
                  </a:lnTo>
                  <a:lnTo>
                    <a:pt x="122341" y="1288050"/>
                  </a:lnTo>
                  <a:lnTo>
                    <a:pt x="81794" y="1262271"/>
                  </a:lnTo>
                  <a:lnTo>
                    <a:pt x="47975" y="1228452"/>
                  </a:lnTo>
                  <a:lnTo>
                    <a:pt x="22196" y="1187906"/>
                  </a:lnTo>
                  <a:lnTo>
                    <a:pt x="5767" y="1141942"/>
                  </a:lnTo>
                  <a:lnTo>
                    <a:pt x="0" y="1091872"/>
                  </a:lnTo>
                  <a:lnTo>
                    <a:pt x="0" y="218374"/>
                  </a:lnTo>
                  <a:lnTo>
                    <a:pt x="5767" y="168304"/>
                  </a:lnTo>
                  <a:lnTo>
                    <a:pt x="22196" y="122341"/>
                  </a:lnTo>
                  <a:lnTo>
                    <a:pt x="47975" y="81794"/>
                  </a:lnTo>
                  <a:lnTo>
                    <a:pt x="81794" y="47976"/>
                  </a:lnTo>
                  <a:lnTo>
                    <a:pt x="122341" y="22196"/>
                  </a:lnTo>
                  <a:lnTo>
                    <a:pt x="168307" y="5767"/>
                  </a:lnTo>
                  <a:lnTo>
                    <a:pt x="218379" y="0"/>
                  </a:lnTo>
                  <a:lnTo>
                    <a:pt x="8509475" y="0"/>
                  </a:lnTo>
                  <a:lnTo>
                    <a:pt x="8552268" y="4233"/>
                  </a:lnTo>
                  <a:lnTo>
                    <a:pt x="8593031" y="16618"/>
                  </a:lnTo>
                  <a:lnTo>
                    <a:pt x="8630616" y="36681"/>
                  </a:lnTo>
                  <a:lnTo>
                    <a:pt x="8663875" y="63949"/>
                  </a:lnTo>
                  <a:lnTo>
                    <a:pt x="8691157" y="97208"/>
                  </a:lnTo>
                  <a:lnTo>
                    <a:pt x="8711228" y="134796"/>
                  </a:lnTo>
                  <a:lnTo>
                    <a:pt x="8723615" y="175567"/>
                  </a:lnTo>
                  <a:lnTo>
                    <a:pt x="8727849" y="218374"/>
                  </a:lnTo>
                  <a:lnTo>
                    <a:pt x="8727849" y="1091872"/>
                  </a:lnTo>
                  <a:lnTo>
                    <a:pt x="8722082" y="1141942"/>
                  </a:lnTo>
                  <a:lnTo>
                    <a:pt x="8705653" y="1187906"/>
                  </a:lnTo>
                  <a:lnTo>
                    <a:pt x="8679873" y="1228452"/>
                  </a:lnTo>
                  <a:lnTo>
                    <a:pt x="8646055" y="1262271"/>
                  </a:lnTo>
                  <a:lnTo>
                    <a:pt x="8605508" y="1288050"/>
                  </a:lnTo>
                  <a:lnTo>
                    <a:pt x="8559545" y="1304479"/>
                  </a:lnTo>
                  <a:lnTo>
                    <a:pt x="8509475" y="1310247"/>
                  </a:lnTo>
                  <a:close/>
                </a:path>
              </a:pathLst>
            </a:custGeom>
            <a:solidFill>
              <a:srgbClr val="91CF4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216230" y="2686869"/>
              <a:ext cx="8728075" cy="1310640"/>
            </a:xfrm>
            <a:custGeom>
              <a:avLst/>
              <a:gdLst/>
              <a:ahLst/>
              <a:cxnLst/>
              <a:rect l="l" t="t" r="r" b="b"/>
              <a:pathLst>
                <a:path w="8728075" h="1310639">
                  <a:moveTo>
                    <a:pt x="0" y="218374"/>
                  </a:moveTo>
                  <a:lnTo>
                    <a:pt x="5767" y="168304"/>
                  </a:lnTo>
                  <a:lnTo>
                    <a:pt x="22196" y="122341"/>
                  </a:lnTo>
                  <a:lnTo>
                    <a:pt x="47975" y="81794"/>
                  </a:lnTo>
                  <a:lnTo>
                    <a:pt x="81794" y="47976"/>
                  </a:lnTo>
                  <a:lnTo>
                    <a:pt x="122341" y="22196"/>
                  </a:lnTo>
                  <a:lnTo>
                    <a:pt x="168307" y="5767"/>
                  </a:lnTo>
                  <a:lnTo>
                    <a:pt x="218379" y="0"/>
                  </a:lnTo>
                  <a:lnTo>
                    <a:pt x="8509475" y="0"/>
                  </a:lnTo>
                  <a:lnTo>
                    <a:pt x="8552268" y="4233"/>
                  </a:lnTo>
                  <a:lnTo>
                    <a:pt x="8593031" y="16618"/>
                  </a:lnTo>
                  <a:lnTo>
                    <a:pt x="8630616" y="36681"/>
                  </a:lnTo>
                  <a:lnTo>
                    <a:pt x="8663875" y="63949"/>
                  </a:lnTo>
                  <a:lnTo>
                    <a:pt x="8691157" y="97208"/>
                  </a:lnTo>
                  <a:lnTo>
                    <a:pt x="8711228" y="134796"/>
                  </a:lnTo>
                  <a:lnTo>
                    <a:pt x="8723615" y="175567"/>
                  </a:lnTo>
                  <a:lnTo>
                    <a:pt x="8727849" y="218374"/>
                  </a:lnTo>
                  <a:lnTo>
                    <a:pt x="8727849" y="1091872"/>
                  </a:lnTo>
                  <a:lnTo>
                    <a:pt x="8722082" y="1141942"/>
                  </a:lnTo>
                  <a:lnTo>
                    <a:pt x="8705653" y="1187906"/>
                  </a:lnTo>
                  <a:lnTo>
                    <a:pt x="8679873" y="1228452"/>
                  </a:lnTo>
                  <a:lnTo>
                    <a:pt x="8646055" y="1262271"/>
                  </a:lnTo>
                  <a:lnTo>
                    <a:pt x="8605508" y="1288050"/>
                  </a:lnTo>
                  <a:lnTo>
                    <a:pt x="8559545" y="1304479"/>
                  </a:lnTo>
                  <a:lnTo>
                    <a:pt x="8509475" y="1310247"/>
                  </a:lnTo>
                  <a:lnTo>
                    <a:pt x="218379" y="1310247"/>
                  </a:lnTo>
                  <a:lnTo>
                    <a:pt x="168307" y="1304479"/>
                  </a:lnTo>
                  <a:lnTo>
                    <a:pt x="122341" y="1288050"/>
                  </a:lnTo>
                  <a:lnTo>
                    <a:pt x="81794" y="1262271"/>
                  </a:lnTo>
                  <a:lnTo>
                    <a:pt x="47975" y="1228452"/>
                  </a:lnTo>
                  <a:lnTo>
                    <a:pt x="22196" y="1187906"/>
                  </a:lnTo>
                  <a:lnTo>
                    <a:pt x="5767" y="1141942"/>
                  </a:lnTo>
                  <a:lnTo>
                    <a:pt x="0" y="1091872"/>
                  </a:lnTo>
                  <a:lnTo>
                    <a:pt x="0" y="218374"/>
                  </a:lnTo>
                  <a:close/>
                </a:path>
              </a:pathLst>
            </a:custGeom>
            <a:ln w="19049">
              <a:solidFill>
                <a:srgbClr val="2B64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76600" y="3143971"/>
            <a:ext cx="6431002" cy="81560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484630" marR="5080" indent="-1472565">
              <a:lnSpc>
                <a:spcPts val="1300"/>
              </a:lnSpc>
              <a:spcBef>
                <a:spcPts val="259"/>
              </a:spcBef>
            </a:pPr>
            <a:r>
              <a:rPr lang="en-US" sz="2000" dirty="0" err="1"/>
              <a:t>Tulis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memperhatikan</a:t>
            </a:r>
            <a:r>
              <a:rPr lang="en-US" sz="2000" dirty="0"/>
              <a:t> </a:t>
            </a:r>
            <a:r>
              <a:rPr lang="en-US" sz="2000" dirty="0" err="1"/>
              <a:t>Struktur</a:t>
            </a:r>
            <a:r>
              <a:rPr lang="en-US" sz="2000" dirty="0"/>
              <a:t> dan </a:t>
            </a:r>
            <a:r>
              <a:rPr lang="en-US" sz="2000" dirty="0" err="1"/>
              <a:t>unsur</a:t>
            </a:r>
            <a:r>
              <a:rPr lang="en-US" sz="2000" dirty="0"/>
              <a:t> </a:t>
            </a:r>
          </a:p>
          <a:p>
            <a:pPr marL="1484630" marR="5080" indent="-1472565">
              <a:lnSpc>
                <a:spcPts val="1300"/>
              </a:lnSpc>
              <a:spcBef>
                <a:spcPts val="259"/>
              </a:spcBef>
            </a:pPr>
            <a:endParaRPr lang="en-US" sz="2000" dirty="0"/>
          </a:p>
          <a:p>
            <a:pPr marL="1484630" marR="5080" indent="-1472565">
              <a:lnSpc>
                <a:spcPts val="1300"/>
              </a:lnSpc>
              <a:spcBef>
                <a:spcPts val="259"/>
              </a:spcBef>
            </a:pPr>
            <a:r>
              <a:rPr lang="en-US" sz="2000" dirty="0" err="1"/>
              <a:t>kebahasaan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</a:t>
            </a:r>
            <a:r>
              <a:rPr lang="en-US" sz="2000" dirty="0" err="1"/>
              <a:t>deskripsi</a:t>
            </a:r>
            <a:endParaRPr lang="en-US" sz="2000" dirty="0"/>
          </a:p>
          <a:p>
            <a:pPr marL="1484630" marR="5080" indent="-1472565">
              <a:lnSpc>
                <a:spcPts val="1300"/>
              </a:lnSpc>
              <a:spcBef>
                <a:spcPts val="259"/>
              </a:spcBef>
            </a:pPr>
            <a:endParaRPr sz="1200" dirty="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54418" y="4785281"/>
            <a:ext cx="7212330" cy="803436"/>
            <a:chOff x="1828796" y="4829549"/>
            <a:chExt cx="7212330" cy="803436"/>
          </a:xfrm>
        </p:grpSpPr>
        <p:sp>
          <p:nvSpPr>
            <p:cNvPr id="15" name="object 15"/>
            <p:cNvSpPr/>
            <p:nvPr/>
          </p:nvSpPr>
          <p:spPr>
            <a:xfrm>
              <a:off x="1828796" y="4829549"/>
              <a:ext cx="7212330" cy="791845"/>
            </a:xfrm>
            <a:custGeom>
              <a:avLst/>
              <a:gdLst/>
              <a:ahLst/>
              <a:cxnLst/>
              <a:rect l="l" t="t" r="r" b="b"/>
              <a:pathLst>
                <a:path w="7212330" h="791845">
                  <a:moveTo>
                    <a:pt x="7079910" y="791348"/>
                  </a:moveTo>
                  <a:lnTo>
                    <a:pt x="131892" y="791348"/>
                  </a:lnTo>
                  <a:lnTo>
                    <a:pt x="90203" y="784624"/>
                  </a:lnTo>
                  <a:lnTo>
                    <a:pt x="53998" y="765900"/>
                  </a:lnTo>
                  <a:lnTo>
                    <a:pt x="25447" y="737348"/>
                  </a:lnTo>
                  <a:lnTo>
                    <a:pt x="6723" y="701140"/>
                  </a:lnTo>
                  <a:lnTo>
                    <a:pt x="0" y="659448"/>
                  </a:lnTo>
                  <a:lnTo>
                    <a:pt x="0" y="131899"/>
                  </a:lnTo>
                  <a:lnTo>
                    <a:pt x="6723" y="90207"/>
                  </a:lnTo>
                  <a:lnTo>
                    <a:pt x="25447" y="53999"/>
                  </a:lnTo>
                  <a:lnTo>
                    <a:pt x="53998" y="25447"/>
                  </a:lnTo>
                  <a:lnTo>
                    <a:pt x="90203" y="6723"/>
                  </a:lnTo>
                  <a:lnTo>
                    <a:pt x="131892" y="0"/>
                  </a:lnTo>
                  <a:lnTo>
                    <a:pt x="7079910" y="0"/>
                  </a:lnTo>
                  <a:lnTo>
                    <a:pt x="7130391" y="10040"/>
                  </a:lnTo>
                  <a:lnTo>
                    <a:pt x="7173185" y="38624"/>
                  </a:lnTo>
                  <a:lnTo>
                    <a:pt x="7201769" y="81427"/>
                  </a:lnTo>
                  <a:lnTo>
                    <a:pt x="7211810" y="131899"/>
                  </a:lnTo>
                  <a:lnTo>
                    <a:pt x="7211810" y="659448"/>
                  </a:lnTo>
                  <a:lnTo>
                    <a:pt x="7205086" y="701140"/>
                  </a:lnTo>
                  <a:lnTo>
                    <a:pt x="7186362" y="737348"/>
                  </a:lnTo>
                  <a:lnTo>
                    <a:pt x="7157810" y="765900"/>
                  </a:lnTo>
                  <a:lnTo>
                    <a:pt x="7121602" y="784624"/>
                  </a:lnTo>
                  <a:lnTo>
                    <a:pt x="7079910" y="791348"/>
                  </a:lnTo>
                  <a:close/>
                </a:path>
              </a:pathLst>
            </a:custGeom>
            <a:solidFill>
              <a:srgbClr val="00AFE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  <a:p>
              <a:pPr algn="ctr"/>
              <a:r>
                <a:rPr lang="en-US" dirty="0" err="1"/>
                <a:t>Periksa</a:t>
              </a:r>
              <a:r>
                <a:rPr lang="en-US" dirty="0"/>
                <a:t> dan </a:t>
              </a:r>
              <a:r>
                <a:rPr lang="en-US" dirty="0" err="1"/>
                <a:t>baca</a:t>
              </a:r>
              <a:r>
                <a:rPr lang="en-US" dirty="0"/>
                <a:t> </a:t>
              </a:r>
              <a:r>
                <a:rPr lang="en-US" dirty="0" err="1"/>
                <a:t>kembali</a:t>
              </a:r>
              <a:r>
                <a:rPr lang="en-US" dirty="0"/>
                <a:t> </a:t>
              </a:r>
              <a:r>
                <a:rPr lang="en-US" dirty="0" err="1"/>
                <a:t>teks</a:t>
              </a:r>
              <a:r>
                <a:rPr lang="en-US" dirty="0"/>
                <a:t> </a:t>
              </a:r>
              <a:r>
                <a:rPr lang="en-US" dirty="0" err="1"/>
                <a:t>deskripsi</a:t>
              </a:r>
              <a:r>
                <a:rPr lang="en-US" dirty="0"/>
                <a:t> yang </a:t>
              </a:r>
              <a:r>
                <a:rPr lang="en-US" dirty="0" err="1"/>
                <a:t>sudah</a:t>
              </a:r>
              <a:r>
                <a:rPr lang="en-US" dirty="0"/>
                <a:t> </a:t>
              </a:r>
              <a:r>
                <a:rPr lang="en-US" dirty="0" err="1"/>
                <a:t>dibuat</a:t>
              </a:r>
              <a:r>
                <a:rPr lang="en-US" dirty="0"/>
                <a:t>.</a:t>
              </a:r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8796" y="4841140"/>
              <a:ext cx="7212330" cy="791845"/>
            </a:xfrm>
            <a:custGeom>
              <a:avLst/>
              <a:gdLst/>
              <a:ahLst/>
              <a:cxnLst/>
              <a:rect l="l" t="t" r="r" b="b"/>
              <a:pathLst>
                <a:path w="7212330" h="791845">
                  <a:moveTo>
                    <a:pt x="0" y="131899"/>
                  </a:moveTo>
                  <a:lnTo>
                    <a:pt x="6723" y="90207"/>
                  </a:lnTo>
                  <a:lnTo>
                    <a:pt x="25447" y="53999"/>
                  </a:lnTo>
                  <a:lnTo>
                    <a:pt x="53998" y="25447"/>
                  </a:lnTo>
                  <a:lnTo>
                    <a:pt x="90203" y="6723"/>
                  </a:lnTo>
                  <a:lnTo>
                    <a:pt x="131892" y="0"/>
                  </a:lnTo>
                  <a:lnTo>
                    <a:pt x="7079910" y="0"/>
                  </a:lnTo>
                  <a:lnTo>
                    <a:pt x="7130391" y="10040"/>
                  </a:lnTo>
                  <a:lnTo>
                    <a:pt x="7173185" y="38624"/>
                  </a:lnTo>
                  <a:lnTo>
                    <a:pt x="7201769" y="81427"/>
                  </a:lnTo>
                  <a:lnTo>
                    <a:pt x="7211810" y="131899"/>
                  </a:lnTo>
                  <a:lnTo>
                    <a:pt x="7211810" y="659448"/>
                  </a:lnTo>
                  <a:lnTo>
                    <a:pt x="7205086" y="701140"/>
                  </a:lnTo>
                  <a:lnTo>
                    <a:pt x="7186362" y="737348"/>
                  </a:lnTo>
                  <a:lnTo>
                    <a:pt x="7157810" y="765900"/>
                  </a:lnTo>
                  <a:lnTo>
                    <a:pt x="7121602" y="784624"/>
                  </a:lnTo>
                  <a:lnTo>
                    <a:pt x="7079910" y="791348"/>
                  </a:lnTo>
                  <a:lnTo>
                    <a:pt x="131892" y="791348"/>
                  </a:lnTo>
                  <a:lnTo>
                    <a:pt x="90203" y="784624"/>
                  </a:lnTo>
                  <a:lnTo>
                    <a:pt x="53998" y="765900"/>
                  </a:lnTo>
                  <a:lnTo>
                    <a:pt x="25447" y="737348"/>
                  </a:lnTo>
                  <a:lnTo>
                    <a:pt x="6723" y="701140"/>
                  </a:lnTo>
                  <a:lnTo>
                    <a:pt x="0" y="659448"/>
                  </a:lnTo>
                  <a:lnTo>
                    <a:pt x="0" y="131899"/>
                  </a:lnTo>
                  <a:close/>
                </a:path>
              </a:pathLst>
            </a:custGeom>
            <a:ln w="19049">
              <a:solidFill>
                <a:srgbClr val="80A7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38400" y="5472678"/>
            <a:ext cx="6711950" cy="20005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528570" marR="5080" indent="-2516505">
              <a:lnSpc>
                <a:spcPts val="1300"/>
              </a:lnSpc>
              <a:spcBef>
                <a:spcPts val="259"/>
              </a:spcBef>
            </a:pPr>
            <a:endParaRPr sz="12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9371" y="1400206"/>
            <a:ext cx="5660390" cy="219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algn="ctr">
              <a:lnSpc>
                <a:spcPct val="100000"/>
              </a:lnSpc>
              <a:spcBef>
                <a:spcPts val="100"/>
              </a:spcBef>
            </a:pPr>
            <a:r>
              <a:rPr sz="5400" b="0" spc="-10" dirty="0">
                <a:latin typeface="Arial Black"/>
                <a:cs typeface="Arial Black"/>
              </a:rPr>
              <a:t>SEKIAN</a:t>
            </a:r>
            <a:endParaRPr sz="5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120"/>
              </a:spcBef>
            </a:pPr>
            <a:r>
              <a:rPr sz="5400" b="0" dirty="0">
                <a:latin typeface="Arial Black"/>
                <a:cs typeface="Arial Black"/>
              </a:rPr>
              <a:t>TERIMA</a:t>
            </a:r>
            <a:r>
              <a:rPr sz="5400" b="0" spc="-290" dirty="0">
                <a:latin typeface="Arial Black"/>
                <a:cs typeface="Arial Black"/>
              </a:rPr>
              <a:t> </a:t>
            </a:r>
            <a:r>
              <a:rPr sz="5400" b="0" spc="-10" dirty="0">
                <a:latin typeface="Arial Black"/>
                <a:cs typeface="Arial Black"/>
              </a:rPr>
              <a:t>KASIH</a:t>
            </a:r>
            <a:endParaRPr sz="5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553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Times New Roman</vt:lpstr>
      <vt:lpstr>Trebuchet MS</vt:lpstr>
      <vt:lpstr>Office Theme</vt:lpstr>
      <vt:lpstr>BAHASA INDONESIA</vt:lpstr>
      <vt:lpstr>PPT TEKS DESKRIPSI</vt:lpstr>
      <vt:lpstr>BAB 1 Berkreasi dengan Teks Deskripsi</vt:lpstr>
      <vt:lpstr>Definisi, Ciri, dan Jenis Teks Deskripsi</vt:lpstr>
      <vt:lpstr>Pengertian Teks Deskripsi</vt:lpstr>
      <vt:lpstr>Ciri-Ciri Teks Deskripsi</vt:lpstr>
      <vt:lpstr>Jenis Teks Deskripsi</vt:lpstr>
      <vt:lpstr>Informasi Penting dalam Teks Deskripsi</vt:lpstr>
      <vt:lpstr>STRUKTUR TEKS DESKRIPSI</vt:lpstr>
      <vt:lpstr>Kebahasaan dalam Teks Deskripsi</vt:lpstr>
      <vt:lpstr> Penyampaian Isi Teks Deskripsi yang Telah Didengar/Dibaca</vt:lpstr>
      <vt:lpstr>Penyampaian Teks Deskripsi secara Lisan</vt:lpstr>
      <vt:lpstr>Penyampaian Isi Teks Deskripsi secara Tulis</vt:lpstr>
      <vt:lpstr>  Penyusunan Teks Deskripsi</vt:lpstr>
      <vt:lpstr>Langkah-Langkah Penyusunan Teks Deskripsi</vt:lpstr>
      <vt:lpstr>Menulis Teks Deskripsi</vt:lpstr>
      <vt:lpstr>SEKIAN 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TEKS DESKRIPSI NEW.pptx</dc:title>
  <cp:lastModifiedBy>aio lenovo</cp:lastModifiedBy>
  <cp:revision>5</cp:revision>
  <dcterms:created xsi:type="dcterms:W3CDTF">2024-08-01T01:36:16Z</dcterms:created>
  <dcterms:modified xsi:type="dcterms:W3CDTF">2024-08-01T08:10:54Z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2024-08-01T00:00:00Z</vt:filetime>
  </property>
  <property fmtid="{D5CDD505-2E9C-101B-9397-08002B2CF9AE}" pid="4" name="Producer">
    <vt:lpwstr>3-Heights(TM) PDF Security Shell 4.8.25.2 (http://www.pdf-tools.com)</vt:lpwstr>
  </property>
</Properties>
</file>